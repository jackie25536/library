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0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670256d0d4e60" /><Relationship Type="http://schemas.openxmlformats.org/officeDocument/2006/relationships/extended-properties" Target="/docProps/app.xml" Id="R005307be1ecc4059" /><Relationship Type="http://schemas.openxmlformats.org/officeDocument/2006/relationships/officeDocument" Target="/ppt/presentation.xml" Id="R57e7194533a842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8f8984aad7401c"/>
  </p:sldMasterIdLst>
  <p:notesMasterIdLst>
    <p:notesMasterId xmlns:r="http://schemas.openxmlformats.org/officeDocument/2006/relationships" r:id="Rb3856a5431a8461b"/>
  </p:notesMasterIdLst>
  <p:sldIdLst>
    <p:sldId xmlns:r="http://schemas.openxmlformats.org/officeDocument/2006/relationships" id="256" r:id="Ra65199ad773448e7"/>
    <p:sldId xmlns:r="http://schemas.openxmlformats.org/officeDocument/2006/relationships" id="257" r:id="R75a32583d32b483e"/>
    <p:sldId xmlns:r="http://schemas.openxmlformats.org/officeDocument/2006/relationships" id="258" r:id="Re5f79911de4549b0"/>
    <p:sldId xmlns:r="http://schemas.openxmlformats.org/officeDocument/2006/relationships" id="259" r:id="R3fd1069defeb41b7"/>
    <p:sldId xmlns:r="http://schemas.openxmlformats.org/officeDocument/2006/relationships" id="260" r:id="R704251eabf2a4f6f"/>
    <p:sldId xmlns:r="http://schemas.openxmlformats.org/officeDocument/2006/relationships" id="261" r:id="R411a3d9773544aad"/>
    <p:sldId xmlns:r="http://schemas.openxmlformats.org/officeDocument/2006/relationships" id="262" r:id="Rc252f6f51e0c4598"/>
    <p:sldId xmlns:r="http://schemas.openxmlformats.org/officeDocument/2006/relationships" id="263" r:id="R2f308127f6b84a1a"/>
    <p:sldId xmlns:r="http://schemas.openxmlformats.org/officeDocument/2006/relationships" id="264" r:id="R23831794d198412d"/>
    <p:sldId xmlns:r="http://schemas.openxmlformats.org/officeDocument/2006/relationships" id="265" r:id="Rc977177b52334b7c"/>
    <p:sldId xmlns:r="http://schemas.openxmlformats.org/officeDocument/2006/relationships" id="266" r:id="R5c3479b1754b4b13"/>
    <p:sldId xmlns:r="http://schemas.openxmlformats.org/officeDocument/2006/relationships" id="267" r:id="Rf5f49771eab44d75"/>
    <p:sldId xmlns:r="http://schemas.openxmlformats.org/officeDocument/2006/relationships" id="268" r:id="R8e5b45d565b24c11"/>
    <p:sldId xmlns:r="http://schemas.openxmlformats.org/officeDocument/2006/relationships" id="269" r:id="R2f597cc5b1c242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b43eabb3284cc4" /><Relationship Type="http://schemas.openxmlformats.org/officeDocument/2006/relationships/slideMaster" Target="/ppt/slideMasters/slideMaster1.xml" Id="R688f8984aad7401c" /><Relationship Type="http://schemas.openxmlformats.org/officeDocument/2006/relationships/notesMaster" Target="/ppt/notesMasters/notesMaster1.xml" Id="Rb3856a5431a8461b" /><Relationship Type="http://schemas.openxmlformats.org/officeDocument/2006/relationships/presProps" Target="/ppt/presProps.xml" Id="R4229f73fe6254e71" /><Relationship Type="http://schemas.openxmlformats.org/officeDocument/2006/relationships/tableStyles" Target="/ppt/tableStyles.xml" Id="R3dc35c1edaec4f4a" /><Relationship Type="http://schemas.openxmlformats.org/officeDocument/2006/relationships/slide" Target="/ppt/slides/slide1.xml" Id="Ra65199ad773448e7" /><Relationship Type="http://schemas.openxmlformats.org/officeDocument/2006/relationships/slide" Target="/ppt/slides/slide2.xml" Id="R75a32583d32b483e" /><Relationship Type="http://schemas.openxmlformats.org/officeDocument/2006/relationships/slide" Target="/ppt/slides/slide3.xml" Id="Re5f79911de4549b0" /><Relationship Type="http://schemas.openxmlformats.org/officeDocument/2006/relationships/slide" Target="/ppt/slides/slide4.xml" Id="R3fd1069defeb41b7" /><Relationship Type="http://schemas.openxmlformats.org/officeDocument/2006/relationships/slide" Target="/ppt/slides/slide5.xml" Id="R704251eabf2a4f6f" /><Relationship Type="http://schemas.openxmlformats.org/officeDocument/2006/relationships/slide" Target="/ppt/slides/slide6.xml" Id="R411a3d9773544aad" /><Relationship Type="http://schemas.openxmlformats.org/officeDocument/2006/relationships/slide" Target="/ppt/slides/slide7.xml" Id="Rc252f6f51e0c4598" /><Relationship Type="http://schemas.openxmlformats.org/officeDocument/2006/relationships/slide" Target="/ppt/slides/slide8.xml" Id="R2f308127f6b84a1a" /><Relationship Type="http://schemas.openxmlformats.org/officeDocument/2006/relationships/slide" Target="/ppt/slides/slide9.xml" Id="R23831794d198412d" /><Relationship Type="http://schemas.openxmlformats.org/officeDocument/2006/relationships/slide" Target="/ppt/slides/slide10.xml" Id="Rc977177b52334b7c" /><Relationship Type="http://schemas.openxmlformats.org/officeDocument/2006/relationships/slide" Target="/ppt/slides/slide11.xml" Id="R5c3479b1754b4b13" /><Relationship Type="http://schemas.openxmlformats.org/officeDocument/2006/relationships/slide" Target="/ppt/slides/slide12.xml" Id="Rf5f49771eab44d75" /><Relationship Type="http://schemas.openxmlformats.org/officeDocument/2006/relationships/slide" Target="/ppt/slides/slide13.xml" Id="R8e5b45d565b24c11" /><Relationship Type="http://schemas.openxmlformats.org/officeDocument/2006/relationships/slide" Target="/ppt/slides/slide14.xml" Id="R2f597cc5b1c242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94c5d8052842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41c410b8664b19" /><Relationship Type="http://schemas.openxmlformats.org/officeDocument/2006/relationships/notesMaster" Target="/ppt/notesMasters/notesMaster1.xml" Id="R6ff4043820fc4f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7edae5d17434b" /><Relationship Type="http://schemas.openxmlformats.org/officeDocument/2006/relationships/notesMaster" Target="/ppt/notesMasters/notesMaster1.xml" Id="R08e00421606f42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0d8dfa5a3044a0" /><Relationship Type="http://schemas.openxmlformats.org/officeDocument/2006/relationships/notesMaster" Target="/ppt/notesMasters/notesMaster1.xml" Id="R6732a3957de447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cbfd58aa9a4695" /><Relationship Type="http://schemas.openxmlformats.org/officeDocument/2006/relationships/notesMaster" Target="/ppt/notesMasters/notesMaster1.xml" Id="Rd6ea0420d9634f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7d2b2225a34f8c" /><Relationship Type="http://schemas.openxmlformats.org/officeDocument/2006/relationships/notesMaster" Target="/ppt/notesMasters/notesMaster1.xml" Id="R1c05697d9b5942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d0b99a4e604cac" /><Relationship Type="http://schemas.openxmlformats.org/officeDocument/2006/relationships/notesMaster" Target="/ppt/notesMasters/notesMaster1.xml" Id="R9facf1b3cefc4f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54b4a9d4814aef" /><Relationship Type="http://schemas.openxmlformats.org/officeDocument/2006/relationships/notesMaster" Target="/ppt/notesMasters/notesMaster1.xml" Id="Rb07a798814d746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e7730427ad4349" /><Relationship Type="http://schemas.openxmlformats.org/officeDocument/2006/relationships/notesMaster" Target="/ppt/notesMasters/notesMaster1.xml" Id="R51e2334528454b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8413d5faef44a6" /><Relationship Type="http://schemas.openxmlformats.org/officeDocument/2006/relationships/notesMaster" Target="/ppt/notesMasters/notesMaster1.xml" Id="R47f2c8c142914d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705efc18bf4b72" /><Relationship Type="http://schemas.openxmlformats.org/officeDocument/2006/relationships/notesMaster" Target="/ppt/notesMasters/notesMaster1.xml" Id="R58ce111dc49742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73d518dc3a4e86" /><Relationship Type="http://schemas.openxmlformats.org/officeDocument/2006/relationships/notesMaster" Target="/ppt/notesMasters/notesMaster1.xml" Id="R5463c104803743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2c477636e64cd1" /><Relationship Type="http://schemas.openxmlformats.org/officeDocument/2006/relationships/notesMaster" Target="/ppt/notesMasters/notesMaster1.xml" Id="R694d944e46d14c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92c62406174802" /><Relationship Type="http://schemas.openxmlformats.org/officeDocument/2006/relationships/notesMaster" Target="/ppt/notesMasters/notesMaster1.xml" Id="R702dde8984754a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68c325394146dc" /><Relationship Type="http://schemas.openxmlformats.org/officeDocument/2006/relationships/notesMaster" Target="/ppt/notesMasters/notesMaster1.xml" Id="Re8dde3ab65b442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先說明感測器誤差如何影響速度回授，再用圓形軌跡理解補償。主線是從平方和取得可觀察的週期圖樣，再利用相關運算決定參數調整方向。所有模型圖皆為依指定方程計算的示意，不代表線上演算法已完成收斂或實機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圖示與模型</a:t>
            </a:r>
          </a:p>
          <a:p xmlns:a="http://schemas.openxmlformats.org/drawingml/2006/main">
            <a:r>
              <a:t>同一座標中比較理想圓與偏移橢圓。理想半徑為 1，失真例使用 `A_a=1.18`、`A_b=0.82`、`φ_e=12°`、`d_a=0.18`、`d_b=−0.12`。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Bünte, A.; Beineke, S. (2004). High-Performance Speed Measurement by Suppression of Systematic Resolver and Encoder Errors. IEEE Transactions on Industrial Electronics, 51(1), 49–53. DOI: https://doi.org/10.1109/TIE.2003.822084 。本專案 [R1–R2](sincos-gpoc-reading.md)。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 01 先交代 Sin/Cos 訊號誤差如何影響位置與速度回授，說明為何需要從訊號來源補償，再建立誤差模型與補償矩陣。Part 02 是簡報主體，依論文說明平方和、相關運算與五路自適應迴路。Part 03 聚焦工程設計要點與適用條件，包含訊號及參數定義、補償與學習的關係、速度權重、學習啟停、相位覆蓋與方法限制。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圖示與模型</a:t>
            </a:r>
          </a:p>
          <a:p xmlns:a="http://schemas.openxmlformats.org/drawingml/2006/main">
            <a:r>
              <a:t>三列平面排版，各列由左側 Part 編號、右側主標題及下一行簡短說明組成。沿用深色頁首、淺灰背景、深藍灰正文、金色 Part 編號與原始 JACKIE AGENT 標誌。列間只以細線分隔。目錄置於封面後，為第 2 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</a:t>
            </a:r>
          </a:p>
          <a:p xmlns:a="http://schemas.openxmlformats.org/drawingml/2006/main">
            <a:r>
              <a:t>2026-10-18 使用者確認的三個 Part 與目錄文字；技術主題依本專案閱讀筆記與核心設計規劃。本頁不呈現實驗數據或新增技術結論。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ae41824674f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9c599b65649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33b83ce8e4e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d96e8aed44f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1240c465543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072f8ce0e42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BB7585-BE7C-4030-AB98-46B5BD1F7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CC3BB5-A2CF-4814-A661-3D334526F9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1F787D-515F-446C-9108-C8E015D1BD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48ECD3-F5E0-4016-8ACB-B7C963299B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89EE94-3E37-49E3-A800-D61CE24149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BEEEC1-C31D-4B1E-95BC-7BEC05EC6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7C64AC-A7C9-45F8-967D-BC53C2E504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DCA712-24B5-4D8B-9ABE-FF8BAE8D65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AB3BFF-DB65-41A6-821A-6D7843160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5D1F0D-3FDF-4FB7-AA12-28CE06CFFD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96b5cd052f43ce" /><Relationship Type="http://schemas.openxmlformats.org/officeDocument/2006/relationships/slideLayout" Target="/ppt/slideLayouts/slideLayout1.xml" Id="Rbda982f597684d99" /><Relationship Type="http://schemas.openxmlformats.org/officeDocument/2006/relationships/slideLayout" Target="/ppt/slideLayouts/slideLayout2.xml" Id="R32cd0b3ffe6e443e" /><Relationship Type="http://schemas.openxmlformats.org/officeDocument/2006/relationships/slideLayout" Target="/ppt/slideLayouts/slideLayout3.xml" Id="Rab441c88f7ad4b19" /><Relationship Type="http://schemas.openxmlformats.org/officeDocument/2006/relationships/slideLayout" Target="/ppt/slideLayouts/slideLayout4.xml" Id="R4fd3fbfb7b4a4ad2" /><Relationship Type="http://schemas.openxmlformats.org/officeDocument/2006/relationships/slideLayout" Target="/ppt/slideLayouts/slideLayout5.xml" Id="R76f307407a514153" /><Relationship Type="http://schemas.openxmlformats.org/officeDocument/2006/relationships/slideLayout" Target="/ppt/slideLayouts/slideLayout6.xml" Id="R5d36362780d347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982f597684d99"/>
    <p:sldLayoutId xmlns:r="http://schemas.openxmlformats.org/officeDocument/2006/relationships" id="2147483650" r:id="R32cd0b3ffe6e443e"/>
    <p:sldLayoutId xmlns:r="http://schemas.openxmlformats.org/officeDocument/2006/relationships" id="2147483651" r:id="Rab441c88f7ad4b19"/>
    <p:sldLayoutId xmlns:r="http://schemas.openxmlformats.org/officeDocument/2006/relationships" id="2147483652" r:id="R4fd3fbfb7b4a4ad2"/>
    <p:sldLayoutId xmlns:r="http://schemas.openxmlformats.org/officeDocument/2006/relationships" id="2147483653" r:id="R76f307407a514153"/>
    <p:sldLayoutId xmlns:r="http://schemas.openxmlformats.org/officeDocument/2006/relationships" id="2147483654" r:id="R5d36362780d347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a7f1e351646a1" /><Relationship Type="http://schemas.openxmlformats.org/officeDocument/2006/relationships/image" Target="/ppt/media/image.png" Id="R4e3b5e861ebf4002" /><Relationship Type="http://schemas.openxmlformats.org/officeDocument/2006/relationships/chart" Target="/ppt/slides/charts/chart1.xml" Id="R5a214607c5d94f98" /><Relationship Type="http://schemas.openxmlformats.org/officeDocument/2006/relationships/notesSlide" Target="/ppt/notesSlides/notesSlide1.xml" Id="Ra150de5ac41f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7a8afe7c240ea" /><Relationship Type="http://schemas.openxmlformats.org/officeDocument/2006/relationships/image" Target="/ppt/media/image2.png" Id="R261afcf400dd4a41" /><Relationship Type="http://schemas.openxmlformats.org/officeDocument/2006/relationships/notesSlide" Target="/ppt/notesSlides/notesSlide2.xml" Id="Rab5abdd0a2be43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7c2a0b2c045f0" /><Relationship Type="http://schemas.openxmlformats.org/officeDocument/2006/relationships/image" Target="/ppt/media/image3.png" Id="R42793d0b2b8a4bbc" /><Relationship Type="http://schemas.openxmlformats.org/officeDocument/2006/relationships/chart" Target="/ppt/slides/charts/chart2.xml" Id="Rb1be4d083bb24049" /><Relationship Type="http://schemas.openxmlformats.org/officeDocument/2006/relationships/notesSlide" Target="/ppt/notesSlides/notesSlide3.xml" Id="R0611a99ed7d841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9fbc048e547ee" /><Relationship Type="http://schemas.openxmlformats.org/officeDocument/2006/relationships/image" Target="/ppt/media/image4.png" Id="R70edcbb631b545f8" /><Relationship Type="http://schemas.openxmlformats.org/officeDocument/2006/relationships/chart" Target="/ppt/slides/charts/chart3.xml" Id="R0f20739a520547ff" /><Relationship Type="http://schemas.openxmlformats.org/officeDocument/2006/relationships/notesSlide" Target="/ppt/notesSlides/notesSlide4.xml" Id="R6f0fbb37e42042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71f6ea8a94bad" /><Relationship Type="http://schemas.openxmlformats.org/officeDocument/2006/relationships/image" Target="/ppt/media/image5.png" Id="Rd049596a8a0249b5" /><Relationship Type="http://schemas.openxmlformats.org/officeDocument/2006/relationships/chart" Target="/ppt/slides/charts/chart4.xml" Id="Rb82e96cdb19a4f51" /><Relationship Type="http://schemas.openxmlformats.org/officeDocument/2006/relationships/chart" Target="/ppt/slides/charts/chart5.xml" Id="R7bcd43453876477b" /><Relationship Type="http://schemas.openxmlformats.org/officeDocument/2006/relationships/chart" Target="/ppt/slides/charts/chart6.xml" Id="R425bc119bb9c4719" /><Relationship Type="http://schemas.openxmlformats.org/officeDocument/2006/relationships/notesSlide" Target="/ppt/notesSlides/notesSlide5.xml" Id="Rcaab42ff69d3427e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72dbf4d5574a5f"/><Relationship Type="http://schemas.openxmlformats.org/officeDocument/2006/relationships/image" Target="/ppt/media/image6.png" Id="Rd155cd9a942049f7"/><Relationship Type="http://schemas.openxmlformats.org/officeDocument/2006/relationships/chart" Target="/ppt/slides/charts/chart7.xml" Id="R053eb62fb0f64b87"/><Relationship Type="http://schemas.openxmlformats.org/officeDocument/2006/relationships/chart" Target="/ppt/slides/charts/chart8.xml" Id="R640fa0bf26f1469e"/><Relationship Type="http://schemas.openxmlformats.org/officeDocument/2006/relationships/chart" Target="/ppt/slides/charts/chart9.xml" Id="R0466d7729b8540a9"/><Relationship Type="http://schemas.openxmlformats.org/officeDocument/2006/relationships/notesSlide" Target="/ppt/notesSlides/notesSlide6.xml" Id="Rf20b92c0e2724e7c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6402e0d8c8c42b7"/><Relationship Type="http://schemas.openxmlformats.org/officeDocument/2006/relationships/image" Target="/ppt/media/image7.png" Id="R093ecc5ea7d24cfa"/><Relationship Type="http://schemas.openxmlformats.org/officeDocument/2006/relationships/notesSlide" Target="/ppt/notesSlides/notesSlide7.xml" Id="R67dbd323ef3c47f0"/><Relationship Id="rIdPreservedMath1" Type="http://schemas.openxmlformats.org/officeDocument/2006/relationships/image" Target="../media/sincos-gpoc-slide7-equation-0.png"/><Relationship Id="rIdPreservedMath2" Type="http://schemas.openxmlformats.org/officeDocument/2006/relationships/image" Target="../media/sincos-gpoc-slide7-equation-1.png"/><Relationship Id="rIdPreservedMath3" Type="http://schemas.openxmlformats.org/officeDocument/2006/relationships/image" Target="../media/sincos-gpoc-slide7-equation-2.png"/><Relationship Id="rIdPreservedMath4" Type="http://schemas.openxmlformats.org/officeDocument/2006/relationships/image" Target="../media/sincos-gpoc-slide7-equation-3.png"/><Relationship Id="rIdPreservedMath5" Type="http://schemas.openxmlformats.org/officeDocument/2006/relationships/image" Target="../media/sincos-gpoc-slide7-equation-4.png"/><Relationship Id="rIdPreservedMath6" Type="http://schemas.openxmlformats.org/officeDocument/2006/relationships/image" Target="../media/sincos-gpoc-slide7-equation-5.png"/><Relationship Id="rIdPreservedMath7" Type="http://schemas.openxmlformats.org/officeDocument/2006/relationships/image" Target="../media/sincos-gpoc-slide7-equation-6.png"/><Relationship Id="rIdPreservedMath8" Type="http://schemas.openxmlformats.org/officeDocument/2006/relationships/image" Target="../media/sincos-gpoc-slide7-equation-7.png"/><Relationship Id="rIdPreservedMath9" Type="http://schemas.openxmlformats.org/officeDocument/2006/relationships/image" Target="../media/sincos-gpoc-slide7-equation-8.png"/><Relationship Id="rIdPreservedMath10" Type="http://schemas.openxmlformats.org/officeDocument/2006/relationships/image" Target="../media/sincos-gpoc-slide7-equation-9.png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a2fc0b42a25499b"/><Relationship Type="http://schemas.openxmlformats.org/officeDocument/2006/relationships/image" Target="/ppt/media/image8.png" Id="Rcb0fbee33fea4de2"/><Relationship Type="http://schemas.openxmlformats.org/officeDocument/2006/relationships/chart" Target="/ppt/slides/charts/chart10.xml" Id="Re8d33777ef514811"/><Relationship Type="http://schemas.openxmlformats.org/officeDocument/2006/relationships/notesSlide" Target="/ppt/notesSlides/notesSlide8.xml" Id="Re83b8284cdaf466a"/><Relationship Id="rIdPreservedMath11" Type="http://schemas.openxmlformats.org/officeDocument/2006/relationships/image" Target="../media/sincos-gpoc-slide8-equation-0.png"/><Relationship Id="rIdPreservedMath12" Type="http://schemas.openxmlformats.org/officeDocument/2006/relationships/image" Target="../media/sincos-gpoc-slide8-equation-1.png"/><Relationship Id="rIdPreservedMath13" Type="http://schemas.openxmlformats.org/officeDocument/2006/relationships/image" Target="../media/sincos-gpoc-slide8-equation-2.png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aecdb03195f472a"/><Relationship Type="http://schemas.openxmlformats.org/officeDocument/2006/relationships/image" Target="/ppt/media/image9.png" Id="R160add39ed7e4f0c"/><Relationship Type="http://schemas.openxmlformats.org/officeDocument/2006/relationships/chart" Target="/ppt/slides/charts/chart11.xml" Id="R5cde25e569b04447"/><Relationship Type="http://schemas.openxmlformats.org/officeDocument/2006/relationships/chart" Target="/ppt/slides/charts/chart12.xml" Id="R63ae678348154b0a"/><Relationship Type="http://schemas.openxmlformats.org/officeDocument/2006/relationships/chart" Target="/ppt/slides/charts/chart13.xml" Id="Rf374706b15364bda"/><Relationship Type="http://schemas.openxmlformats.org/officeDocument/2006/relationships/notesSlide" Target="/ppt/notesSlides/notesSlide9.xml" Id="R017056ac88644313"/><Relationship Id="rIdPreservedMath14" Type="http://schemas.openxmlformats.org/officeDocument/2006/relationships/image" Target="../media/sincos-gpoc-slide9-equation-0.png"/><Relationship Id="rIdPreservedMath15" Type="http://schemas.openxmlformats.org/officeDocument/2006/relationships/image" Target="../media/sincos-gpoc-slide9-equation-1.png"/><Relationship Id="rIdPreservedMath16" Type="http://schemas.openxmlformats.org/officeDocument/2006/relationships/image" Target="../media/sincos-gpoc-slide9-equation-2.png"/><Relationship Id="rIdPreservedMath17" Type="http://schemas.openxmlformats.org/officeDocument/2006/relationships/image" Target="../media/sincos-gpoc-slide9-equation-3.png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060bfb077d4a68"/><Relationship Type="http://schemas.openxmlformats.org/officeDocument/2006/relationships/image" Target="/ppt/media/image10.png" Id="R67f79fb2b0034689"/><Relationship Type="http://schemas.openxmlformats.org/officeDocument/2006/relationships/chart" Target="/ppt/slides/charts/chart14.xml" Id="R9a60d554160c47d6"/><Relationship Type="http://schemas.openxmlformats.org/officeDocument/2006/relationships/chart" Target="/ppt/slides/charts/chart15.xml" Id="Rfaaee36ed3a14203"/><Relationship Type="http://schemas.openxmlformats.org/officeDocument/2006/relationships/notesSlide" Target="/ppt/notesSlides/notesSlide10.xml" Id="R367798555f0a4fff"/><Relationship Id="rIdPreservedMath18" Type="http://schemas.openxmlformats.org/officeDocument/2006/relationships/image" Target="../media/sincos-gpoc-slide10-equation-0.png"/><Relationship Id="rIdPreservedMath19" Type="http://schemas.openxmlformats.org/officeDocument/2006/relationships/image" Target="../media/sincos-gpoc-slide10-equation-1.png"/><Relationship Id="rIdPreservedMath20" Type="http://schemas.openxmlformats.org/officeDocument/2006/relationships/image" Target="../media/sincos-gpoc-slide10-equation-2.png"/><Relationship Id="rIdPreservedMath21" Type="http://schemas.openxmlformats.org/officeDocument/2006/relationships/image" Target="../media/sincos-gpoc-slide10-equation-3.png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0751b1b51b24768"/><Relationship Type="http://schemas.openxmlformats.org/officeDocument/2006/relationships/image" Target="/ppt/media/image11.png" Id="R34e218aa6f4c4c68"/><Relationship Type="http://schemas.openxmlformats.org/officeDocument/2006/relationships/notesSlide" Target="/ppt/notesSlides/notesSlide11.xml" Id="R9249832b0aa54fdc"/><Relationship Id="rIdPreservedMath22" Type="http://schemas.openxmlformats.org/officeDocument/2006/relationships/image" Target="../media/sincos-gpoc-slide11-equation-0.png"/><Relationship Id="rIdPreservedMath23" Type="http://schemas.openxmlformats.org/officeDocument/2006/relationships/image" Target="../media/sincos-gpoc-slide11-equation-1.png"/><Relationship Id="rIdPreservedMath24" Type="http://schemas.openxmlformats.org/officeDocument/2006/relationships/image" Target="../media/sincos-gpoc-slide11-equation-2.png"/><Relationship Id="rIdPreservedMath25" Type="http://schemas.openxmlformats.org/officeDocument/2006/relationships/image" Target="../media/sincos-gpoc-slide11-equation-3.png"/><Relationship Id="rIdPreservedMath26" Type="http://schemas.openxmlformats.org/officeDocument/2006/relationships/image" Target="../media/sincos-gpoc-slide11-equation-4.png"/><Relationship Id="rIdPreservedMath27" Type="http://schemas.openxmlformats.org/officeDocument/2006/relationships/image" Target="../media/sincos-gpoc-slide11-equation-5.png"/><Relationship Id="rIdPreservedMath28" Type="http://schemas.openxmlformats.org/officeDocument/2006/relationships/image" Target="../media/sincos-gpoc-slide11-equation-6.png"/><Relationship Id="rIdPreservedMath29" Type="http://schemas.openxmlformats.org/officeDocument/2006/relationships/image" Target="../media/sincos-gpoc-slide11-equation-7.png"/><Relationship Id="rIdPreservedMath30" Type="http://schemas.openxmlformats.org/officeDocument/2006/relationships/image" Target="../media/sincos-gpoc-slide11-equation-8.png"/><Relationship Id="rIdPreservedMath31" Type="http://schemas.openxmlformats.org/officeDocument/2006/relationships/image" Target="../media/sincos-gpoc-slide11-equation-9.png"/><Relationship Id="rIdPreservedMath32" Type="http://schemas.openxmlformats.org/officeDocument/2006/relationships/image" Target="../media/sincos-gpoc-slide11-equation-10.png"/><Relationship Id="rIdPreservedMath33" Type="http://schemas.openxmlformats.org/officeDocument/2006/relationships/image" Target="../media/sincos-gpoc-slide11-equation-11.png"/><Relationship Id="rIdPreservedMath34" Type="http://schemas.openxmlformats.org/officeDocument/2006/relationships/image" Target="../media/sincos-gpoc-slide11-equation-12.png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c334596ef94a49"/><Relationship Type="http://schemas.openxmlformats.org/officeDocument/2006/relationships/image" Target="/ppt/media/image12.png" Id="Rf7aa29c0a00e448f"/><Relationship Type="http://schemas.openxmlformats.org/officeDocument/2006/relationships/notesSlide" Target="/ppt/notesSlides/notesSlide12.xml" Id="Ra4dcf1b5f1914975"/><Relationship Id="rIdPreservedMath35" Type="http://schemas.openxmlformats.org/officeDocument/2006/relationships/image" Target="../media/sincos-gpoc-slide12-equation-0.png"/><Relationship Id="rIdPreservedMath36" Type="http://schemas.openxmlformats.org/officeDocument/2006/relationships/image" Target="../media/sincos-gpoc-slide12-equation-1.png"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d6002c7be480f" /><Relationship Type="http://schemas.openxmlformats.org/officeDocument/2006/relationships/image" Target="/ppt/media/image13.png" Id="R2265ed51e34f4ecc" /><Relationship Type="http://schemas.openxmlformats.org/officeDocument/2006/relationships/notesSlide" Target="/ppt/notesSlides/notesSlide13.xml" Id="R2c347d65c3aa4aad" 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f87a29742e840ca"/><Relationship Type="http://schemas.openxmlformats.org/officeDocument/2006/relationships/image" Target="/ppt/media/image14.png" Id="R73770ee3c6e940d4"/><Relationship Type="http://schemas.openxmlformats.org/officeDocument/2006/relationships/notesSlide" Target="/ppt/notesSlides/notesSlide14.xml" Id="Rb7f598d9faa04b01"/><Relationship Id="rIdPreservedMath37" Type="http://schemas.openxmlformats.org/officeDocument/2006/relationships/image" Target="../media/sincos-gpoc-slide14-equation-2.png"/><Relationship Id="rIdPreservedMath38" Type="http://schemas.openxmlformats.org/officeDocument/2006/relationships/image" Target="../media/sincos-gpoc-slide14-equation-0.png"/><Relationship Id="rIdPreservedMath39" Type="http://schemas.openxmlformats.org/officeDocument/2006/relationships/image" Target="../media/sincos-gpoc-slide14-equation-1.png"/><Relationship Id="rIdPreservedMath40" Type="http://schemas.openxmlformats.org/officeDocument/2006/relationships/image" Target="../media/sincos-gpoc-slide14-equation-3.png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x 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-1.55</c:v>
                </c:pt>
                <c:pt idx="1">
                  <c:v>1.55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1"/>
          <c:order val="1"/>
          <c:tx>
            <c:v>y 軸</c:v>
          </c:tx>
          <c:spPr>
            <a:ln xmlns:a="http://schemas.openxmlformats.org/drawingml/2006/main" w="9525">
              <a:solidFill>
                <a:srgbClr val="C3CAD2"/>
              </a:solidFill>
              <a:prstDash val="solid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-1.55</c:v>
                </c:pt>
                <c:pt idx="1">
                  <c:v>1.55</c:v>
                </c:pt>
              </c:numCache>
            </c:numRef>
          </c:yVal>
        </c:ser>
        <c:ser>
          <c:idx val="2"/>
          <c:order val="2"/>
          <c:tx>
            <c:v>理想單位圓</c:v>
          </c:tx>
          <c:spPr>
            <a:ln xmlns:a="http://schemas.openxmlformats.org/drawingml/2006/main" w="19050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1</c:v>
                </c:pt>
                <c:pt idx="1">
                  <c:v>0.99939082702</c:v>
                </c:pt>
                <c:pt idx="2">
                  <c:v>0.99756405026</c:v>
                </c:pt>
                <c:pt idx="3">
                  <c:v>0.99452189537</c:v>
                </c:pt>
                <c:pt idx="4">
                  <c:v>0.99026806874</c:v>
                </c:pt>
                <c:pt idx="5">
                  <c:v>0.98480775301</c:v>
                </c:pt>
                <c:pt idx="6">
                  <c:v>0.97814760073</c:v>
                </c:pt>
                <c:pt idx="7">
                  <c:v>0.97029572628</c:v>
                </c:pt>
                <c:pt idx="8">
                  <c:v>0.96126169594</c:v>
                </c:pt>
                <c:pt idx="9">
                  <c:v>0.9510565163</c:v>
                </c:pt>
                <c:pt idx="10">
                  <c:v>0.93969262079</c:v>
                </c:pt>
                <c:pt idx="11">
                  <c:v>0.92718385457</c:v>
                </c:pt>
                <c:pt idx="12">
                  <c:v>0.91354545764</c:v>
                </c:pt>
                <c:pt idx="13">
                  <c:v>0.8987940463</c:v>
                </c:pt>
                <c:pt idx="14">
                  <c:v>0.88294759286</c:v>
                </c:pt>
                <c:pt idx="15">
                  <c:v>0.86602540378</c:v>
                </c:pt>
                <c:pt idx="16">
                  <c:v>0.84804809616</c:v>
                </c:pt>
                <c:pt idx="17">
                  <c:v>0.82903757256</c:v>
                </c:pt>
                <c:pt idx="18">
                  <c:v>0.80901699437</c:v>
                </c:pt>
                <c:pt idx="19">
                  <c:v>0.78801075361</c:v>
                </c:pt>
                <c:pt idx="20">
                  <c:v>0.76604444312</c:v>
                </c:pt>
                <c:pt idx="21">
                  <c:v>0.74314482548</c:v>
                </c:pt>
                <c:pt idx="22">
                  <c:v>0.71933980034</c:v>
                </c:pt>
                <c:pt idx="23">
                  <c:v>0.69465837046</c:v>
                </c:pt>
                <c:pt idx="24">
                  <c:v>0.66913060636</c:v>
                </c:pt>
                <c:pt idx="25">
                  <c:v>0.64278760969</c:v>
                </c:pt>
                <c:pt idx="26">
                  <c:v>0.61566147533</c:v>
                </c:pt>
                <c:pt idx="27">
                  <c:v>0.58778525229</c:v>
                </c:pt>
                <c:pt idx="28">
                  <c:v>0.55919290347</c:v>
                </c:pt>
                <c:pt idx="29">
                  <c:v>0.52991926423</c:v>
                </c:pt>
                <c:pt idx="30">
                  <c:v>0.5</c:v>
                </c:pt>
                <c:pt idx="31">
                  <c:v>0.46947156279</c:v>
                </c:pt>
                <c:pt idx="32">
                  <c:v>0.43837114679</c:v>
                </c:pt>
                <c:pt idx="33">
                  <c:v>0.40673664308</c:v>
                </c:pt>
                <c:pt idx="34">
                  <c:v>0.37460659342</c:v>
                </c:pt>
                <c:pt idx="35">
                  <c:v>0.34202014333</c:v>
                </c:pt>
                <c:pt idx="36">
                  <c:v>0.30901699437</c:v>
                </c:pt>
                <c:pt idx="37">
                  <c:v>0.27563735582</c:v>
                </c:pt>
                <c:pt idx="38">
                  <c:v>0.2419218956</c:v>
                </c:pt>
                <c:pt idx="39">
                  <c:v>0.20791169082</c:v>
                </c:pt>
                <c:pt idx="40">
                  <c:v>0.17364817767</c:v>
                </c:pt>
                <c:pt idx="41">
                  <c:v>0.13917310096</c:v>
                </c:pt>
                <c:pt idx="42">
                  <c:v>0.10452846327</c:v>
                </c:pt>
                <c:pt idx="43">
                  <c:v>0.069756473744</c:v>
                </c:pt>
                <c:pt idx="44">
                  <c:v>0.034899496703</c:v>
                </c:pt>
                <c:pt idx="45">
                  <c:v>0</c:v>
                </c:pt>
                <c:pt idx="46">
                  <c:v>-0.034899496703</c:v>
                </c:pt>
                <c:pt idx="47">
                  <c:v>-0.069756473744</c:v>
                </c:pt>
                <c:pt idx="48">
                  <c:v>-0.10452846327</c:v>
                </c:pt>
                <c:pt idx="49">
                  <c:v>-0.13917310096</c:v>
                </c:pt>
                <c:pt idx="50">
                  <c:v>-0.17364817767</c:v>
                </c:pt>
                <c:pt idx="51">
                  <c:v>-0.20791169082</c:v>
                </c:pt>
                <c:pt idx="52">
                  <c:v>-0.2419218956</c:v>
                </c:pt>
                <c:pt idx="53">
                  <c:v>-0.27563735582</c:v>
                </c:pt>
                <c:pt idx="54">
                  <c:v>-0.30901699437</c:v>
                </c:pt>
                <c:pt idx="55">
                  <c:v>-0.34202014333</c:v>
                </c:pt>
                <c:pt idx="56">
                  <c:v>-0.37460659342</c:v>
                </c:pt>
                <c:pt idx="57">
                  <c:v>-0.40673664308</c:v>
                </c:pt>
                <c:pt idx="58">
                  <c:v>-0.43837114679</c:v>
                </c:pt>
                <c:pt idx="59">
                  <c:v>-0.46947156279</c:v>
                </c:pt>
                <c:pt idx="60">
                  <c:v>-0.5</c:v>
                </c:pt>
                <c:pt idx="61">
                  <c:v>-0.52991926423</c:v>
                </c:pt>
                <c:pt idx="62">
                  <c:v>-0.55919290347</c:v>
                </c:pt>
                <c:pt idx="63">
                  <c:v>-0.58778525229</c:v>
                </c:pt>
                <c:pt idx="64">
                  <c:v>-0.61566147533</c:v>
                </c:pt>
                <c:pt idx="65">
                  <c:v>-0.64278760969</c:v>
                </c:pt>
                <c:pt idx="66">
                  <c:v>-0.66913060636</c:v>
                </c:pt>
                <c:pt idx="67">
                  <c:v>-0.69465837046</c:v>
                </c:pt>
                <c:pt idx="68">
                  <c:v>-0.71933980034</c:v>
                </c:pt>
                <c:pt idx="69">
                  <c:v>-0.74314482548</c:v>
                </c:pt>
                <c:pt idx="70">
                  <c:v>-0.76604444312</c:v>
                </c:pt>
                <c:pt idx="71">
                  <c:v>-0.78801075361</c:v>
                </c:pt>
                <c:pt idx="72">
                  <c:v>-0.80901699437</c:v>
                </c:pt>
                <c:pt idx="73">
                  <c:v>-0.82903757256</c:v>
                </c:pt>
                <c:pt idx="74">
                  <c:v>-0.84804809616</c:v>
                </c:pt>
                <c:pt idx="75">
                  <c:v>-0.86602540378</c:v>
                </c:pt>
                <c:pt idx="76">
                  <c:v>-0.88294759286</c:v>
                </c:pt>
                <c:pt idx="77">
                  <c:v>-0.8987940463</c:v>
                </c:pt>
                <c:pt idx="78">
                  <c:v>-0.91354545764</c:v>
                </c:pt>
                <c:pt idx="79">
                  <c:v>-0.92718385457</c:v>
                </c:pt>
                <c:pt idx="80">
                  <c:v>-0.93969262079</c:v>
                </c:pt>
                <c:pt idx="81">
                  <c:v>-0.9510565163</c:v>
                </c:pt>
                <c:pt idx="82">
                  <c:v>-0.96126169594</c:v>
                </c:pt>
                <c:pt idx="83">
                  <c:v>-0.97029572628</c:v>
                </c:pt>
                <c:pt idx="84">
                  <c:v>-0.97814760073</c:v>
                </c:pt>
                <c:pt idx="85">
                  <c:v>-0.98480775301</c:v>
                </c:pt>
                <c:pt idx="86">
                  <c:v>-0.99026806874</c:v>
                </c:pt>
                <c:pt idx="87">
                  <c:v>-0.99452189537</c:v>
                </c:pt>
                <c:pt idx="88">
                  <c:v>-0.99756405026</c:v>
                </c:pt>
                <c:pt idx="89">
                  <c:v>-0.99939082702</c:v>
                </c:pt>
                <c:pt idx="90">
                  <c:v>-1</c:v>
                </c:pt>
                <c:pt idx="91">
                  <c:v>-0.99939082702</c:v>
                </c:pt>
                <c:pt idx="92">
                  <c:v>-0.99756405026</c:v>
                </c:pt>
                <c:pt idx="93">
                  <c:v>-0.99452189537</c:v>
                </c:pt>
                <c:pt idx="94">
                  <c:v>-0.99026806874</c:v>
                </c:pt>
                <c:pt idx="95">
                  <c:v>-0.98480775301</c:v>
                </c:pt>
                <c:pt idx="96">
                  <c:v>-0.97814760073</c:v>
                </c:pt>
                <c:pt idx="97">
                  <c:v>-0.97029572628</c:v>
                </c:pt>
                <c:pt idx="98">
                  <c:v>-0.96126169594</c:v>
                </c:pt>
                <c:pt idx="99">
                  <c:v>-0.9510565163</c:v>
                </c:pt>
                <c:pt idx="100">
                  <c:v>-0.93969262079</c:v>
                </c:pt>
                <c:pt idx="101">
                  <c:v>-0.92718385457</c:v>
                </c:pt>
                <c:pt idx="102">
                  <c:v>-0.91354545764</c:v>
                </c:pt>
                <c:pt idx="103">
                  <c:v>-0.8987940463</c:v>
                </c:pt>
                <c:pt idx="104">
                  <c:v>-0.88294759286</c:v>
                </c:pt>
                <c:pt idx="105">
                  <c:v>-0.86602540378</c:v>
                </c:pt>
                <c:pt idx="106">
                  <c:v>-0.84804809616</c:v>
                </c:pt>
                <c:pt idx="107">
                  <c:v>-0.82903757256</c:v>
                </c:pt>
                <c:pt idx="108">
                  <c:v>-0.80901699437</c:v>
                </c:pt>
                <c:pt idx="109">
                  <c:v>-0.78801075361</c:v>
                </c:pt>
                <c:pt idx="110">
                  <c:v>-0.76604444312</c:v>
                </c:pt>
                <c:pt idx="111">
                  <c:v>-0.74314482548</c:v>
                </c:pt>
                <c:pt idx="112">
                  <c:v>-0.71933980034</c:v>
                </c:pt>
                <c:pt idx="113">
                  <c:v>-0.69465837046</c:v>
                </c:pt>
                <c:pt idx="114">
                  <c:v>-0.66913060636</c:v>
                </c:pt>
                <c:pt idx="115">
                  <c:v>-0.64278760969</c:v>
                </c:pt>
                <c:pt idx="116">
                  <c:v>-0.61566147533</c:v>
                </c:pt>
                <c:pt idx="117">
                  <c:v>-0.58778525229</c:v>
                </c:pt>
                <c:pt idx="118">
                  <c:v>-0.55919290347</c:v>
                </c:pt>
                <c:pt idx="119">
                  <c:v>-0.52991926423</c:v>
                </c:pt>
                <c:pt idx="120">
                  <c:v>-0.5</c:v>
                </c:pt>
                <c:pt idx="121">
                  <c:v>-0.46947156279</c:v>
                </c:pt>
                <c:pt idx="122">
                  <c:v>-0.43837114679</c:v>
                </c:pt>
                <c:pt idx="123">
                  <c:v>-0.40673664308</c:v>
                </c:pt>
                <c:pt idx="124">
                  <c:v>-0.37460659342</c:v>
                </c:pt>
                <c:pt idx="125">
                  <c:v>-0.34202014333</c:v>
                </c:pt>
                <c:pt idx="126">
                  <c:v>-0.30901699437</c:v>
                </c:pt>
                <c:pt idx="127">
                  <c:v>-0.27563735582</c:v>
                </c:pt>
                <c:pt idx="128">
                  <c:v>-0.2419218956</c:v>
                </c:pt>
                <c:pt idx="129">
                  <c:v>-0.20791169082</c:v>
                </c:pt>
                <c:pt idx="130">
                  <c:v>-0.17364817767</c:v>
                </c:pt>
                <c:pt idx="131">
                  <c:v>-0.13917310096</c:v>
                </c:pt>
                <c:pt idx="132">
                  <c:v>-0.10452846327</c:v>
                </c:pt>
                <c:pt idx="133">
                  <c:v>-0.069756473744</c:v>
                </c:pt>
                <c:pt idx="134">
                  <c:v>-0.034899496703</c:v>
                </c:pt>
                <c:pt idx="135">
                  <c:v>0</c:v>
                </c:pt>
                <c:pt idx="136">
                  <c:v>0.034899496703</c:v>
                </c:pt>
                <c:pt idx="137">
                  <c:v>0.069756473744</c:v>
                </c:pt>
                <c:pt idx="138">
                  <c:v>0.10452846327</c:v>
                </c:pt>
                <c:pt idx="139">
                  <c:v>0.13917310096</c:v>
                </c:pt>
                <c:pt idx="140">
                  <c:v>0.17364817767</c:v>
                </c:pt>
                <c:pt idx="141">
                  <c:v>0.20791169082</c:v>
                </c:pt>
                <c:pt idx="142">
                  <c:v>0.2419218956</c:v>
                </c:pt>
                <c:pt idx="143">
                  <c:v>0.27563735582</c:v>
                </c:pt>
                <c:pt idx="144">
                  <c:v>0.30901699437</c:v>
                </c:pt>
                <c:pt idx="145">
                  <c:v>0.34202014333</c:v>
                </c:pt>
                <c:pt idx="146">
                  <c:v>0.37460659342</c:v>
                </c:pt>
                <c:pt idx="147">
                  <c:v>0.40673664308</c:v>
                </c:pt>
                <c:pt idx="148">
                  <c:v>0.43837114679</c:v>
                </c:pt>
                <c:pt idx="149">
                  <c:v>0.46947156279</c:v>
                </c:pt>
                <c:pt idx="150">
                  <c:v>0.5</c:v>
                </c:pt>
                <c:pt idx="151">
                  <c:v>0.52991926423</c:v>
                </c:pt>
                <c:pt idx="152">
                  <c:v>0.55919290347</c:v>
                </c:pt>
                <c:pt idx="153">
                  <c:v>0.58778525229</c:v>
                </c:pt>
                <c:pt idx="154">
                  <c:v>0.61566147533</c:v>
                </c:pt>
                <c:pt idx="155">
                  <c:v>0.64278760969</c:v>
                </c:pt>
                <c:pt idx="156">
                  <c:v>0.66913060636</c:v>
                </c:pt>
                <c:pt idx="157">
                  <c:v>0.69465837046</c:v>
                </c:pt>
                <c:pt idx="158">
                  <c:v>0.71933980034</c:v>
                </c:pt>
                <c:pt idx="159">
                  <c:v>0.74314482548</c:v>
                </c:pt>
                <c:pt idx="160">
                  <c:v>0.76604444312</c:v>
                </c:pt>
                <c:pt idx="161">
                  <c:v>0.78801075361</c:v>
                </c:pt>
                <c:pt idx="162">
                  <c:v>0.80901699437</c:v>
                </c:pt>
                <c:pt idx="163">
                  <c:v>0.82903757256</c:v>
                </c:pt>
                <c:pt idx="164">
                  <c:v>0.84804809616</c:v>
                </c:pt>
                <c:pt idx="165">
                  <c:v>0.86602540378</c:v>
                </c:pt>
                <c:pt idx="166">
                  <c:v>0.88294759286</c:v>
                </c:pt>
                <c:pt idx="167">
                  <c:v>0.8987940463</c:v>
                </c:pt>
                <c:pt idx="168">
                  <c:v>0.91354545764</c:v>
                </c:pt>
                <c:pt idx="169">
                  <c:v>0.92718385457</c:v>
                </c:pt>
                <c:pt idx="170">
                  <c:v>0.93969262079</c:v>
                </c:pt>
                <c:pt idx="171">
                  <c:v>0.9510565163</c:v>
                </c:pt>
                <c:pt idx="172">
                  <c:v>0.96126169594</c:v>
                </c:pt>
                <c:pt idx="173">
                  <c:v>0.97029572628</c:v>
                </c:pt>
                <c:pt idx="174">
                  <c:v>0.97814760073</c:v>
                </c:pt>
                <c:pt idx="175">
                  <c:v>0.98480775301</c:v>
                </c:pt>
                <c:pt idx="176">
                  <c:v>0.99026806874</c:v>
                </c:pt>
                <c:pt idx="177">
                  <c:v>0.99452189537</c:v>
                </c:pt>
                <c:pt idx="178">
                  <c:v>0.99756405026</c:v>
                </c:pt>
                <c:pt idx="179">
                  <c:v>0.99939082702</c:v>
                </c:pt>
                <c:pt idx="180">
                  <c:v>1</c:v>
                </c:pt>
              </c:numCache>
            </c:numRef>
          </c:xVal>
          <c:yVal>
            <c:numRef>
              <c:f>'Chart Data'!$F$2:$F$182</c:f>
              <c:numCache>
                <c:formatCode>0.0</c:formatCode>
                <c:ptCount val="181"/>
                <c:pt idx="0">
                  <c:v>0</c:v>
                </c:pt>
                <c:pt idx="1">
                  <c:v>0.034899496703</c:v>
                </c:pt>
                <c:pt idx="2">
                  <c:v>0.069756473744</c:v>
                </c:pt>
                <c:pt idx="3">
                  <c:v>0.10452846327</c:v>
                </c:pt>
                <c:pt idx="4">
                  <c:v>0.13917310096</c:v>
                </c:pt>
                <c:pt idx="5">
                  <c:v>0.17364817767</c:v>
                </c:pt>
                <c:pt idx="6">
                  <c:v>0.20791169082</c:v>
                </c:pt>
                <c:pt idx="7">
                  <c:v>0.2419218956</c:v>
                </c:pt>
                <c:pt idx="8">
                  <c:v>0.27563735582</c:v>
                </c:pt>
                <c:pt idx="9">
                  <c:v>0.30901699437</c:v>
                </c:pt>
                <c:pt idx="10">
                  <c:v>0.34202014333</c:v>
                </c:pt>
                <c:pt idx="11">
                  <c:v>0.37460659342</c:v>
                </c:pt>
                <c:pt idx="12">
                  <c:v>0.40673664308</c:v>
                </c:pt>
                <c:pt idx="13">
                  <c:v>0.43837114679</c:v>
                </c:pt>
                <c:pt idx="14">
                  <c:v>0.46947156279</c:v>
                </c:pt>
                <c:pt idx="15">
                  <c:v>0.5</c:v>
                </c:pt>
                <c:pt idx="16">
                  <c:v>0.52991926423</c:v>
                </c:pt>
                <c:pt idx="17">
                  <c:v>0.55919290347</c:v>
                </c:pt>
                <c:pt idx="18">
                  <c:v>0.58778525229</c:v>
                </c:pt>
                <c:pt idx="19">
                  <c:v>0.61566147533</c:v>
                </c:pt>
                <c:pt idx="20">
                  <c:v>0.64278760969</c:v>
                </c:pt>
                <c:pt idx="21">
                  <c:v>0.66913060636</c:v>
                </c:pt>
                <c:pt idx="22">
                  <c:v>0.69465837046</c:v>
                </c:pt>
                <c:pt idx="23">
                  <c:v>0.71933980034</c:v>
                </c:pt>
                <c:pt idx="24">
                  <c:v>0.74314482548</c:v>
                </c:pt>
                <c:pt idx="25">
                  <c:v>0.76604444312</c:v>
                </c:pt>
                <c:pt idx="26">
                  <c:v>0.78801075361</c:v>
                </c:pt>
                <c:pt idx="27">
                  <c:v>0.80901699437</c:v>
                </c:pt>
                <c:pt idx="28">
                  <c:v>0.82903757256</c:v>
                </c:pt>
                <c:pt idx="29">
                  <c:v>0.84804809616</c:v>
                </c:pt>
                <c:pt idx="30">
                  <c:v>0.86602540378</c:v>
                </c:pt>
                <c:pt idx="31">
                  <c:v>0.88294759286</c:v>
                </c:pt>
                <c:pt idx="32">
                  <c:v>0.8987940463</c:v>
                </c:pt>
                <c:pt idx="33">
                  <c:v>0.91354545764</c:v>
                </c:pt>
                <c:pt idx="34">
                  <c:v>0.92718385457</c:v>
                </c:pt>
                <c:pt idx="35">
                  <c:v>0.93969262079</c:v>
                </c:pt>
                <c:pt idx="36">
                  <c:v>0.9510565163</c:v>
                </c:pt>
                <c:pt idx="37">
                  <c:v>0.96126169594</c:v>
                </c:pt>
                <c:pt idx="38">
                  <c:v>0.97029572628</c:v>
                </c:pt>
                <c:pt idx="39">
                  <c:v>0.97814760073</c:v>
                </c:pt>
                <c:pt idx="40">
                  <c:v>0.98480775301</c:v>
                </c:pt>
                <c:pt idx="41">
                  <c:v>0.99026806874</c:v>
                </c:pt>
                <c:pt idx="42">
                  <c:v>0.99452189537</c:v>
                </c:pt>
                <c:pt idx="43">
                  <c:v>0.99756405026</c:v>
                </c:pt>
                <c:pt idx="44">
                  <c:v>0.99939082702</c:v>
                </c:pt>
                <c:pt idx="45">
                  <c:v>1</c:v>
                </c:pt>
                <c:pt idx="46">
                  <c:v>0.99939082702</c:v>
                </c:pt>
                <c:pt idx="47">
                  <c:v>0.99756405026</c:v>
                </c:pt>
                <c:pt idx="48">
                  <c:v>0.99452189537</c:v>
                </c:pt>
                <c:pt idx="49">
                  <c:v>0.99026806874</c:v>
                </c:pt>
                <c:pt idx="50">
                  <c:v>0.98480775301</c:v>
                </c:pt>
                <c:pt idx="51">
                  <c:v>0.97814760073</c:v>
                </c:pt>
                <c:pt idx="52">
                  <c:v>0.97029572628</c:v>
                </c:pt>
                <c:pt idx="53">
                  <c:v>0.96126169594</c:v>
                </c:pt>
                <c:pt idx="54">
                  <c:v>0.9510565163</c:v>
                </c:pt>
                <c:pt idx="55">
                  <c:v>0.93969262079</c:v>
                </c:pt>
                <c:pt idx="56">
                  <c:v>0.92718385457</c:v>
                </c:pt>
                <c:pt idx="57">
                  <c:v>0.91354545764</c:v>
                </c:pt>
                <c:pt idx="58">
                  <c:v>0.8987940463</c:v>
                </c:pt>
                <c:pt idx="59">
                  <c:v>0.88294759286</c:v>
                </c:pt>
                <c:pt idx="60">
                  <c:v>0.86602540378</c:v>
                </c:pt>
                <c:pt idx="61">
                  <c:v>0.84804809616</c:v>
                </c:pt>
                <c:pt idx="62">
                  <c:v>0.82903757256</c:v>
                </c:pt>
                <c:pt idx="63">
                  <c:v>0.80901699437</c:v>
                </c:pt>
                <c:pt idx="64">
                  <c:v>0.78801075361</c:v>
                </c:pt>
                <c:pt idx="65">
                  <c:v>0.76604444312</c:v>
                </c:pt>
                <c:pt idx="66">
                  <c:v>0.74314482548</c:v>
                </c:pt>
                <c:pt idx="67">
                  <c:v>0.71933980034</c:v>
                </c:pt>
                <c:pt idx="68">
                  <c:v>0.69465837046</c:v>
                </c:pt>
                <c:pt idx="69">
                  <c:v>0.66913060636</c:v>
                </c:pt>
                <c:pt idx="70">
                  <c:v>0.64278760969</c:v>
                </c:pt>
                <c:pt idx="71">
                  <c:v>0.61566147533</c:v>
                </c:pt>
                <c:pt idx="72">
                  <c:v>0.58778525229</c:v>
                </c:pt>
                <c:pt idx="73">
                  <c:v>0.55919290347</c:v>
                </c:pt>
                <c:pt idx="74">
                  <c:v>0.52991926423</c:v>
                </c:pt>
                <c:pt idx="75">
                  <c:v>0.5</c:v>
                </c:pt>
                <c:pt idx="76">
                  <c:v>0.46947156279</c:v>
                </c:pt>
                <c:pt idx="77">
                  <c:v>0.43837114679</c:v>
                </c:pt>
                <c:pt idx="78">
                  <c:v>0.40673664308</c:v>
                </c:pt>
                <c:pt idx="79">
                  <c:v>0.37460659342</c:v>
                </c:pt>
                <c:pt idx="80">
                  <c:v>0.34202014333</c:v>
                </c:pt>
                <c:pt idx="81">
                  <c:v>0.30901699437</c:v>
                </c:pt>
                <c:pt idx="82">
                  <c:v>0.27563735582</c:v>
                </c:pt>
                <c:pt idx="83">
                  <c:v>0.2419218956</c:v>
                </c:pt>
                <c:pt idx="84">
                  <c:v>0.20791169082</c:v>
                </c:pt>
                <c:pt idx="85">
                  <c:v>0.17364817767</c:v>
                </c:pt>
                <c:pt idx="86">
                  <c:v>0.13917310096</c:v>
                </c:pt>
                <c:pt idx="87">
                  <c:v>0.10452846327</c:v>
                </c:pt>
                <c:pt idx="88">
                  <c:v>0.069756473744</c:v>
                </c:pt>
                <c:pt idx="89">
                  <c:v>0.034899496703</c:v>
                </c:pt>
                <c:pt idx="90">
                  <c:v>0</c:v>
                </c:pt>
                <c:pt idx="91">
                  <c:v>-0.034899496703</c:v>
                </c:pt>
                <c:pt idx="92">
                  <c:v>-0.069756473744</c:v>
                </c:pt>
                <c:pt idx="93">
                  <c:v>-0.10452846327</c:v>
                </c:pt>
                <c:pt idx="94">
                  <c:v>-0.13917310096</c:v>
                </c:pt>
                <c:pt idx="95">
                  <c:v>-0.17364817767</c:v>
                </c:pt>
                <c:pt idx="96">
                  <c:v>-0.20791169082</c:v>
                </c:pt>
                <c:pt idx="97">
                  <c:v>-0.2419218956</c:v>
                </c:pt>
                <c:pt idx="98">
                  <c:v>-0.27563735582</c:v>
                </c:pt>
                <c:pt idx="99">
                  <c:v>-0.30901699437</c:v>
                </c:pt>
                <c:pt idx="100">
                  <c:v>-0.34202014333</c:v>
                </c:pt>
                <c:pt idx="101">
                  <c:v>-0.37460659342</c:v>
                </c:pt>
                <c:pt idx="102">
                  <c:v>-0.40673664308</c:v>
                </c:pt>
                <c:pt idx="103">
                  <c:v>-0.43837114679</c:v>
                </c:pt>
                <c:pt idx="104">
                  <c:v>-0.46947156279</c:v>
                </c:pt>
                <c:pt idx="105">
                  <c:v>-0.5</c:v>
                </c:pt>
                <c:pt idx="106">
                  <c:v>-0.52991926423</c:v>
                </c:pt>
                <c:pt idx="107">
                  <c:v>-0.55919290347</c:v>
                </c:pt>
                <c:pt idx="108">
                  <c:v>-0.58778525229</c:v>
                </c:pt>
                <c:pt idx="109">
                  <c:v>-0.61566147533</c:v>
                </c:pt>
                <c:pt idx="110">
                  <c:v>-0.64278760969</c:v>
                </c:pt>
                <c:pt idx="111">
                  <c:v>-0.66913060636</c:v>
                </c:pt>
                <c:pt idx="112">
                  <c:v>-0.69465837046</c:v>
                </c:pt>
                <c:pt idx="113">
                  <c:v>-0.71933980034</c:v>
                </c:pt>
                <c:pt idx="114">
                  <c:v>-0.74314482548</c:v>
                </c:pt>
                <c:pt idx="115">
                  <c:v>-0.76604444312</c:v>
                </c:pt>
                <c:pt idx="116">
                  <c:v>-0.78801075361</c:v>
                </c:pt>
                <c:pt idx="117">
                  <c:v>-0.80901699437</c:v>
                </c:pt>
                <c:pt idx="118">
                  <c:v>-0.82903757256</c:v>
                </c:pt>
                <c:pt idx="119">
                  <c:v>-0.84804809616</c:v>
                </c:pt>
                <c:pt idx="120">
                  <c:v>-0.86602540378</c:v>
                </c:pt>
                <c:pt idx="121">
                  <c:v>-0.88294759286</c:v>
                </c:pt>
                <c:pt idx="122">
                  <c:v>-0.8987940463</c:v>
                </c:pt>
                <c:pt idx="123">
                  <c:v>-0.91354545764</c:v>
                </c:pt>
                <c:pt idx="124">
                  <c:v>-0.92718385457</c:v>
                </c:pt>
                <c:pt idx="125">
                  <c:v>-0.93969262079</c:v>
                </c:pt>
                <c:pt idx="126">
                  <c:v>-0.9510565163</c:v>
                </c:pt>
                <c:pt idx="127">
                  <c:v>-0.96126169594</c:v>
                </c:pt>
                <c:pt idx="128">
                  <c:v>-0.97029572628</c:v>
                </c:pt>
                <c:pt idx="129">
                  <c:v>-0.97814760073</c:v>
                </c:pt>
                <c:pt idx="130">
                  <c:v>-0.98480775301</c:v>
                </c:pt>
                <c:pt idx="131">
                  <c:v>-0.99026806874</c:v>
                </c:pt>
                <c:pt idx="132">
                  <c:v>-0.99452189537</c:v>
                </c:pt>
                <c:pt idx="133">
                  <c:v>-0.99756405026</c:v>
                </c:pt>
                <c:pt idx="134">
                  <c:v>-0.99939082702</c:v>
                </c:pt>
                <c:pt idx="135">
                  <c:v>-1</c:v>
                </c:pt>
                <c:pt idx="136">
                  <c:v>-0.99939082702</c:v>
                </c:pt>
                <c:pt idx="137">
                  <c:v>-0.99756405026</c:v>
                </c:pt>
                <c:pt idx="138">
                  <c:v>-0.99452189537</c:v>
                </c:pt>
                <c:pt idx="139">
                  <c:v>-0.99026806874</c:v>
                </c:pt>
                <c:pt idx="140">
                  <c:v>-0.98480775301</c:v>
                </c:pt>
                <c:pt idx="141">
                  <c:v>-0.97814760073</c:v>
                </c:pt>
                <c:pt idx="142">
                  <c:v>-0.97029572628</c:v>
                </c:pt>
                <c:pt idx="143">
                  <c:v>-0.96126169594</c:v>
                </c:pt>
                <c:pt idx="144">
                  <c:v>-0.9510565163</c:v>
                </c:pt>
                <c:pt idx="145">
                  <c:v>-0.93969262079</c:v>
                </c:pt>
                <c:pt idx="146">
                  <c:v>-0.92718385457</c:v>
                </c:pt>
                <c:pt idx="147">
                  <c:v>-0.91354545764</c:v>
                </c:pt>
                <c:pt idx="148">
                  <c:v>-0.8987940463</c:v>
                </c:pt>
                <c:pt idx="149">
                  <c:v>-0.88294759286</c:v>
                </c:pt>
                <c:pt idx="150">
                  <c:v>-0.86602540378</c:v>
                </c:pt>
                <c:pt idx="151">
                  <c:v>-0.84804809616</c:v>
                </c:pt>
                <c:pt idx="152">
                  <c:v>-0.82903757256</c:v>
                </c:pt>
                <c:pt idx="153">
                  <c:v>-0.80901699437</c:v>
                </c:pt>
                <c:pt idx="154">
                  <c:v>-0.78801075361</c:v>
                </c:pt>
                <c:pt idx="155">
                  <c:v>-0.76604444312</c:v>
                </c:pt>
                <c:pt idx="156">
                  <c:v>-0.74314482548</c:v>
                </c:pt>
                <c:pt idx="157">
                  <c:v>-0.71933980034</c:v>
                </c:pt>
                <c:pt idx="158">
                  <c:v>-0.69465837046</c:v>
                </c:pt>
                <c:pt idx="159">
                  <c:v>-0.66913060636</c:v>
                </c:pt>
                <c:pt idx="160">
                  <c:v>-0.64278760969</c:v>
                </c:pt>
                <c:pt idx="161">
                  <c:v>-0.61566147533</c:v>
                </c:pt>
                <c:pt idx="162">
                  <c:v>-0.58778525229</c:v>
                </c:pt>
                <c:pt idx="163">
                  <c:v>-0.55919290347</c:v>
                </c:pt>
                <c:pt idx="164">
                  <c:v>-0.52991926423</c:v>
                </c:pt>
                <c:pt idx="165">
                  <c:v>-0.5</c:v>
                </c:pt>
                <c:pt idx="166">
                  <c:v>-0.46947156279</c:v>
                </c:pt>
                <c:pt idx="167">
                  <c:v>-0.43837114679</c:v>
                </c:pt>
                <c:pt idx="168">
                  <c:v>-0.40673664308</c:v>
                </c:pt>
                <c:pt idx="169">
                  <c:v>-0.37460659342</c:v>
                </c:pt>
                <c:pt idx="170">
                  <c:v>-0.34202014333</c:v>
                </c:pt>
                <c:pt idx="171">
                  <c:v>-0.30901699437</c:v>
                </c:pt>
                <c:pt idx="172">
                  <c:v>-0.27563735582</c:v>
                </c:pt>
                <c:pt idx="173">
                  <c:v>-0.2419218956</c:v>
                </c:pt>
                <c:pt idx="174">
                  <c:v>-0.20791169082</c:v>
                </c:pt>
                <c:pt idx="175">
                  <c:v>-0.17364817767</c:v>
                </c:pt>
                <c:pt idx="176">
                  <c:v>-0.13917310096</c:v>
                </c:pt>
                <c:pt idx="177">
                  <c:v>-0.10452846327</c:v>
                </c:pt>
                <c:pt idx="178">
                  <c:v>-0.069756473744</c:v>
                </c:pt>
                <c:pt idx="179">
                  <c:v>-0.034899496703</c:v>
                </c:pt>
                <c:pt idx="180">
                  <c:v>0</c:v>
                </c:pt>
              </c:numCache>
            </c:numRef>
          </c:yVal>
        </c:ser>
        <c:ser>
          <c:idx val="3"/>
          <c:order val="3"/>
          <c:tx>
            <c:v>模型軌跡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1.36</c:v>
                </c:pt>
                <c:pt idx="1">
                  <c:v>1.3592811759</c:v>
                </c:pt>
                <c:pt idx="2">
                  <c:v>1.3571255793</c:v>
                </c:pt>
                <c:pt idx="3">
                  <c:v>1.3535358365</c:v>
                </c:pt>
                <c:pt idx="4">
                  <c:v>1.3485163211</c:v>
                </c:pt>
                <c:pt idx="5">
                  <c:v>1.3420731486</c:v>
                </c:pt>
                <c:pt idx="6">
                  <c:v>1.3342141689</c:v>
                </c:pt>
                <c:pt idx="7">
                  <c:v>1.324948957</c:v>
                </c:pt>
                <c:pt idx="8">
                  <c:v>1.3142888012</c:v>
                </c:pt>
                <c:pt idx="9">
                  <c:v>1.3022466892</c:v>
                </c:pt>
                <c:pt idx="10">
                  <c:v>1.2888372925</c:v>
                </c:pt>
                <c:pt idx="11">
                  <c:v>1.2740769484</c:v>
                </c:pt>
                <c:pt idx="12">
                  <c:v>1.25798364</c:v>
                </c:pt>
                <c:pt idx="13">
                  <c:v>1.2405769746</c:v>
                </c:pt>
                <c:pt idx="14">
                  <c:v>1.2218781596</c:v>
                </c:pt>
                <c:pt idx="15">
                  <c:v>1.2019099765</c:v>
                </c:pt>
                <c:pt idx="16">
                  <c:v>1.1806967535</c:v>
                </c:pt>
                <c:pt idx="17">
                  <c:v>1.1582643356</c:v>
                </c:pt>
                <c:pt idx="18">
                  <c:v>1.1346400534</c:v>
                </c:pt>
                <c:pt idx="19">
                  <c:v>1.1098526893</c:v>
                </c:pt>
                <c:pt idx="20">
                  <c:v>1.0839324429</c:v>
                </c:pt>
                <c:pt idx="21">
                  <c:v>1.0569108941</c:v>
                </c:pt>
                <c:pt idx="22">
                  <c:v>1.0288209644</c:v>
                </c:pt>
                <c:pt idx="23">
                  <c:v>0.99969687714</c:v>
                </c:pt>
                <c:pt idx="24">
                  <c:v>0.9695741155</c:v>
                </c:pt>
                <c:pt idx="25">
                  <c:v>0.93848937943</c:v>
                </c:pt>
                <c:pt idx="26">
                  <c:v>0.90648054088</c:v>
                </c:pt>
                <c:pt idx="27">
                  <c:v>0.87358659771</c:v>
                </c:pt>
                <c:pt idx="28">
                  <c:v>0.8398476261</c:v>
                </c:pt>
                <c:pt idx="29">
                  <c:v>0.8053047318</c:v>
                </c:pt>
                <c:pt idx="30">
                  <c:v>0.77</c:v>
                </c:pt>
                <c:pt idx="31">
                  <c:v>0.73397644409</c:v>
                </c:pt>
                <c:pt idx="32">
                  <c:v>0.69727795321</c:v>
                </c:pt>
                <c:pt idx="33">
                  <c:v>0.65994923883</c:v>
                </c:pt>
                <c:pt idx="34">
                  <c:v>0.62203578023</c:v>
                </c:pt>
                <c:pt idx="35">
                  <c:v>0.58358376912</c:v>
                </c:pt>
                <c:pt idx="36">
                  <c:v>0.54464005336</c:v>
                </c:pt>
                <c:pt idx="37">
                  <c:v>0.50525207986</c:v>
                </c:pt>
                <c:pt idx="38">
                  <c:v>0.46546783681</c:v>
                </c:pt>
                <c:pt idx="39">
                  <c:v>0.42533579516</c:v>
                </c:pt>
                <c:pt idx="40">
                  <c:v>0.38490484965</c:v>
                </c:pt>
                <c:pt idx="41">
                  <c:v>0.34422425913</c:v>
                </c:pt>
                <c:pt idx="42">
                  <c:v>0.30334358666</c:v>
                </c:pt>
                <c:pt idx="43">
                  <c:v>0.26231263902</c:v>
                </c:pt>
                <c:pt idx="44">
                  <c:v>0.22118140611</c:v>
                </c:pt>
                <c:pt idx="45">
                  <c:v>0.18</c:v>
                </c:pt>
                <c:pt idx="46">
                  <c:v>0.13881859389</c:v>
                </c:pt>
                <c:pt idx="47">
                  <c:v>0.097687360982</c:v>
                </c:pt>
                <c:pt idx="48">
                  <c:v>0.056656413344</c:v>
                </c:pt>
                <c:pt idx="49">
                  <c:v>0.015775740867</c:v>
                </c:pt>
                <c:pt idx="50">
                  <c:v>-0.024904849647</c:v>
                </c:pt>
                <c:pt idx="51">
                  <c:v>-0.065335795165</c:v>
                </c:pt>
                <c:pt idx="52">
                  <c:v>-0.10546783681</c:v>
                </c:pt>
                <c:pt idx="53">
                  <c:v>-0.14525207986</c:v>
                </c:pt>
                <c:pt idx="54">
                  <c:v>-0.18464005336</c:v>
                </c:pt>
                <c:pt idx="55">
                  <c:v>-0.22358376912</c:v>
                </c:pt>
                <c:pt idx="56">
                  <c:v>-0.26203578023</c:v>
                </c:pt>
                <c:pt idx="57">
                  <c:v>-0.29994923883</c:v>
                </c:pt>
                <c:pt idx="58">
                  <c:v>-0.33727795321</c:v>
                </c:pt>
                <c:pt idx="59">
                  <c:v>-0.37397644409</c:v>
                </c:pt>
                <c:pt idx="60">
                  <c:v>-0.41</c:v>
                </c:pt>
                <c:pt idx="61">
                  <c:v>-0.4453047318</c:v>
                </c:pt>
                <c:pt idx="62">
                  <c:v>-0.4798476261</c:v>
                </c:pt>
                <c:pt idx="63">
                  <c:v>-0.51358659771</c:v>
                </c:pt>
                <c:pt idx="64">
                  <c:v>-0.54648054088</c:v>
                </c:pt>
                <c:pt idx="65">
                  <c:v>-0.57848937943</c:v>
                </c:pt>
                <c:pt idx="66">
                  <c:v>-0.6095741155</c:v>
                </c:pt>
                <c:pt idx="67">
                  <c:v>-0.63969687714</c:v>
                </c:pt>
                <c:pt idx="68">
                  <c:v>-0.6688209644</c:v>
                </c:pt>
                <c:pt idx="69">
                  <c:v>-0.69691089406</c:v>
                </c:pt>
                <c:pt idx="70">
                  <c:v>-0.72393244288</c:v>
                </c:pt>
                <c:pt idx="71">
                  <c:v>-0.74985268926</c:v>
                </c:pt>
                <c:pt idx="72">
                  <c:v>-0.77464005336</c:v>
                </c:pt>
                <c:pt idx="73">
                  <c:v>-0.79826433561</c:v>
                </c:pt>
                <c:pt idx="74">
                  <c:v>-0.82069675346</c:v>
                </c:pt>
                <c:pt idx="75">
                  <c:v>-0.84190997647</c:v>
                </c:pt>
                <c:pt idx="76">
                  <c:v>-0.86187815957</c:v>
                </c:pt>
                <c:pt idx="77">
                  <c:v>-0.88057697463</c:v>
                </c:pt>
                <c:pt idx="78">
                  <c:v>-0.89798364002</c:v>
                </c:pt>
                <c:pt idx="79">
                  <c:v>-0.91407694839</c:v>
                </c:pt>
                <c:pt idx="80">
                  <c:v>-0.92883729253</c:v>
                </c:pt>
                <c:pt idx="81">
                  <c:v>-0.94224668923</c:v>
                </c:pt>
                <c:pt idx="82">
                  <c:v>-0.95428880121</c:v>
                </c:pt>
                <c:pt idx="83">
                  <c:v>-0.96494895701</c:v>
                </c:pt>
                <c:pt idx="84">
                  <c:v>-0.97421416887</c:v>
                </c:pt>
                <c:pt idx="85">
                  <c:v>-0.98207314855</c:v>
                </c:pt>
                <c:pt idx="86">
                  <c:v>-0.98851632112</c:v>
                </c:pt>
                <c:pt idx="87">
                  <c:v>-0.99353583653</c:v>
                </c:pt>
                <c:pt idx="88">
                  <c:v>-0.99712557931</c:v>
                </c:pt>
                <c:pt idx="89">
                  <c:v>-0.99928117588</c:v>
                </c:pt>
                <c:pt idx="90">
                  <c:v>-1</c:v>
                </c:pt>
                <c:pt idx="91">
                  <c:v>-0.99928117588</c:v>
                </c:pt>
                <c:pt idx="92">
                  <c:v>-0.99712557931</c:v>
                </c:pt>
                <c:pt idx="93">
                  <c:v>-0.99353583653</c:v>
                </c:pt>
                <c:pt idx="94">
                  <c:v>-0.98851632112</c:v>
                </c:pt>
                <c:pt idx="95">
                  <c:v>-0.98207314855</c:v>
                </c:pt>
                <c:pt idx="96">
                  <c:v>-0.97421416887</c:v>
                </c:pt>
                <c:pt idx="97">
                  <c:v>-0.96494895701</c:v>
                </c:pt>
                <c:pt idx="98">
                  <c:v>-0.95428880121</c:v>
                </c:pt>
                <c:pt idx="99">
                  <c:v>-0.94224668923</c:v>
                </c:pt>
                <c:pt idx="100">
                  <c:v>-0.92883729253</c:v>
                </c:pt>
                <c:pt idx="101">
                  <c:v>-0.91407694839</c:v>
                </c:pt>
                <c:pt idx="102">
                  <c:v>-0.89798364002</c:v>
                </c:pt>
                <c:pt idx="103">
                  <c:v>-0.88057697463</c:v>
                </c:pt>
                <c:pt idx="104">
                  <c:v>-0.86187815957</c:v>
                </c:pt>
                <c:pt idx="105">
                  <c:v>-0.84190997647</c:v>
                </c:pt>
                <c:pt idx="106">
                  <c:v>-0.82069675346</c:v>
                </c:pt>
                <c:pt idx="107">
                  <c:v>-0.79826433561</c:v>
                </c:pt>
                <c:pt idx="108">
                  <c:v>-0.77464005336</c:v>
                </c:pt>
                <c:pt idx="109">
                  <c:v>-0.74985268926</c:v>
                </c:pt>
                <c:pt idx="110">
                  <c:v>-0.72393244288</c:v>
                </c:pt>
                <c:pt idx="111">
                  <c:v>-0.69691089406</c:v>
                </c:pt>
                <c:pt idx="112">
                  <c:v>-0.6688209644</c:v>
                </c:pt>
                <c:pt idx="113">
                  <c:v>-0.63969687714</c:v>
                </c:pt>
                <c:pt idx="114">
                  <c:v>-0.6095741155</c:v>
                </c:pt>
                <c:pt idx="115">
                  <c:v>-0.57848937943</c:v>
                </c:pt>
                <c:pt idx="116">
                  <c:v>-0.54648054088</c:v>
                </c:pt>
                <c:pt idx="117">
                  <c:v>-0.51358659771</c:v>
                </c:pt>
                <c:pt idx="118">
                  <c:v>-0.4798476261</c:v>
                </c:pt>
                <c:pt idx="119">
                  <c:v>-0.4453047318</c:v>
                </c:pt>
                <c:pt idx="120">
                  <c:v>-0.41</c:v>
                </c:pt>
                <c:pt idx="121">
                  <c:v>-0.37397644409</c:v>
                </c:pt>
                <c:pt idx="122">
                  <c:v>-0.33727795321</c:v>
                </c:pt>
                <c:pt idx="123">
                  <c:v>-0.29994923883</c:v>
                </c:pt>
                <c:pt idx="124">
                  <c:v>-0.26203578023</c:v>
                </c:pt>
                <c:pt idx="125">
                  <c:v>-0.22358376912</c:v>
                </c:pt>
                <c:pt idx="126">
                  <c:v>-0.18464005336</c:v>
                </c:pt>
                <c:pt idx="127">
                  <c:v>-0.14525207986</c:v>
                </c:pt>
                <c:pt idx="128">
                  <c:v>-0.10546783681</c:v>
                </c:pt>
                <c:pt idx="129">
                  <c:v>-0.065335795165</c:v>
                </c:pt>
                <c:pt idx="130">
                  <c:v>-0.024904849647</c:v>
                </c:pt>
                <c:pt idx="131">
                  <c:v>0.015775740867</c:v>
                </c:pt>
                <c:pt idx="132">
                  <c:v>0.056656413344</c:v>
                </c:pt>
                <c:pt idx="133">
                  <c:v>0.097687360982</c:v>
                </c:pt>
                <c:pt idx="134">
                  <c:v>0.13881859389</c:v>
                </c:pt>
                <c:pt idx="135">
                  <c:v>0.18</c:v>
                </c:pt>
                <c:pt idx="136">
                  <c:v>0.22118140611</c:v>
                </c:pt>
                <c:pt idx="137">
                  <c:v>0.26231263902</c:v>
                </c:pt>
                <c:pt idx="138">
                  <c:v>0.30334358666</c:v>
                </c:pt>
                <c:pt idx="139">
                  <c:v>0.34422425913</c:v>
                </c:pt>
                <c:pt idx="140">
                  <c:v>0.38490484965</c:v>
                </c:pt>
                <c:pt idx="141">
                  <c:v>0.42533579516</c:v>
                </c:pt>
                <c:pt idx="142">
                  <c:v>0.46546783681</c:v>
                </c:pt>
                <c:pt idx="143">
                  <c:v>0.50525207986</c:v>
                </c:pt>
                <c:pt idx="144">
                  <c:v>0.54464005336</c:v>
                </c:pt>
                <c:pt idx="145">
                  <c:v>0.58358376912</c:v>
                </c:pt>
                <c:pt idx="146">
                  <c:v>0.62203578023</c:v>
                </c:pt>
                <c:pt idx="147">
                  <c:v>0.65994923883</c:v>
                </c:pt>
                <c:pt idx="148">
                  <c:v>0.69727795321</c:v>
                </c:pt>
                <c:pt idx="149">
                  <c:v>0.73397644409</c:v>
                </c:pt>
                <c:pt idx="150">
                  <c:v>0.77</c:v>
                </c:pt>
                <c:pt idx="151">
                  <c:v>0.8053047318</c:v>
                </c:pt>
                <c:pt idx="152">
                  <c:v>0.8398476261</c:v>
                </c:pt>
                <c:pt idx="153">
                  <c:v>0.87358659771</c:v>
                </c:pt>
                <c:pt idx="154">
                  <c:v>0.90648054088</c:v>
                </c:pt>
                <c:pt idx="155">
                  <c:v>0.93848937943</c:v>
                </c:pt>
                <c:pt idx="156">
                  <c:v>0.9695741155</c:v>
                </c:pt>
                <c:pt idx="157">
                  <c:v>0.99969687714</c:v>
                </c:pt>
                <c:pt idx="158">
                  <c:v>1.0288209644</c:v>
                </c:pt>
                <c:pt idx="159">
                  <c:v>1.0569108941</c:v>
                </c:pt>
                <c:pt idx="160">
                  <c:v>1.0839324429</c:v>
                </c:pt>
                <c:pt idx="161">
                  <c:v>1.1098526893</c:v>
                </c:pt>
                <c:pt idx="162">
                  <c:v>1.1346400534</c:v>
                </c:pt>
                <c:pt idx="163">
                  <c:v>1.1582643356</c:v>
                </c:pt>
                <c:pt idx="164">
                  <c:v>1.1806967535</c:v>
                </c:pt>
                <c:pt idx="165">
                  <c:v>1.2019099765</c:v>
                </c:pt>
                <c:pt idx="166">
                  <c:v>1.2218781596</c:v>
                </c:pt>
                <c:pt idx="167">
                  <c:v>1.2405769746</c:v>
                </c:pt>
                <c:pt idx="168">
                  <c:v>1.25798364</c:v>
                </c:pt>
                <c:pt idx="169">
                  <c:v>1.2740769484</c:v>
                </c:pt>
                <c:pt idx="170">
                  <c:v>1.2888372925</c:v>
                </c:pt>
                <c:pt idx="171">
                  <c:v>1.3022466892</c:v>
                </c:pt>
                <c:pt idx="172">
                  <c:v>1.3142888012</c:v>
                </c:pt>
                <c:pt idx="173">
                  <c:v>1.324948957</c:v>
                </c:pt>
                <c:pt idx="174">
                  <c:v>1.3342141689</c:v>
                </c:pt>
                <c:pt idx="175">
                  <c:v>1.3420731486</c:v>
                </c:pt>
                <c:pt idx="176">
                  <c:v>1.3485163211</c:v>
                </c:pt>
                <c:pt idx="177">
                  <c:v>1.3535358365</c:v>
                </c:pt>
                <c:pt idx="178">
                  <c:v>1.3571255793</c:v>
                </c:pt>
                <c:pt idx="179">
                  <c:v>1.3592811759</c:v>
                </c:pt>
                <c:pt idx="180">
                  <c:v>1.36</c:v>
                </c:pt>
              </c:numCache>
            </c:numRef>
          </c:xVal>
          <c:yVal>
            <c:numRef>
              <c:f>'Chart Data'!$H$2:$H$182</c:f>
              <c:numCache>
                <c:formatCode>0.0</c:formatCode>
                <c:ptCount val="181"/>
                <c:pt idx="0">
                  <c:v>0.050487586471</c:v>
                </c:pt>
                <c:pt idx="1">
                  <c:v>0.078375954392</c:v>
                </c:pt>
                <c:pt idx="2">
                  <c:v>0.10602263177</c:v>
                </c:pt>
                <c:pt idx="3">
                  <c:v>0.13339393539</c:v>
                </c:pt>
                <c:pt idx="4">
                  <c:v>0.16045651753</c:v>
                </c:pt>
                <c:pt idx="5">
                  <c:v>0.1871774066</c:v>
                </c:pt>
                <c:pt idx="6">
                  <c:v>0.21352404732</c:v>
                </c:pt>
                <c:pt idx="7">
                  <c:v>0.23946434037</c:v>
                </c:pt>
                <c:pt idx="8">
                  <c:v>0.26496668148</c:v>
                </c:pt>
                <c:pt idx="9">
                  <c:v>0.29</c:v>
                </c:pt>
                <c:pt idx="10">
                  <c:v>0.31453379667</c:v>
                </c:pt>
                <c:pt idx="11">
                  <c:v>0.33853818085</c:v>
                </c:pt>
                <c:pt idx="12">
                  <c:v>0.36198390688</c:v>
                </c:pt>
                <c:pt idx="13">
                  <c:v>0.38484240977</c:v>
                </c:pt>
                <c:pt idx="14">
                  <c:v>0.40708583994</c:v>
                </c:pt>
                <c:pt idx="15">
                  <c:v>0.42868709721</c:v>
                </c:pt>
                <c:pt idx="16">
                  <c:v>0.44961986378</c:v>
                </c:pt>
                <c:pt idx="17">
                  <c:v>0.46985863628</c:v>
                </c:pt>
                <c:pt idx="18">
                  <c:v>0.48937875689</c:v>
                </c:pt>
                <c:pt idx="19">
                  <c:v>0.50815644336</c:v>
                </c:pt>
                <c:pt idx="20">
                  <c:v>0.52616881796</c:v>
                </c:pt>
                <c:pt idx="21">
                  <c:v>0.54339393539</c:v>
                </c:pt>
                <c:pt idx="22">
                  <c:v>0.5598108095</c:v>
                </c:pt>
                <c:pt idx="23">
                  <c:v>0.57539943885</c:v>
                </c:pt>
                <c:pt idx="24">
                  <c:v>0.5901408311</c:v>
                </c:pt>
                <c:pt idx="25">
                  <c:v>0.60401702614</c:v>
                </c:pt>
                <c:pt idx="26">
                  <c:v>0.61701111797</c:v>
                </c:pt>
                <c:pt idx="27">
                  <c:v>0.62910727527</c:v>
                </c:pt>
                <c:pt idx="28">
                  <c:v>0.64029076074</c:v>
                </c:pt>
                <c:pt idx="29">
                  <c:v>0.65054794904</c:v>
                </c:pt>
                <c:pt idx="30">
                  <c:v>0.65986634336</c:v>
                </c:pt>
                <c:pt idx="31">
                  <c:v>0.66823459067</c:v>
                </c:pt>
                <c:pt idx="32">
                  <c:v>0.67564249555</c:v>
                </c:pt>
                <c:pt idx="33">
                  <c:v>0.6820810326</c:v>
                </c:pt>
                <c:pt idx="34">
                  <c:v>0.68754235747</c:v>
                </c:pt>
                <c:pt idx="35">
                  <c:v>0.69201981637</c:v>
                </c:pt>
                <c:pt idx="36">
                  <c:v>0.6955079542</c:v>
                </c:pt>
                <c:pt idx="37">
                  <c:v>0.69800252121</c:v>
                </c:pt>
                <c:pt idx="38">
                  <c:v>0.69950047816</c:v>
                </c:pt>
                <c:pt idx="39">
                  <c:v>0.7</c:v>
                </c:pt>
                <c:pt idx="40">
                  <c:v>0.69950047816</c:v>
                </c:pt>
                <c:pt idx="41">
                  <c:v>0.69800252121</c:v>
                </c:pt>
                <c:pt idx="42">
                  <c:v>0.6955079542</c:v>
                </c:pt>
                <c:pt idx="43">
                  <c:v>0.69201981637</c:v>
                </c:pt>
                <c:pt idx="44">
                  <c:v>0.68754235747</c:v>
                </c:pt>
                <c:pt idx="45">
                  <c:v>0.6820810326</c:v>
                </c:pt>
                <c:pt idx="46">
                  <c:v>0.67564249555</c:v>
                </c:pt>
                <c:pt idx="47">
                  <c:v>0.66823459067</c:v>
                </c:pt>
                <c:pt idx="48">
                  <c:v>0.65986634336</c:v>
                </c:pt>
                <c:pt idx="49">
                  <c:v>0.65054794904</c:v>
                </c:pt>
                <c:pt idx="50">
                  <c:v>0.64029076074</c:v>
                </c:pt>
                <c:pt idx="51">
                  <c:v>0.62910727527</c:v>
                </c:pt>
                <c:pt idx="52">
                  <c:v>0.61701111797</c:v>
                </c:pt>
                <c:pt idx="53">
                  <c:v>0.60401702614</c:v>
                </c:pt>
                <c:pt idx="54">
                  <c:v>0.5901408311</c:v>
                </c:pt>
                <c:pt idx="55">
                  <c:v>0.57539943885</c:v>
                </c:pt>
                <c:pt idx="56">
                  <c:v>0.5598108095</c:v>
                </c:pt>
                <c:pt idx="57">
                  <c:v>0.54339393539</c:v>
                </c:pt>
                <c:pt idx="58">
                  <c:v>0.52616881796</c:v>
                </c:pt>
                <c:pt idx="59">
                  <c:v>0.50815644336</c:v>
                </c:pt>
                <c:pt idx="60">
                  <c:v>0.48937875689</c:v>
                </c:pt>
                <c:pt idx="61">
                  <c:v>0.46985863628</c:v>
                </c:pt>
                <c:pt idx="62">
                  <c:v>0.44961986378</c:v>
                </c:pt>
                <c:pt idx="63">
                  <c:v>0.42868709721</c:v>
                </c:pt>
                <c:pt idx="64">
                  <c:v>0.40708583994</c:v>
                </c:pt>
                <c:pt idx="65">
                  <c:v>0.38484240977</c:v>
                </c:pt>
                <c:pt idx="66">
                  <c:v>0.36198390688</c:v>
                </c:pt>
                <c:pt idx="67">
                  <c:v>0.33853818085</c:v>
                </c:pt>
                <c:pt idx="68">
                  <c:v>0.31453379667</c:v>
                </c:pt>
                <c:pt idx="69">
                  <c:v>0.29</c:v>
                </c:pt>
                <c:pt idx="70">
                  <c:v>0.26496668148</c:v>
                </c:pt>
                <c:pt idx="71">
                  <c:v>0.23946434037</c:v>
                </c:pt>
                <c:pt idx="72">
                  <c:v>0.21352404732</c:v>
                </c:pt>
                <c:pt idx="73">
                  <c:v>0.1871774066</c:v>
                </c:pt>
                <c:pt idx="74">
                  <c:v>0.16045651753</c:v>
                </c:pt>
                <c:pt idx="75">
                  <c:v>0.13339393539</c:v>
                </c:pt>
                <c:pt idx="76">
                  <c:v>0.10602263177</c:v>
                </c:pt>
                <c:pt idx="77">
                  <c:v>0.078375954392</c:v>
                </c:pt>
                <c:pt idx="78">
                  <c:v>0.050487586471</c:v>
                </c:pt>
                <c:pt idx="79">
                  <c:v>0.022391505687</c:v>
                </c:pt>
                <c:pt idx="80">
                  <c:v>-0.0058780572127</c:v>
                </c:pt>
                <c:pt idx="81">
                  <c:v>-0.034286660121</c:v>
                </c:pt>
                <c:pt idx="82">
                  <c:v>-0.06279969153</c:v>
                </c:pt>
                <c:pt idx="83">
                  <c:v>-0.091382412704</c:v>
                </c:pt>
                <c:pt idx="84">
                  <c:v>-0.12</c:v>
                </c:pt>
                <c:pt idx="85">
                  <c:v>-0.1486175873</c:v>
                </c:pt>
                <c:pt idx="86">
                  <c:v>-0.17720030847</c:v>
                </c:pt>
                <c:pt idx="87">
                  <c:v>-0.20571333988</c:v>
                </c:pt>
                <c:pt idx="88">
                  <c:v>-0.23412194279</c:v>
                </c:pt>
                <c:pt idx="89">
                  <c:v>-0.26239150569</c:v>
                </c:pt>
                <c:pt idx="90">
                  <c:v>-0.29048758647</c:v>
                </c:pt>
                <c:pt idx="91">
                  <c:v>-0.31837595439</c:v>
                </c:pt>
                <c:pt idx="92">
                  <c:v>-0.34602263177</c:v>
                </c:pt>
                <c:pt idx="93">
                  <c:v>-0.37339393539</c:v>
                </c:pt>
                <c:pt idx="94">
                  <c:v>-0.40045651753</c:v>
                </c:pt>
                <c:pt idx="95">
                  <c:v>-0.4271774066</c:v>
                </c:pt>
                <c:pt idx="96">
                  <c:v>-0.45352404732</c:v>
                </c:pt>
                <c:pt idx="97">
                  <c:v>-0.47946434037</c:v>
                </c:pt>
                <c:pt idx="98">
                  <c:v>-0.50496668148</c:v>
                </c:pt>
                <c:pt idx="99">
                  <c:v>-0.53</c:v>
                </c:pt>
                <c:pt idx="100">
                  <c:v>-0.55453379667</c:v>
                </c:pt>
                <c:pt idx="101">
                  <c:v>-0.57853818085</c:v>
                </c:pt>
                <c:pt idx="102">
                  <c:v>-0.60198390688</c:v>
                </c:pt>
                <c:pt idx="103">
                  <c:v>-0.62484240977</c:v>
                </c:pt>
                <c:pt idx="104">
                  <c:v>-0.64708583994</c:v>
                </c:pt>
                <c:pt idx="105">
                  <c:v>-0.66868709721</c:v>
                </c:pt>
                <c:pt idx="106">
                  <c:v>-0.68961986378</c:v>
                </c:pt>
                <c:pt idx="107">
                  <c:v>-0.70985863628</c:v>
                </c:pt>
                <c:pt idx="108">
                  <c:v>-0.72937875689</c:v>
                </c:pt>
                <c:pt idx="109">
                  <c:v>-0.74815644336</c:v>
                </c:pt>
                <c:pt idx="110">
                  <c:v>-0.76616881796</c:v>
                </c:pt>
                <c:pt idx="111">
                  <c:v>-0.78339393539</c:v>
                </c:pt>
                <c:pt idx="112">
                  <c:v>-0.7998108095</c:v>
                </c:pt>
                <c:pt idx="113">
                  <c:v>-0.81539943885</c:v>
                </c:pt>
                <c:pt idx="114">
                  <c:v>-0.8301408311</c:v>
                </c:pt>
                <c:pt idx="115">
                  <c:v>-0.84401702614</c:v>
                </c:pt>
                <c:pt idx="116">
                  <c:v>-0.85701111797</c:v>
                </c:pt>
                <c:pt idx="117">
                  <c:v>-0.86910727527</c:v>
                </c:pt>
                <c:pt idx="118">
                  <c:v>-0.88029076074</c:v>
                </c:pt>
                <c:pt idx="119">
                  <c:v>-0.89054794904</c:v>
                </c:pt>
                <c:pt idx="120">
                  <c:v>-0.89986634336</c:v>
                </c:pt>
                <c:pt idx="121">
                  <c:v>-0.90823459067</c:v>
                </c:pt>
                <c:pt idx="122">
                  <c:v>-0.91564249555</c:v>
                </c:pt>
                <c:pt idx="123">
                  <c:v>-0.9220810326</c:v>
                </c:pt>
                <c:pt idx="124">
                  <c:v>-0.92754235747</c:v>
                </c:pt>
                <c:pt idx="125">
                  <c:v>-0.93201981637</c:v>
                </c:pt>
                <c:pt idx="126">
                  <c:v>-0.9355079542</c:v>
                </c:pt>
                <c:pt idx="127">
                  <c:v>-0.93800252121</c:v>
                </c:pt>
                <c:pt idx="128">
                  <c:v>-0.93950047816</c:v>
                </c:pt>
                <c:pt idx="129">
                  <c:v>-0.94</c:v>
                </c:pt>
                <c:pt idx="130">
                  <c:v>-0.93950047816</c:v>
                </c:pt>
                <c:pt idx="131">
                  <c:v>-0.93800252121</c:v>
                </c:pt>
                <c:pt idx="132">
                  <c:v>-0.9355079542</c:v>
                </c:pt>
                <c:pt idx="133">
                  <c:v>-0.93201981637</c:v>
                </c:pt>
                <c:pt idx="134">
                  <c:v>-0.92754235747</c:v>
                </c:pt>
                <c:pt idx="135">
                  <c:v>-0.9220810326</c:v>
                </c:pt>
                <c:pt idx="136">
                  <c:v>-0.91564249555</c:v>
                </c:pt>
                <c:pt idx="137">
                  <c:v>-0.90823459067</c:v>
                </c:pt>
                <c:pt idx="138">
                  <c:v>-0.89986634336</c:v>
                </c:pt>
                <c:pt idx="139">
                  <c:v>-0.89054794904</c:v>
                </c:pt>
                <c:pt idx="140">
                  <c:v>-0.88029076074</c:v>
                </c:pt>
                <c:pt idx="141">
                  <c:v>-0.86910727527</c:v>
                </c:pt>
                <c:pt idx="142">
                  <c:v>-0.85701111797</c:v>
                </c:pt>
                <c:pt idx="143">
                  <c:v>-0.84401702614</c:v>
                </c:pt>
                <c:pt idx="144">
                  <c:v>-0.8301408311</c:v>
                </c:pt>
                <c:pt idx="145">
                  <c:v>-0.81539943885</c:v>
                </c:pt>
                <c:pt idx="146">
                  <c:v>-0.7998108095</c:v>
                </c:pt>
                <c:pt idx="147">
                  <c:v>-0.78339393539</c:v>
                </c:pt>
                <c:pt idx="148">
                  <c:v>-0.76616881796</c:v>
                </c:pt>
                <c:pt idx="149">
                  <c:v>-0.74815644336</c:v>
                </c:pt>
                <c:pt idx="150">
                  <c:v>-0.72937875689</c:v>
                </c:pt>
                <c:pt idx="151">
                  <c:v>-0.70985863628</c:v>
                </c:pt>
                <c:pt idx="152">
                  <c:v>-0.68961986378</c:v>
                </c:pt>
                <c:pt idx="153">
                  <c:v>-0.66868709721</c:v>
                </c:pt>
                <c:pt idx="154">
                  <c:v>-0.64708583994</c:v>
                </c:pt>
                <c:pt idx="155">
                  <c:v>-0.62484240977</c:v>
                </c:pt>
                <c:pt idx="156">
                  <c:v>-0.60198390688</c:v>
                </c:pt>
                <c:pt idx="157">
                  <c:v>-0.57853818085</c:v>
                </c:pt>
                <c:pt idx="158">
                  <c:v>-0.55453379667</c:v>
                </c:pt>
                <c:pt idx="159">
                  <c:v>-0.53</c:v>
                </c:pt>
                <c:pt idx="160">
                  <c:v>-0.50496668148</c:v>
                </c:pt>
                <c:pt idx="161">
                  <c:v>-0.47946434037</c:v>
                </c:pt>
                <c:pt idx="162">
                  <c:v>-0.45352404732</c:v>
                </c:pt>
                <c:pt idx="163">
                  <c:v>-0.4271774066</c:v>
                </c:pt>
                <c:pt idx="164">
                  <c:v>-0.40045651753</c:v>
                </c:pt>
                <c:pt idx="165">
                  <c:v>-0.37339393539</c:v>
                </c:pt>
                <c:pt idx="166">
                  <c:v>-0.34602263177</c:v>
                </c:pt>
                <c:pt idx="167">
                  <c:v>-0.31837595439</c:v>
                </c:pt>
                <c:pt idx="168">
                  <c:v>-0.29048758647</c:v>
                </c:pt>
                <c:pt idx="169">
                  <c:v>-0.26239150569</c:v>
                </c:pt>
                <c:pt idx="170">
                  <c:v>-0.23412194279</c:v>
                </c:pt>
                <c:pt idx="171">
                  <c:v>-0.20571333988</c:v>
                </c:pt>
                <c:pt idx="172">
                  <c:v>-0.17720030847</c:v>
                </c:pt>
                <c:pt idx="173">
                  <c:v>-0.1486175873</c:v>
                </c:pt>
                <c:pt idx="174">
                  <c:v>-0.12</c:v>
                </c:pt>
                <c:pt idx="175">
                  <c:v>-0.091382412704</c:v>
                </c:pt>
                <c:pt idx="176">
                  <c:v>-0.06279969153</c:v>
                </c:pt>
                <c:pt idx="177">
                  <c:v>-0.034286660121</c:v>
                </c:pt>
                <c:pt idx="178">
                  <c:v>-0.0058780572127</c:v>
                </c:pt>
                <c:pt idx="179">
                  <c:v>0.022391505687</c:v>
                </c:pt>
                <c:pt idx="180">
                  <c:v>0.050487586471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5"/>
          <c:min val="-1.5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1.55"/>
          <c:min val="-1.55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理想量測速度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Data'!$A$2:$A$3001</c:f>
              <c:numCache>
                <c:formatCode>General</c:formatCode>
                <c:ptCount val="3000"/>
                <c:pt idx="0">
                  <c:v>5E-05</c:v>
                </c:pt>
                <c:pt idx="1">
                  <c:v>0.00015</c:v>
                </c:pt>
                <c:pt idx="2">
                  <c:v>0.00025</c:v>
                </c:pt>
                <c:pt idx="3">
                  <c:v>0.00035</c:v>
                </c:pt>
                <c:pt idx="4">
                  <c:v>0.00045</c:v>
                </c:pt>
                <c:pt idx="5">
                  <c:v>0.00055</c:v>
                </c:pt>
                <c:pt idx="6">
                  <c:v>0.00065</c:v>
                </c:pt>
                <c:pt idx="7">
                  <c:v>0.00075</c:v>
                </c:pt>
                <c:pt idx="8">
                  <c:v>0.00085</c:v>
                </c:pt>
                <c:pt idx="9">
                  <c:v>0.00095</c:v>
                </c:pt>
                <c:pt idx="10">
                  <c:v>0.00105</c:v>
                </c:pt>
                <c:pt idx="11">
                  <c:v>0.00115</c:v>
                </c:pt>
                <c:pt idx="12">
                  <c:v>0.00125</c:v>
                </c:pt>
                <c:pt idx="13">
                  <c:v>0.00135</c:v>
                </c:pt>
                <c:pt idx="14">
                  <c:v>0.00145</c:v>
                </c:pt>
                <c:pt idx="15">
                  <c:v>0.00155</c:v>
                </c:pt>
                <c:pt idx="16">
                  <c:v>0.00165</c:v>
                </c:pt>
                <c:pt idx="17">
                  <c:v>0.00175</c:v>
                </c:pt>
                <c:pt idx="18">
                  <c:v>0.00185</c:v>
                </c:pt>
                <c:pt idx="19">
                  <c:v>0.00195</c:v>
                </c:pt>
                <c:pt idx="20">
                  <c:v>0.00205</c:v>
                </c:pt>
                <c:pt idx="21">
                  <c:v>0.00215</c:v>
                </c:pt>
                <c:pt idx="22">
                  <c:v>0.00225</c:v>
                </c:pt>
                <c:pt idx="23">
                  <c:v>0.00235</c:v>
                </c:pt>
                <c:pt idx="24">
                  <c:v>0.00245</c:v>
                </c:pt>
                <c:pt idx="25">
                  <c:v>0.00255</c:v>
                </c:pt>
                <c:pt idx="26">
                  <c:v>0.00265</c:v>
                </c:pt>
                <c:pt idx="27">
                  <c:v>0.00275</c:v>
                </c:pt>
                <c:pt idx="28">
                  <c:v>0.00285</c:v>
                </c:pt>
                <c:pt idx="29">
                  <c:v>0.00295</c:v>
                </c:pt>
                <c:pt idx="30">
                  <c:v>0.00305</c:v>
                </c:pt>
                <c:pt idx="31">
                  <c:v>0.00315</c:v>
                </c:pt>
                <c:pt idx="32">
                  <c:v>0.00325</c:v>
                </c:pt>
                <c:pt idx="33">
                  <c:v>0.00335</c:v>
                </c:pt>
                <c:pt idx="34">
                  <c:v>0.00345</c:v>
                </c:pt>
                <c:pt idx="35">
                  <c:v>0.00355</c:v>
                </c:pt>
                <c:pt idx="36">
                  <c:v>0.00365</c:v>
                </c:pt>
                <c:pt idx="37">
                  <c:v>0.00375</c:v>
                </c:pt>
                <c:pt idx="38">
                  <c:v>0.00385</c:v>
                </c:pt>
                <c:pt idx="39">
                  <c:v>0.00395</c:v>
                </c:pt>
                <c:pt idx="40">
                  <c:v>0.00405</c:v>
                </c:pt>
                <c:pt idx="41">
                  <c:v>0.00415</c:v>
                </c:pt>
                <c:pt idx="42">
                  <c:v>0.00425</c:v>
                </c:pt>
                <c:pt idx="43">
                  <c:v>0.00435</c:v>
                </c:pt>
                <c:pt idx="44">
                  <c:v>0.00445</c:v>
                </c:pt>
                <c:pt idx="45">
                  <c:v>0.00455</c:v>
                </c:pt>
                <c:pt idx="46">
                  <c:v>0.00465</c:v>
                </c:pt>
                <c:pt idx="47">
                  <c:v>0.00475</c:v>
                </c:pt>
                <c:pt idx="48">
                  <c:v>0.00485</c:v>
                </c:pt>
                <c:pt idx="49">
                  <c:v>0.00495</c:v>
                </c:pt>
                <c:pt idx="50">
                  <c:v>0.00505</c:v>
                </c:pt>
                <c:pt idx="51">
                  <c:v>0.00515</c:v>
                </c:pt>
                <c:pt idx="52">
                  <c:v>0.00525</c:v>
                </c:pt>
                <c:pt idx="53">
                  <c:v>0.00535</c:v>
                </c:pt>
                <c:pt idx="54">
                  <c:v>0.00545</c:v>
                </c:pt>
                <c:pt idx="55">
                  <c:v>0.00555</c:v>
                </c:pt>
                <c:pt idx="56">
                  <c:v>0.00565</c:v>
                </c:pt>
                <c:pt idx="57">
                  <c:v>0.00575</c:v>
                </c:pt>
                <c:pt idx="58">
                  <c:v>0.00585</c:v>
                </c:pt>
                <c:pt idx="59">
                  <c:v>0.00595</c:v>
                </c:pt>
                <c:pt idx="60">
                  <c:v>0.00605</c:v>
                </c:pt>
                <c:pt idx="61">
                  <c:v>0.00615</c:v>
                </c:pt>
                <c:pt idx="62">
                  <c:v>0.00625</c:v>
                </c:pt>
                <c:pt idx="63">
                  <c:v>0.00635</c:v>
                </c:pt>
                <c:pt idx="64">
                  <c:v>0.00645</c:v>
                </c:pt>
                <c:pt idx="65">
                  <c:v>0.00655</c:v>
                </c:pt>
                <c:pt idx="66">
                  <c:v>0.00665</c:v>
                </c:pt>
                <c:pt idx="67">
                  <c:v>0.00675</c:v>
                </c:pt>
                <c:pt idx="68">
                  <c:v>0.00685</c:v>
                </c:pt>
                <c:pt idx="69">
                  <c:v>0.00695</c:v>
                </c:pt>
                <c:pt idx="70">
                  <c:v>0.00705</c:v>
                </c:pt>
                <c:pt idx="71">
                  <c:v>0.00715</c:v>
                </c:pt>
                <c:pt idx="72">
                  <c:v>0.00725</c:v>
                </c:pt>
                <c:pt idx="73">
                  <c:v>0.00735</c:v>
                </c:pt>
                <c:pt idx="74">
                  <c:v>0.00745</c:v>
                </c:pt>
                <c:pt idx="75">
                  <c:v>0.00755</c:v>
                </c:pt>
                <c:pt idx="76">
                  <c:v>0.00765</c:v>
                </c:pt>
                <c:pt idx="77">
                  <c:v>0.00775</c:v>
                </c:pt>
                <c:pt idx="78">
                  <c:v>0.00785</c:v>
                </c:pt>
                <c:pt idx="79">
                  <c:v>0.00795</c:v>
                </c:pt>
                <c:pt idx="80">
                  <c:v>0.00805</c:v>
                </c:pt>
                <c:pt idx="81">
                  <c:v>0.00815</c:v>
                </c:pt>
                <c:pt idx="82">
                  <c:v>0.00825</c:v>
                </c:pt>
                <c:pt idx="83">
                  <c:v>0.00835</c:v>
                </c:pt>
                <c:pt idx="84">
                  <c:v>0.00845</c:v>
                </c:pt>
                <c:pt idx="85">
                  <c:v>0.00855</c:v>
                </c:pt>
                <c:pt idx="86">
                  <c:v>0.00865</c:v>
                </c:pt>
                <c:pt idx="87">
                  <c:v>0.00875</c:v>
                </c:pt>
                <c:pt idx="88">
                  <c:v>0.00885</c:v>
                </c:pt>
                <c:pt idx="89">
                  <c:v>0.00895</c:v>
                </c:pt>
                <c:pt idx="90">
                  <c:v>0.00905</c:v>
                </c:pt>
                <c:pt idx="91">
                  <c:v>0.00915</c:v>
                </c:pt>
                <c:pt idx="92">
                  <c:v>0.00925</c:v>
                </c:pt>
                <c:pt idx="93">
                  <c:v>0.00935</c:v>
                </c:pt>
                <c:pt idx="94">
                  <c:v>0.00945</c:v>
                </c:pt>
                <c:pt idx="95">
                  <c:v>0.00955</c:v>
                </c:pt>
                <c:pt idx="96">
                  <c:v>0.00965</c:v>
                </c:pt>
                <c:pt idx="97">
                  <c:v>0.00975</c:v>
                </c:pt>
                <c:pt idx="98">
                  <c:v>0.00985</c:v>
                </c:pt>
                <c:pt idx="99">
                  <c:v>0.00995</c:v>
                </c:pt>
                <c:pt idx="100">
                  <c:v>0.01005</c:v>
                </c:pt>
                <c:pt idx="101">
                  <c:v>0.01015</c:v>
                </c:pt>
                <c:pt idx="102">
                  <c:v>0.01025</c:v>
                </c:pt>
                <c:pt idx="103">
                  <c:v>0.01035</c:v>
                </c:pt>
                <c:pt idx="104">
                  <c:v>0.01045</c:v>
                </c:pt>
                <c:pt idx="105">
                  <c:v>0.01055</c:v>
                </c:pt>
                <c:pt idx="106">
                  <c:v>0.01065</c:v>
                </c:pt>
                <c:pt idx="107">
                  <c:v>0.01075</c:v>
                </c:pt>
                <c:pt idx="108">
                  <c:v>0.01085</c:v>
                </c:pt>
                <c:pt idx="109">
                  <c:v>0.01095</c:v>
                </c:pt>
                <c:pt idx="110">
                  <c:v>0.01105</c:v>
                </c:pt>
                <c:pt idx="111">
                  <c:v>0.01115</c:v>
                </c:pt>
                <c:pt idx="112">
                  <c:v>0.01125</c:v>
                </c:pt>
                <c:pt idx="113">
                  <c:v>0.01135</c:v>
                </c:pt>
                <c:pt idx="114">
                  <c:v>0.01145</c:v>
                </c:pt>
                <c:pt idx="115">
                  <c:v>0.01155</c:v>
                </c:pt>
                <c:pt idx="116">
                  <c:v>0.01165</c:v>
                </c:pt>
                <c:pt idx="117">
                  <c:v>0.01175</c:v>
                </c:pt>
                <c:pt idx="118">
                  <c:v>0.01185</c:v>
                </c:pt>
                <c:pt idx="119">
                  <c:v>0.01195</c:v>
                </c:pt>
                <c:pt idx="120">
                  <c:v>0.01205</c:v>
                </c:pt>
                <c:pt idx="121">
                  <c:v>0.01215</c:v>
                </c:pt>
                <c:pt idx="122">
                  <c:v>0.01225</c:v>
                </c:pt>
                <c:pt idx="123">
                  <c:v>0.01235</c:v>
                </c:pt>
                <c:pt idx="124">
                  <c:v>0.01245</c:v>
                </c:pt>
                <c:pt idx="125">
                  <c:v>0.01255</c:v>
                </c:pt>
                <c:pt idx="126">
                  <c:v>0.01265</c:v>
                </c:pt>
                <c:pt idx="127">
                  <c:v>0.01275</c:v>
                </c:pt>
                <c:pt idx="128">
                  <c:v>0.01285</c:v>
                </c:pt>
                <c:pt idx="129">
                  <c:v>0.01295</c:v>
                </c:pt>
                <c:pt idx="130">
                  <c:v>0.01305</c:v>
                </c:pt>
                <c:pt idx="131">
                  <c:v>0.01315</c:v>
                </c:pt>
                <c:pt idx="132">
                  <c:v>0.01325</c:v>
                </c:pt>
                <c:pt idx="133">
                  <c:v>0.01335</c:v>
                </c:pt>
                <c:pt idx="134">
                  <c:v>0.01345</c:v>
                </c:pt>
                <c:pt idx="135">
                  <c:v>0.01355</c:v>
                </c:pt>
                <c:pt idx="136">
                  <c:v>0.01365</c:v>
                </c:pt>
                <c:pt idx="137">
                  <c:v>0.01375</c:v>
                </c:pt>
                <c:pt idx="138">
                  <c:v>0.01385</c:v>
                </c:pt>
                <c:pt idx="139">
                  <c:v>0.01395</c:v>
                </c:pt>
                <c:pt idx="140">
                  <c:v>0.01405</c:v>
                </c:pt>
                <c:pt idx="141">
                  <c:v>0.01415</c:v>
                </c:pt>
                <c:pt idx="142">
                  <c:v>0.01425</c:v>
                </c:pt>
                <c:pt idx="143">
                  <c:v>0.01435</c:v>
                </c:pt>
                <c:pt idx="144">
                  <c:v>0.01445</c:v>
                </c:pt>
                <c:pt idx="145">
                  <c:v>0.01455</c:v>
                </c:pt>
                <c:pt idx="146">
                  <c:v>0.01465</c:v>
                </c:pt>
                <c:pt idx="147">
                  <c:v>0.01475</c:v>
                </c:pt>
                <c:pt idx="148">
                  <c:v>0.01485</c:v>
                </c:pt>
                <c:pt idx="149">
                  <c:v>0.01495</c:v>
                </c:pt>
                <c:pt idx="150">
                  <c:v>0.01505</c:v>
                </c:pt>
                <c:pt idx="151">
                  <c:v>0.01515</c:v>
                </c:pt>
                <c:pt idx="152">
                  <c:v>0.01525</c:v>
                </c:pt>
                <c:pt idx="153">
                  <c:v>0.01535</c:v>
                </c:pt>
                <c:pt idx="154">
                  <c:v>0.01545</c:v>
                </c:pt>
                <c:pt idx="155">
                  <c:v>0.01555</c:v>
                </c:pt>
                <c:pt idx="156">
                  <c:v>0.01565</c:v>
                </c:pt>
                <c:pt idx="157">
                  <c:v>0.01575</c:v>
                </c:pt>
                <c:pt idx="158">
                  <c:v>0.01585</c:v>
                </c:pt>
                <c:pt idx="159">
                  <c:v>0.01595</c:v>
                </c:pt>
                <c:pt idx="160">
                  <c:v>0.01605</c:v>
                </c:pt>
                <c:pt idx="161">
                  <c:v>0.01615</c:v>
                </c:pt>
                <c:pt idx="162">
                  <c:v>0.01625</c:v>
                </c:pt>
                <c:pt idx="163">
                  <c:v>0.01635</c:v>
                </c:pt>
                <c:pt idx="164">
                  <c:v>0.01645</c:v>
                </c:pt>
                <c:pt idx="165">
                  <c:v>0.01655</c:v>
                </c:pt>
                <c:pt idx="166">
                  <c:v>0.01665</c:v>
                </c:pt>
                <c:pt idx="167">
                  <c:v>0.01675</c:v>
                </c:pt>
                <c:pt idx="168">
                  <c:v>0.01685</c:v>
                </c:pt>
                <c:pt idx="169">
                  <c:v>0.01695</c:v>
                </c:pt>
                <c:pt idx="170">
                  <c:v>0.01705</c:v>
                </c:pt>
                <c:pt idx="171">
                  <c:v>0.01715</c:v>
                </c:pt>
                <c:pt idx="172">
                  <c:v>0.01725</c:v>
                </c:pt>
                <c:pt idx="173">
                  <c:v>0.01735</c:v>
                </c:pt>
                <c:pt idx="174">
                  <c:v>0.01745</c:v>
                </c:pt>
                <c:pt idx="175">
                  <c:v>0.01755</c:v>
                </c:pt>
                <c:pt idx="176">
                  <c:v>0.01765</c:v>
                </c:pt>
                <c:pt idx="177">
                  <c:v>0.01775</c:v>
                </c:pt>
                <c:pt idx="178">
                  <c:v>0.01785</c:v>
                </c:pt>
                <c:pt idx="179">
                  <c:v>0.01795</c:v>
                </c:pt>
                <c:pt idx="180">
                  <c:v>0.01805</c:v>
                </c:pt>
                <c:pt idx="181">
                  <c:v>0.01815</c:v>
                </c:pt>
                <c:pt idx="182">
                  <c:v>0.01825</c:v>
                </c:pt>
                <c:pt idx="183">
                  <c:v>0.01835</c:v>
                </c:pt>
                <c:pt idx="184">
                  <c:v>0.01845</c:v>
                </c:pt>
                <c:pt idx="185">
                  <c:v>0.01855</c:v>
                </c:pt>
                <c:pt idx="186">
                  <c:v>0.01865</c:v>
                </c:pt>
                <c:pt idx="187">
                  <c:v>0.01875</c:v>
                </c:pt>
                <c:pt idx="188">
                  <c:v>0.01885</c:v>
                </c:pt>
                <c:pt idx="189">
                  <c:v>0.01895</c:v>
                </c:pt>
                <c:pt idx="190">
                  <c:v>0.01905</c:v>
                </c:pt>
                <c:pt idx="191">
                  <c:v>0.01915</c:v>
                </c:pt>
                <c:pt idx="192">
                  <c:v>0.01925</c:v>
                </c:pt>
                <c:pt idx="193">
                  <c:v>0.01935</c:v>
                </c:pt>
                <c:pt idx="194">
                  <c:v>0.01945</c:v>
                </c:pt>
                <c:pt idx="195">
                  <c:v>0.01955</c:v>
                </c:pt>
                <c:pt idx="196">
                  <c:v>0.01965</c:v>
                </c:pt>
                <c:pt idx="197">
                  <c:v>0.01975</c:v>
                </c:pt>
                <c:pt idx="198">
                  <c:v>0.01985</c:v>
                </c:pt>
                <c:pt idx="199">
                  <c:v>0.01995</c:v>
                </c:pt>
                <c:pt idx="200">
                  <c:v>0.02005</c:v>
                </c:pt>
                <c:pt idx="201">
                  <c:v>0.02015</c:v>
                </c:pt>
                <c:pt idx="202">
                  <c:v>0.02025</c:v>
                </c:pt>
                <c:pt idx="203">
                  <c:v>0.02035</c:v>
                </c:pt>
                <c:pt idx="204">
                  <c:v>0.02045</c:v>
                </c:pt>
                <c:pt idx="205">
                  <c:v>0.02055</c:v>
                </c:pt>
                <c:pt idx="206">
                  <c:v>0.02065</c:v>
                </c:pt>
                <c:pt idx="207">
                  <c:v>0.02075</c:v>
                </c:pt>
                <c:pt idx="208">
                  <c:v>0.02085</c:v>
                </c:pt>
                <c:pt idx="209">
                  <c:v>0.02095</c:v>
                </c:pt>
                <c:pt idx="210">
                  <c:v>0.02105</c:v>
                </c:pt>
                <c:pt idx="211">
                  <c:v>0.02115</c:v>
                </c:pt>
                <c:pt idx="212">
                  <c:v>0.02125</c:v>
                </c:pt>
                <c:pt idx="213">
                  <c:v>0.02135</c:v>
                </c:pt>
                <c:pt idx="214">
                  <c:v>0.02145</c:v>
                </c:pt>
                <c:pt idx="215">
                  <c:v>0.02155</c:v>
                </c:pt>
                <c:pt idx="216">
                  <c:v>0.02165</c:v>
                </c:pt>
                <c:pt idx="217">
                  <c:v>0.02175</c:v>
                </c:pt>
                <c:pt idx="218">
                  <c:v>0.02185</c:v>
                </c:pt>
                <c:pt idx="219">
                  <c:v>0.02195</c:v>
                </c:pt>
                <c:pt idx="220">
                  <c:v>0.02205</c:v>
                </c:pt>
                <c:pt idx="221">
                  <c:v>0.02215</c:v>
                </c:pt>
                <c:pt idx="222">
                  <c:v>0.02225</c:v>
                </c:pt>
                <c:pt idx="223">
                  <c:v>0.02235</c:v>
                </c:pt>
                <c:pt idx="224">
                  <c:v>0.02245</c:v>
                </c:pt>
                <c:pt idx="225">
                  <c:v>0.02255</c:v>
                </c:pt>
                <c:pt idx="226">
                  <c:v>0.02265</c:v>
                </c:pt>
                <c:pt idx="227">
                  <c:v>0.02275</c:v>
                </c:pt>
                <c:pt idx="228">
                  <c:v>0.02285</c:v>
                </c:pt>
                <c:pt idx="229">
                  <c:v>0.02295</c:v>
                </c:pt>
                <c:pt idx="230">
                  <c:v>0.02305</c:v>
                </c:pt>
                <c:pt idx="231">
                  <c:v>0.02315</c:v>
                </c:pt>
                <c:pt idx="232">
                  <c:v>0.02325</c:v>
                </c:pt>
                <c:pt idx="233">
                  <c:v>0.02335</c:v>
                </c:pt>
                <c:pt idx="234">
                  <c:v>0.02345</c:v>
                </c:pt>
                <c:pt idx="235">
                  <c:v>0.02355</c:v>
                </c:pt>
                <c:pt idx="236">
                  <c:v>0.02365</c:v>
                </c:pt>
                <c:pt idx="237">
                  <c:v>0.02375</c:v>
                </c:pt>
                <c:pt idx="238">
                  <c:v>0.02385</c:v>
                </c:pt>
                <c:pt idx="239">
                  <c:v>0.02395</c:v>
                </c:pt>
                <c:pt idx="240">
                  <c:v>0.02405</c:v>
                </c:pt>
                <c:pt idx="241">
                  <c:v>0.02415</c:v>
                </c:pt>
                <c:pt idx="242">
                  <c:v>0.02425</c:v>
                </c:pt>
                <c:pt idx="243">
                  <c:v>0.02435</c:v>
                </c:pt>
                <c:pt idx="244">
                  <c:v>0.02445</c:v>
                </c:pt>
                <c:pt idx="245">
                  <c:v>0.02455</c:v>
                </c:pt>
                <c:pt idx="246">
                  <c:v>0.02465</c:v>
                </c:pt>
                <c:pt idx="247">
                  <c:v>0.02475</c:v>
                </c:pt>
                <c:pt idx="248">
                  <c:v>0.02485</c:v>
                </c:pt>
                <c:pt idx="249">
                  <c:v>0.02495</c:v>
                </c:pt>
                <c:pt idx="250">
                  <c:v>0.02505</c:v>
                </c:pt>
                <c:pt idx="251">
                  <c:v>0.02515</c:v>
                </c:pt>
                <c:pt idx="252">
                  <c:v>0.02525</c:v>
                </c:pt>
                <c:pt idx="253">
                  <c:v>0.02535</c:v>
                </c:pt>
                <c:pt idx="254">
                  <c:v>0.02545</c:v>
                </c:pt>
                <c:pt idx="255">
                  <c:v>0.02555</c:v>
                </c:pt>
                <c:pt idx="256">
                  <c:v>0.02565</c:v>
                </c:pt>
                <c:pt idx="257">
                  <c:v>0.02575</c:v>
                </c:pt>
                <c:pt idx="258">
                  <c:v>0.02585</c:v>
                </c:pt>
                <c:pt idx="259">
                  <c:v>0.02595</c:v>
                </c:pt>
                <c:pt idx="260">
                  <c:v>0.02605</c:v>
                </c:pt>
                <c:pt idx="261">
                  <c:v>0.02615</c:v>
                </c:pt>
                <c:pt idx="262">
                  <c:v>0.02625</c:v>
                </c:pt>
                <c:pt idx="263">
                  <c:v>0.02635</c:v>
                </c:pt>
                <c:pt idx="264">
                  <c:v>0.02645</c:v>
                </c:pt>
                <c:pt idx="265">
                  <c:v>0.02655</c:v>
                </c:pt>
                <c:pt idx="266">
                  <c:v>0.02665</c:v>
                </c:pt>
                <c:pt idx="267">
                  <c:v>0.02675</c:v>
                </c:pt>
                <c:pt idx="268">
                  <c:v>0.02685</c:v>
                </c:pt>
                <c:pt idx="269">
                  <c:v>0.02695</c:v>
                </c:pt>
                <c:pt idx="270">
                  <c:v>0.02705</c:v>
                </c:pt>
                <c:pt idx="271">
                  <c:v>0.02715</c:v>
                </c:pt>
                <c:pt idx="272">
                  <c:v>0.02725</c:v>
                </c:pt>
                <c:pt idx="273">
                  <c:v>0.02735</c:v>
                </c:pt>
                <c:pt idx="274">
                  <c:v>0.02745</c:v>
                </c:pt>
                <c:pt idx="275">
                  <c:v>0.02755</c:v>
                </c:pt>
                <c:pt idx="276">
                  <c:v>0.02765</c:v>
                </c:pt>
                <c:pt idx="277">
                  <c:v>0.02775</c:v>
                </c:pt>
                <c:pt idx="278">
                  <c:v>0.02785</c:v>
                </c:pt>
                <c:pt idx="279">
                  <c:v>0.02795</c:v>
                </c:pt>
                <c:pt idx="280">
                  <c:v>0.02805</c:v>
                </c:pt>
                <c:pt idx="281">
                  <c:v>0.02815</c:v>
                </c:pt>
                <c:pt idx="282">
                  <c:v>0.02825</c:v>
                </c:pt>
                <c:pt idx="283">
                  <c:v>0.02835</c:v>
                </c:pt>
                <c:pt idx="284">
                  <c:v>0.02845</c:v>
                </c:pt>
                <c:pt idx="285">
                  <c:v>0.02855</c:v>
                </c:pt>
                <c:pt idx="286">
                  <c:v>0.02865</c:v>
                </c:pt>
                <c:pt idx="287">
                  <c:v>0.02875</c:v>
                </c:pt>
                <c:pt idx="288">
                  <c:v>0.02885</c:v>
                </c:pt>
                <c:pt idx="289">
                  <c:v>0.02895</c:v>
                </c:pt>
                <c:pt idx="290">
                  <c:v>0.02905</c:v>
                </c:pt>
                <c:pt idx="291">
                  <c:v>0.02915</c:v>
                </c:pt>
                <c:pt idx="292">
                  <c:v>0.02925</c:v>
                </c:pt>
                <c:pt idx="293">
                  <c:v>0.02935</c:v>
                </c:pt>
                <c:pt idx="294">
                  <c:v>0.02945</c:v>
                </c:pt>
                <c:pt idx="295">
                  <c:v>0.02955</c:v>
                </c:pt>
                <c:pt idx="296">
                  <c:v>0.02965</c:v>
                </c:pt>
                <c:pt idx="297">
                  <c:v>0.02975</c:v>
                </c:pt>
                <c:pt idx="298">
                  <c:v>0.02985</c:v>
                </c:pt>
                <c:pt idx="299">
                  <c:v>0.02995</c:v>
                </c:pt>
                <c:pt idx="300">
                  <c:v>0.03005</c:v>
                </c:pt>
                <c:pt idx="301">
                  <c:v>0.03015</c:v>
                </c:pt>
                <c:pt idx="302">
                  <c:v>0.03025</c:v>
                </c:pt>
                <c:pt idx="303">
                  <c:v>0.03035</c:v>
                </c:pt>
                <c:pt idx="304">
                  <c:v>0.03045</c:v>
                </c:pt>
                <c:pt idx="305">
                  <c:v>0.03055</c:v>
                </c:pt>
                <c:pt idx="306">
                  <c:v>0.03065</c:v>
                </c:pt>
                <c:pt idx="307">
                  <c:v>0.03075</c:v>
                </c:pt>
                <c:pt idx="308">
                  <c:v>0.03085</c:v>
                </c:pt>
                <c:pt idx="309">
                  <c:v>0.03095</c:v>
                </c:pt>
                <c:pt idx="310">
                  <c:v>0.03105</c:v>
                </c:pt>
                <c:pt idx="311">
                  <c:v>0.03115</c:v>
                </c:pt>
                <c:pt idx="312">
                  <c:v>0.03125</c:v>
                </c:pt>
                <c:pt idx="313">
                  <c:v>0.03135</c:v>
                </c:pt>
                <c:pt idx="314">
                  <c:v>0.03145</c:v>
                </c:pt>
                <c:pt idx="315">
                  <c:v>0.03155</c:v>
                </c:pt>
                <c:pt idx="316">
                  <c:v>0.03165</c:v>
                </c:pt>
                <c:pt idx="317">
                  <c:v>0.03175</c:v>
                </c:pt>
                <c:pt idx="318">
                  <c:v>0.03185</c:v>
                </c:pt>
                <c:pt idx="319">
                  <c:v>0.03195</c:v>
                </c:pt>
                <c:pt idx="320">
                  <c:v>0.03205</c:v>
                </c:pt>
                <c:pt idx="321">
                  <c:v>0.03215</c:v>
                </c:pt>
                <c:pt idx="322">
                  <c:v>0.03225</c:v>
                </c:pt>
                <c:pt idx="323">
                  <c:v>0.03235</c:v>
                </c:pt>
                <c:pt idx="324">
                  <c:v>0.03245</c:v>
                </c:pt>
                <c:pt idx="325">
                  <c:v>0.03255</c:v>
                </c:pt>
                <c:pt idx="326">
                  <c:v>0.03265</c:v>
                </c:pt>
                <c:pt idx="327">
                  <c:v>0.03275</c:v>
                </c:pt>
                <c:pt idx="328">
                  <c:v>0.03285</c:v>
                </c:pt>
                <c:pt idx="329">
                  <c:v>0.03295</c:v>
                </c:pt>
                <c:pt idx="330">
                  <c:v>0.03305</c:v>
                </c:pt>
                <c:pt idx="331">
                  <c:v>0.03315</c:v>
                </c:pt>
                <c:pt idx="332">
                  <c:v>0.03325</c:v>
                </c:pt>
                <c:pt idx="333">
                  <c:v>0.03335</c:v>
                </c:pt>
                <c:pt idx="334">
                  <c:v>0.03345</c:v>
                </c:pt>
                <c:pt idx="335">
                  <c:v>0.03355</c:v>
                </c:pt>
                <c:pt idx="336">
                  <c:v>0.03365</c:v>
                </c:pt>
                <c:pt idx="337">
                  <c:v>0.03375</c:v>
                </c:pt>
                <c:pt idx="338">
                  <c:v>0.03385</c:v>
                </c:pt>
                <c:pt idx="339">
                  <c:v>0.03395</c:v>
                </c:pt>
                <c:pt idx="340">
                  <c:v>0.03405</c:v>
                </c:pt>
                <c:pt idx="341">
                  <c:v>0.03415</c:v>
                </c:pt>
                <c:pt idx="342">
                  <c:v>0.03425</c:v>
                </c:pt>
                <c:pt idx="343">
                  <c:v>0.03435</c:v>
                </c:pt>
                <c:pt idx="344">
                  <c:v>0.03445</c:v>
                </c:pt>
                <c:pt idx="345">
                  <c:v>0.03455</c:v>
                </c:pt>
                <c:pt idx="346">
                  <c:v>0.03465</c:v>
                </c:pt>
                <c:pt idx="347">
                  <c:v>0.03475</c:v>
                </c:pt>
                <c:pt idx="348">
                  <c:v>0.03485</c:v>
                </c:pt>
                <c:pt idx="349">
                  <c:v>0.03495</c:v>
                </c:pt>
                <c:pt idx="350">
                  <c:v>0.03505</c:v>
                </c:pt>
                <c:pt idx="351">
                  <c:v>0.03515</c:v>
                </c:pt>
                <c:pt idx="352">
                  <c:v>0.03525</c:v>
                </c:pt>
                <c:pt idx="353">
                  <c:v>0.03535</c:v>
                </c:pt>
                <c:pt idx="354">
                  <c:v>0.03545</c:v>
                </c:pt>
                <c:pt idx="355">
                  <c:v>0.03555</c:v>
                </c:pt>
                <c:pt idx="356">
                  <c:v>0.03565</c:v>
                </c:pt>
                <c:pt idx="357">
                  <c:v>0.03575</c:v>
                </c:pt>
                <c:pt idx="358">
                  <c:v>0.03585</c:v>
                </c:pt>
                <c:pt idx="359">
                  <c:v>0.03595</c:v>
                </c:pt>
                <c:pt idx="360">
                  <c:v>0.03605</c:v>
                </c:pt>
                <c:pt idx="361">
                  <c:v>0.03615</c:v>
                </c:pt>
                <c:pt idx="362">
                  <c:v>0.03625</c:v>
                </c:pt>
                <c:pt idx="363">
                  <c:v>0.03635</c:v>
                </c:pt>
                <c:pt idx="364">
                  <c:v>0.03645</c:v>
                </c:pt>
                <c:pt idx="365">
                  <c:v>0.03655</c:v>
                </c:pt>
                <c:pt idx="366">
                  <c:v>0.03665</c:v>
                </c:pt>
                <c:pt idx="367">
                  <c:v>0.03675</c:v>
                </c:pt>
                <c:pt idx="368">
                  <c:v>0.03685</c:v>
                </c:pt>
                <c:pt idx="369">
                  <c:v>0.03695</c:v>
                </c:pt>
                <c:pt idx="370">
                  <c:v>0.03705</c:v>
                </c:pt>
                <c:pt idx="371">
                  <c:v>0.03715</c:v>
                </c:pt>
                <c:pt idx="372">
                  <c:v>0.03725</c:v>
                </c:pt>
                <c:pt idx="373">
                  <c:v>0.03735</c:v>
                </c:pt>
                <c:pt idx="374">
                  <c:v>0.03745</c:v>
                </c:pt>
                <c:pt idx="375">
                  <c:v>0.03755</c:v>
                </c:pt>
                <c:pt idx="376">
                  <c:v>0.03765</c:v>
                </c:pt>
                <c:pt idx="377">
                  <c:v>0.03775</c:v>
                </c:pt>
                <c:pt idx="378">
                  <c:v>0.03785</c:v>
                </c:pt>
                <c:pt idx="379">
                  <c:v>0.03795</c:v>
                </c:pt>
                <c:pt idx="380">
                  <c:v>0.03805</c:v>
                </c:pt>
                <c:pt idx="381">
                  <c:v>0.03815</c:v>
                </c:pt>
                <c:pt idx="382">
                  <c:v>0.03825</c:v>
                </c:pt>
                <c:pt idx="383">
                  <c:v>0.03835</c:v>
                </c:pt>
                <c:pt idx="384">
                  <c:v>0.03845</c:v>
                </c:pt>
                <c:pt idx="385">
                  <c:v>0.03855</c:v>
                </c:pt>
                <c:pt idx="386">
                  <c:v>0.03865</c:v>
                </c:pt>
                <c:pt idx="387">
                  <c:v>0.03875</c:v>
                </c:pt>
                <c:pt idx="388">
                  <c:v>0.03885</c:v>
                </c:pt>
                <c:pt idx="389">
                  <c:v>0.03895</c:v>
                </c:pt>
                <c:pt idx="390">
                  <c:v>0.03905</c:v>
                </c:pt>
                <c:pt idx="391">
                  <c:v>0.03915</c:v>
                </c:pt>
                <c:pt idx="392">
                  <c:v>0.03925</c:v>
                </c:pt>
                <c:pt idx="393">
                  <c:v>0.03935</c:v>
                </c:pt>
                <c:pt idx="394">
                  <c:v>0.03945</c:v>
                </c:pt>
                <c:pt idx="395">
                  <c:v>0.03955</c:v>
                </c:pt>
                <c:pt idx="396">
                  <c:v>0.03965</c:v>
                </c:pt>
                <c:pt idx="397">
                  <c:v>0.03975</c:v>
                </c:pt>
                <c:pt idx="398">
                  <c:v>0.03985</c:v>
                </c:pt>
                <c:pt idx="399">
                  <c:v>0.03995</c:v>
                </c:pt>
                <c:pt idx="400">
                  <c:v>0.04005</c:v>
                </c:pt>
                <c:pt idx="401">
                  <c:v>0.04015</c:v>
                </c:pt>
                <c:pt idx="402">
                  <c:v>0.04025</c:v>
                </c:pt>
                <c:pt idx="403">
                  <c:v>0.04035</c:v>
                </c:pt>
                <c:pt idx="404">
                  <c:v>0.04045</c:v>
                </c:pt>
                <c:pt idx="405">
                  <c:v>0.04055</c:v>
                </c:pt>
                <c:pt idx="406">
                  <c:v>0.04065</c:v>
                </c:pt>
                <c:pt idx="407">
                  <c:v>0.04075</c:v>
                </c:pt>
                <c:pt idx="408">
                  <c:v>0.04085</c:v>
                </c:pt>
                <c:pt idx="409">
                  <c:v>0.04095</c:v>
                </c:pt>
                <c:pt idx="410">
                  <c:v>0.04105</c:v>
                </c:pt>
                <c:pt idx="411">
                  <c:v>0.04115</c:v>
                </c:pt>
                <c:pt idx="412">
                  <c:v>0.04125</c:v>
                </c:pt>
                <c:pt idx="413">
                  <c:v>0.04135</c:v>
                </c:pt>
                <c:pt idx="414">
                  <c:v>0.04145</c:v>
                </c:pt>
                <c:pt idx="415">
                  <c:v>0.04155</c:v>
                </c:pt>
                <c:pt idx="416">
                  <c:v>0.04165</c:v>
                </c:pt>
                <c:pt idx="417">
                  <c:v>0.04175</c:v>
                </c:pt>
                <c:pt idx="418">
                  <c:v>0.04185</c:v>
                </c:pt>
                <c:pt idx="419">
                  <c:v>0.04195</c:v>
                </c:pt>
                <c:pt idx="420">
                  <c:v>0.04205</c:v>
                </c:pt>
                <c:pt idx="421">
                  <c:v>0.04215</c:v>
                </c:pt>
                <c:pt idx="422">
                  <c:v>0.04225</c:v>
                </c:pt>
                <c:pt idx="423">
                  <c:v>0.04235</c:v>
                </c:pt>
                <c:pt idx="424">
                  <c:v>0.04245</c:v>
                </c:pt>
                <c:pt idx="425">
                  <c:v>0.04255</c:v>
                </c:pt>
                <c:pt idx="426">
                  <c:v>0.04265</c:v>
                </c:pt>
                <c:pt idx="427">
                  <c:v>0.04275</c:v>
                </c:pt>
                <c:pt idx="428">
                  <c:v>0.04285</c:v>
                </c:pt>
                <c:pt idx="429">
                  <c:v>0.04295</c:v>
                </c:pt>
                <c:pt idx="430">
                  <c:v>0.04305</c:v>
                </c:pt>
                <c:pt idx="431">
                  <c:v>0.04315</c:v>
                </c:pt>
                <c:pt idx="432">
                  <c:v>0.04325</c:v>
                </c:pt>
                <c:pt idx="433">
                  <c:v>0.04335</c:v>
                </c:pt>
                <c:pt idx="434">
                  <c:v>0.04345</c:v>
                </c:pt>
                <c:pt idx="435">
                  <c:v>0.04355</c:v>
                </c:pt>
                <c:pt idx="436">
                  <c:v>0.04365</c:v>
                </c:pt>
                <c:pt idx="437">
                  <c:v>0.04375</c:v>
                </c:pt>
                <c:pt idx="438">
                  <c:v>0.04385</c:v>
                </c:pt>
                <c:pt idx="439">
                  <c:v>0.04395</c:v>
                </c:pt>
                <c:pt idx="440">
                  <c:v>0.04405</c:v>
                </c:pt>
                <c:pt idx="441">
                  <c:v>0.04415</c:v>
                </c:pt>
                <c:pt idx="442">
                  <c:v>0.04425</c:v>
                </c:pt>
                <c:pt idx="443">
                  <c:v>0.04435</c:v>
                </c:pt>
                <c:pt idx="444">
                  <c:v>0.04445</c:v>
                </c:pt>
                <c:pt idx="445">
                  <c:v>0.04455</c:v>
                </c:pt>
                <c:pt idx="446">
                  <c:v>0.04465</c:v>
                </c:pt>
                <c:pt idx="447">
                  <c:v>0.04475</c:v>
                </c:pt>
                <c:pt idx="448">
                  <c:v>0.04485</c:v>
                </c:pt>
                <c:pt idx="449">
                  <c:v>0.04495</c:v>
                </c:pt>
                <c:pt idx="450">
                  <c:v>0.04505</c:v>
                </c:pt>
                <c:pt idx="451">
                  <c:v>0.04515</c:v>
                </c:pt>
                <c:pt idx="452">
                  <c:v>0.04525</c:v>
                </c:pt>
                <c:pt idx="453">
                  <c:v>0.04535</c:v>
                </c:pt>
                <c:pt idx="454">
                  <c:v>0.04545</c:v>
                </c:pt>
                <c:pt idx="455">
                  <c:v>0.04555</c:v>
                </c:pt>
                <c:pt idx="456">
                  <c:v>0.04565</c:v>
                </c:pt>
                <c:pt idx="457">
                  <c:v>0.04575</c:v>
                </c:pt>
                <c:pt idx="458">
                  <c:v>0.04585</c:v>
                </c:pt>
                <c:pt idx="459">
                  <c:v>0.04595</c:v>
                </c:pt>
                <c:pt idx="460">
                  <c:v>0.04605</c:v>
                </c:pt>
                <c:pt idx="461">
                  <c:v>0.04615</c:v>
                </c:pt>
                <c:pt idx="462">
                  <c:v>0.04625</c:v>
                </c:pt>
                <c:pt idx="463">
                  <c:v>0.04635</c:v>
                </c:pt>
                <c:pt idx="464">
                  <c:v>0.04645</c:v>
                </c:pt>
                <c:pt idx="465">
                  <c:v>0.04655</c:v>
                </c:pt>
                <c:pt idx="466">
                  <c:v>0.04665</c:v>
                </c:pt>
                <c:pt idx="467">
                  <c:v>0.04675</c:v>
                </c:pt>
                <c:pt idx="468">
                  <c:v>0.04685</c:v>
                </c:pt>
                <c:pt idx="469">
                  <c:v>0.04695</c:v>
                </c:pt>
                <c:pt idx="470">
                  <c:v>0.04705</c:v>
                </c:pt>
                <c:pt idx="471">
                  <c:v>0.04715</c:v>
                </c:pt>
                <c:pt idx="472">
                  <c:v>0.04725</c:v>
                </c:pt>
                <c:pt idx="473">
                  <c:v>0.04735</c:v>
                </c:pt>
                <c:pt idx="474">
                  <c:v>0.04745</c:v>
                </c:pt>
                <c:pt idx="475">
                  <c:v>0.04755</c:v>
                </c:pt>
                <c:pt idx="476">
                  <c:v>0.04765</c:v>
                </c:pt>
                <c:pt idx="477">
                  <c:v>0.04775</c:v>
                </c:pt>
                <c:pt idx="478">
                  <c:v>0.04785</c:v>
                </c:pt>
                <c:pt idx="479">
                  <c:v>0.04795</c:v>
                </c:pt>
                <c:pt idx="480">
                  <c:v>0.04805</c:v>
                </c:pt>
                <c:pt idx="481">
                  <c:v>0.04815</c:v>
                </c:pt>
                <c:pt idx="482">
                  <c:v>0.04825</c:v>
                </c:pt>
                <c:pt idx="483">
                  <c:v>0.04835</c:v>
                </c:pt>
                <c:pt idx="484">
                  <c:v>0.04845</c:v>
                </c:pt>
                <c:pt idx="485">
                  <c:v>0.04855</c:v>
                </c:pt>
                <c:pt idx="486">
                  <c:v>0.04865</c:v>
                </c:pt>
                <c:pt idx="487">
                  <c:v>0.04875</c:v>
                </c:pt>
                <c:pt idx="488">
                  <c:v>0.04885</c:v>
                </c:pt>
                <c:pt idx="489">
                  <c:v>0.04895</c:v>
                </c:pt>
                <c:pt idx="490">
                  <c:v>0.04905</c:v>
                </c:pt>
                <c:pt idx="491">
                  <c:v>0.04915</c:v>
                </c:pt>
                <c:pt idx="492">
                  <c:v>0.04925</c:v>
                </c:pt>
                <c:pt idx="493">
                  <c:v>0.04935</c:v>
                </c:pt>
                <c:pt idx="494">
                  <c:v>0.04945</c:v>
                </c:pt>
                <c:pt idx="495">
                  <c:v>0.04955</c:v>
                </c:pt>
                <c:pt idx="496">
                  <c:v>0.04965</c:v>
                </c:pt>
                <c:pt idx="497">
                  <c:v>0.04975</c:v>
                </c:pt>
                <c:pt idx="498">
                  <c:v>0.04985</c:v>
                </c:pt>
                <c:pt idx="499">
                  <c:v>0.04995</c:v>
                </c:pt>
                <c:pt idx="500">
                  <c:v>0.05005</c:v>
                </c:pt>
                <c:pt idx="501">
                  <c:v>0.05015</c:v>
                </c:pt>
                <c:pt idx="502">
                  <c:v>0.05025</c:v>
                </c:pt>
                <c:pt idx="503">
                  <c:v>0.05035</c:v>
                </c:pt>
                <c:pt idx="504">
                  <c:v>0.05045</c:v>
                </c:pt>
                <c:pt idx="505">
                  <c:v>0.05055</c:v>
                </c:pt>
                <c:pt idx="506">
                  <c:v>0.05065</c:v>
                </c:pt>
                <c:pt idx="507">
                  <c:v>0.05075</c:v>
                </c:pt>
                <c:pt idx="508">
                  <c:v>0.05085</c:v>
                </c:pt>
                <c:pt idx="509">
                  <c:v>0.05095</c:v>
                </c:pt>
                <c:pt idx="510">
                  <c:v>0.05105</c:v>
                </c:pt>
                <c:pt idx="511">
                  <c:v>0.05115</c:v>
                </c:pt>
                <c:pt idx="512">
                  <c:v>0.05125</c:v>
                </c:pt>
                <c:pt idx="513">
                  <c:v>0.05135</c:v>
                </c:pt>
                <c:pt idx="514">
                  <c:v>0.05145</c:v>
                </c:pt>
                <c:pt idx="515">
                  <c:v>0.05155</c:v>
                </c:pt>
                <c:pt idx="516">
                  <c:v>0.05165</c:v>
                </c:pt>
                <c:pt idx="517">
                  <c:v>0.05175</c:v>
                </c:pt>
                <c:pt idx="518">
                  <c:v>0.05185</c:v>
                </c:pt>
                <c:pt idx="519">
                  <c:v>0.05195</c:v>
                </c:pt>
                <c:pt idx="520">
                  <c:v>0.05205</c:v>
                </c:pt>
                <c:pt idx="521">
                  <c:v>0.05215</c:v>
                </c:pt>
                <c:pt idx="522">
                  <c:v>0.05225</c:v>
                </c:pt>
                <c:pt idx="523">
                  <c:v>0.05235</c:v>
                </c:pt>
                <c:pt idx="524">
                  <c:v>0.05245</c:v>
                </c:pt>
                <c:pt idx="525">
                  <c:v>0.05255</c:v>
                </c:pt>
                <c:pt idx="526">
                  <c:v>0.05265</c:v>
                </c:pt>
                <c:pt idx="527">
                  <c:v>0.05275</c:v>
                </c:pt>
                <c:pt idx="528">
                  <c:v>0.05285</c:v>
                </c:pt>
                <c:pt idx="529">
                  <c:v>0.05295</c:v>
                </c:pt>
                <c:pt idx="530">
                  <c:v>0.05305</c:v>
                </c:pt>
                <c:pt idx="531">
                  <c:v>0.05315</c:v>
                </c:pt>
                <c:pt idx="532">
                  <c:v>0.05325</c:v>
                </c:pt>
                <c:pt idx="533">
                  <c:v>0.05335</c:v>
                </c:pt>
                <c:pt idx="534">
                  <c:v>0.05345</c:v>
                </c:pt>
                <c:pt idx="535">
                  <c:v>0.05355</c:v>
                </c:pt>
                <c:pt idx="536">
                  <c:v>0.05365</c:v>
                </c:pt>
                <c:pt idx="537">
                  <c:v>0.05375</c:v>
                </c:pt>
                <c:pt idx="538">
                  <c:v>0.05385</c:v>
                </c:pt>
                <c:pt idx="539">
                  <c:v>0.05395</c:v>
                </c:pt>
                <c:pt idx="540">
                  <c:v>0.05405</c:v>
                </c:pt>
                <c:pt idx="541">
                  <c:v>0.05415</c:v>
                </c:pt>
                <c:pt idx="542">
                  <c:v>0.05425</c:v>
                </c:pt>
                <c:pt idx="543">
                  <c:v>0.05435</c:v>
                </c:pt>
                <c:pt idx="544">
                  <c:v>0.05445</c:v>
                </c:pt>
                <c:pt idx="545">
                  <c:v>0.05455</c:v>
                </c:pt>
                <c:pt idx="546">
                  <c:v>0.05465</c:v>
                </c:pt>
                <c:pt idx="547">
                  <c:v>0.05475</c:v>
                </c:pt>
                <c:pt idx="548">
                  <c:v>0.05485</c:v>
                </c:pt>
                <c:pt idx="549">
                  <c:v>0.05495</c:v>
                </c:pt>
                <c:pt idx="550">
                  <c:v>0.05505</c:v>
                </c:pt>
                <c:pt idx="551">
                  <c:v>0.05515</c:v>
                </c:pt>
                <c:pt idx="552">
                  <c:v>0.05525</c:v>
                </c:pt>
                <c:pt idx="553">
                  <c:v>0.05535</c:v>
                </c:pt>
                <c:pt idx="554">
                  <c:v>0.05545</c:v>
                </c:pt>
                <c:pt idx="555">
                  <c:v>0.05555</c:v>
                </c:pt>
                <c:pt idx="556">
                  <c:v>0.05565</c:v>
                </c:pt>
                <c:pt idx="557">
                  <c:v>0.05575</c:v>
                </c:pt>
                <c:pt idx="558">
                  <c:v>0.05585</c:v>
                </c:pt>
                <c:pt idx="559">
                  <c:v>0.05595</c:v>
                </c:pt>
                <c:pt idx="560">
                  <c:v>0.05605</c:v>
                </c:pt>
                <c:pt idx="561">
                  <c:v>0.05615</c:v>
                </c:pt>
                <c:pt idx="562">
                  <c:v>0.05625</c:v>
                </c:pt>
                <c:pt idx="563">
                  <c:v>0.05635</c:v>
                </c:pt>
                <c:pt idx="564">
                  <c:v>0.05645</c:v>
                </c:pt>
                <c:pt idx="565">
                  <c:v>0.05655</c:v>
                </c:pt>
                <c:pt idx="566">
                  <c:v>0.05665</c:v>
                </c:pt>
                <c:pt idx="567">
                  <c:v>0.05675</c:v>
                </c:pt>
                <c:pt idx="568">
                  <c:v>0.05685</c:v>
                </c:pt>
                <c:pt idx="569">
                  <c:v>0.05695</c:v>
                </c:pt>
                <c:pt idx="570">
                  <c:v>0.05705</c:v>
                </c:pt>
                <c:pt idx="571">
                  <c:v>0.05715</c:v>
                </c:pt>
                <c:pt idx="572">
                  <c:v>0.05725</c:v>
                </c:pt>
                <c:pt idx="573">
                  <c:v>0.05735</c:v>
                </c:pt>
                <c:pt idx="574">
                  <c:v>0.05745</c:v>
                </c:pt>
                <c:pt idx="575">
                  <c:v>0.05755</c:v>
                </c:pt>
                <c:pt idx="576">
                  <c:v>0.05765</c:v>
                </c:pt>
                <c:pt idx="577">
                  <c:v>0.05775</c:v>
                </c:pt>
                <c:pt idx="578">
                  <c:v>0.05785</c:v>
                </c:pt>
                <c:pt idx="579">
                  <c:v>0.05795</c:v>
                </c:pt>
                <c:pt idx="580">
                  <c:v>0.05805</c:v>
                </c:pt>
                <c:pt idx="581">
                  <c:v>0.05815</c:v>
                </c:pt>
                <c:pt idx="582">
                  <c:v>0.05825</c:v>
                </c:pt>
                <c:pt idx="583">
                  <c:v>0.05835</c:v>
                </c:pt>
                <c:pt idx="584">
                  <c:v>0.05845</c:v>
                </c:pt>
                <c:pt idx="585">
                  <c:v>0.05855</c:v>
                </c:pt>
                <c:pt idx="586">
                  <c:v>0.05865</c:v>
                </c:pt>
                <c:pt idx="587">
                  <c:v>0.05875</c:v>
                </c:pt>
                <c:pt idx="588">
                  <c:v>0.05885</c:v>
                </c:pt>
                <c:pt idx="589">
                  <c:v>0.05895</c:v>
                </c:pt>
                <c:pt idx="590">
                  <c:v>0.05905</c:v>
                </c:pt>
                <c:pt idx="591">
                  <c:v>0.05915</c:v>
                </c:pt>
                <c:pt idx="592">
                  <c:v>0.05925</c:v>
                </c:pt>
                <c:pt idx="593">
                  <c:v>0.05935</c:v>
                </c:pt>
                <c:pt idx="594">
                  <c:v>0.05945</c:v>
                </c:pt>
                <c:pt idx="595">
                  <c:v>0.05955</c:v>
                </c:pt>
                <c:pt idx="596">
                  <c:v>0.05965</c:v>
                </c:pt>
                <c:pt idx="597">
                  <c:v>0.05975</c:v>
                </c:pt>
                <c:pt idx="598">
                  <c:v>0.05985</c:v>
                </c:pt>
                <c:pt idx="599">
                  <c:v>0.05995</c:v>
                </c:pt>
                <c:pt idx="600">
                  <c:v>0.06005</c:v>
                </c:pt>
                <c:pt idx="601">
                  <c:v>0.06015</c:v>
                </c:pt>
                <c:pt idx="602">
                  <c:v>0.06025</c:v>
                </c:pt>
                <c:pt idx="603">
                  <c:v>0.06035</c:v>
                </c:pt>
                <c:pt idx="604">
                  <c:v>0.06045</c:v>
                </c:pt>
                <c:pt idx="605">
                  <c:v>0.06055</c:v>
                </c:pt>
                <c:pt idx="606">
                  <c:v>0.06065</c:v>
                </c:pt>
                <c:pt idx="607">
                  <c:v>0.06075</c:v>
                </c:pt>
                <c:pt idx="608">
                  <c:v>0.06085</c:v>
                </c:pt>
                <c:pt idx="609">
                  <c:v>0.06095</c:v>
                </c:pt>
                <c:pt idx="610">
                  <c:v>0.06105</c:v>
                </c:pt>
                <c:pt idx="611">
                  <c:v>0.06115</c:v>
                </c:pt>
                <c:pt idx="612">
                  <c:v>0.06125</c:v>
                </c:pt>
                <c:pt idx="613">
                  <c:v>0.06135</c:v>
                </c:pt>
                <c:pt idx="614">
                  <c:v>0.06145</c:v>
                </c:pt>
                <c:pt idx="615">
                  <c:v>0.06155</c:v>
                </c:pt>
                <c:pt idx="616">
                  <c:v>0.06165</c:v>
                </c:pt>
                <c:pt idx="617">
                  <c:v>0.06175</c:v>
                </c:pt>
                <c:pt idx="618">
                  <c:v>0.06185</c:v>
                </c:pt>
                <c:pt idx="619">
                  <c:v>0.06195</c:v>
                </c:pt>
                <c:pt idx="620">
                  <c:v>0.06205</c:v>
                </c:pt>
                <c:pt idx="621">
                  <c:v>0.06215</c:v>
                </c:pt>
                <c:pt idx="622">
                  <c:v>0.06225</c:v>
                </c:pt>
                <c:pt idx="623">
                  <c:v>0.06235</c:v>
                </c:pt>
                <c:pt idx="624">
                  <c:v>0.06245</c:v>
                </c:pt>
                <c:pt idx="625">
                  <c:v>0.06255</c:v>
                </c:pt>
                <c:pt idx="626">
                  <c:v>0.06265</c:v>
                </c:pt>
                <c:pt idx="627">
                  <c:v>0.06275</c:v>
                </c:pt>
                <c:pt idx="628">
                  <c:v>0.06285</c:v>
                </c:pt>
                <c:pt idx="629">
                  <c:v>0.06295</c:v>
                </c:pt>
                <c:pt idx="630">
                  <c:v>0.06305</c:v>
                </c:pt>
                <c:pt idx="631">
                  <c:v>0.06315</c:v>
                </c:pt>
                <c:pt idx="632">
                  <c:v>0.06325</c:v>
                </c:pt>
                <c:pt idx="633">
                  <c:v>0.06335</c:v>
                </c:pt>
                <c:pt idx="634">
                  <c:v>0.06345</c:v>
                </c:pt>
                <c:pt idx="635">
                  <c:v>0.06355</c:v>
                </c:pt>
                <c:pt idx="636">
                  <c:v>0.06365</c:v>
                </c:pt>
                <c:pt idx="637">
                  <c:v>0.06375</c:v>
                </c:pt>
                <c:pt idx="638">
                  <c:v>0.06385</c:v>
                </c:pt>
                <c:pt idx="639">
                  <c:v>0.06395</c:v>
                </c:pt>
                <c:pt idx="640">
                  <c:v>0.06405</c:v>
                </c:pt>
                <c:pt idx="641">
                  <c:v>0.06415</c:v>
                </c:pt>
                <c:pt idx="642">
                  <c:v>0.06425</c:v>
                </c:pt>
                <c:pt idx="643">
                  <c:v>0.06435</c:v>
                </c:pt>
                <c:pt idx="644">
                  <c:v>0.06445</c:v>
                </c:pt>
                <c:pt idx="645">
                  <c:v>0.06455</c:v>
                </c:pt>
                <c:pt idx="646">
                  <c:v>0.06465</c:v>
                </c:pt>
                <c:pt idx="647">
                  <c:v>0.06475</c:v>
                </c:pt>
                <c:pt idx="648">
                  <c:v>0.06485</c:v>
                </c:pt>
                <c:pt idx="649">
                  <c:v>0.06495</c:v>
                </c:pt>
                <c:pt idx="650">
                  <c:v>0.06505</c:v>
                </c:pt>
                <c:pt idx="651">
                  <c:v>0.06515</c:v>
                </c:pt>
                <c:pt idx="652">
                  <c:v>0.06525</c:v>
                </c:pt>
                <c:pt idx="653">
                  <c:v>0.06535</c:v>
                </c:pt>
                <c:pt idx="654">
                  <c:v>0.06545</c:v>
                </c:pt>
                <c:pt idx="655">
                  <c:v>0.06555</c:v>
                </c:pt>
                <c:pt idx="656">
                  <c:v>0.06565</c:v>
                </c:pt>
                <c:pt idx="657">
                  <c:v>0.06575</c:v>
                </c:pt>
                <c:pt idx="658">
                  <c:v>0.06585</c:v>
                </c:pt>
                <c:pt idx="659">
                  <c:v>0.06595</c:v>
                </c:pt>
                <c:pt idx="660">
                  <c:v>0.06605</c:v>
                </c:pt>
                <c:pt idx="661">
                  <c:v>0.06615</c:v>
                </c:pt>
                <c:pt idx="662">
                  <c:v>0.06625</c:v>
                </c:pt>
                <c:pt idx="663">
                  <c:v>0.06635</c:v>
                </c:pt>
                <c:pt idx="664">
                  <c:v>0.06645</c:v>
                </c:pt>
                <c:pt idx="665">
                  <c:v>0.06655</c:v>
                </c:pt>
                <c:pt idx="666">
                  <c:v>0.06665</c:v>
                </c:pt>
                <c:pt idx="667">
                  <c:v>0.06675</c:v>
                </c:pt>
                <c:pt idx="668">
                  <c:v>0.06685</c:v>
                </c:pt>
                <c:pt idx="669">
                  <c:v>0.06695</c:v>
                </c:pt>
                <c:pt idx="670">
                  <c:v>0.06705</c:v>
                </c:pt>
                <c:pt idx="671">
                  <c:v>0.06715</c:v>
                </c:pt>
                <c:pt idx="672">
                  <c:v>0.06725</c:v>
                </c:pt>
                <c:pt idx="673">
                  <c:v>0.06735</c:v>
                </c:pt>
                <c:pt idx="674">
                  <c:v>0.06745</c:v>
                </c:pt>
                <c:pt idx="675">
                  <c:v>0.06755</c:v>
                </c:pt>
                <c:pt idx="676">
                  <c:v>0.06765</c:v>
                </c:pt>
                <c:pt idx="677">
                  <c:v>0.06775</c:v>
                </c:pt>
                <c:pt idx="678">
                  <c:v>0.06785</c:v>
                </c:pt>
                <c:pt idx="679">
                  <c:v>0.06795</c:v>
                </c:pt>
                <c:pt idx="680">
                  <c:v>0.06805</c:v>
                </c:pt>
                <c:pt idx="681">
                  <c:v>0.06815</c:v>
                </c:pt>
                <c:pt idx="682">
                  <c:v>0.06825</c:v>
                </c:pt>
                <c:pt idx="683">
                  <c:v>0.06835</c:v>
                </c:pt>
                <c:pt idx="684">
                  <c:v>0.06845</c:v>
                </c:pt>
                <c:pt idx="685">
                  <c:v>0.06855</c:v>
                </c:pt>
                <c:pt idx="686">
                  <c:v>0.06865</c:v>
                </c:pt>
                <c:pt idx="687">
                  <c:v>0.06875</c:v>
                </c:pt>
                <c:pt idx="688">
                  <c:v>0.06885</c:v>
                </c:pt>
                <c:pt idx="689">
                  <c:v>0.06895</c:v>
                </c:pt>
                <c:pt idx="690">
                  <c:v>0.06905</c:v>
                </c:pt>
                <c:pt idx="691">
                  <c:v>0.06915</c:v>
                </c:pt>
                <c:pt idx="692">
                  <c:v>0.06925</c:v>
                </c:pt>
                <c:pt idx="693">
                  <c:v>0.06935</c:v>
                </c:pt>
                <c:pt idx="694">
                  <c:v>0.06945</c:v>
                </c:pt>
                <c:pt idx="695">
                  <c:v>0.06955</c:v>
                </c:pt>
                <c:pt idx="696">
                  <c:v>0.06965</c:v>
                </c:pt>
                <c:pt idx="697">
                  <c:v>0.06975</c:v>
                </c:pt>
                <c:pt idx="698">
                  <c:v>0.06985</c:v>
                </c:pt>
                <c:pt idx="699">
                  <c:v>0.06995</c:v>
                </c:pt>
                <c:pt idx="700">
                  <c:v>0.07005</c:v>
                </c:pt>
                <c:pt idx="701">
                  <c:v>0.07015</c:v>
                </c:pt>
                <c:pt idx="702">
                  <c:v>0.07025</c:v>
                </c:pt>
                <c:pt idx="703">
                  <c:v>0.07035</c:v>
                </c:pt>
                <c:pt idx="704">
                  <c:v>0.07045</c:v>
                </c:pt>
                <c:pt idx="705">
                  <c:v>0.07055</c:v>
                </c:pt>
                <c:pt idx="706">
                  <c:v>0.07065</c:v>
                </c:pt>
                <c:pt idx="707">
                  <c:v>0.07075</c:v>
                </c:pt>
                <c:pt idx="708">
                  <c:v>0.07085</c:v>
                </c:pt>
                <c:pt idx="709">
                  <c:v>0.07095</c:v>
                </c:pt>
                <c:pt idx="710">
                  <c:v>0.07105</c:v>
                </c:pt>
                <c:pt idx="711">
                  <c:v>0.07115</c:v>
                </c:pt>
                <c:pt idx="712">
                  <c:v>0.07125</c:v>
                </c:pt>
                <c:pt idx="713">
                  <c:v>0.07135</c:v>
                </c:pt>
                <c:pt idx="714">
                  <c:v>0.07145</c:v>
                </c:pt>
                <c:pt idx="715">
                  <c:v>0.07155</c:v>
                </c:pt>
                <c:pt idx="716">
                  <c:v>0.07165</c:v>
                </c:pt>
                <c:pt idx="717">
                  <c:v>0.07175</c:v>
                </c:pt>
                <c:pt idx="718">
                  <c:v>0.07185</c:v>
                </c:pt>
                <c:pt idx="719">
                  <c:v>0.07195</c:v>
                </c:pt>
                <c:pt idx="720">
                  <c:v>0.07205</c:v>
                </c:pt>
                <c:pt idx="721">
                  <c:v>0.07215</c:v>
                </c:pt>
                <c:pt idx="722">
                  <c:v>0.07225</c:v>
                </c:pt>
                <c:pt idx="723">
                  <c:v>0.07235</c:v>
                </c:pt>
                <c:pt idx="724">
                  <c:v>0.07245</c:v>
                </c:pt>
                <c:pt idx="725">
                  <c:v>0.07255</c:v>
                </c:pt>
                <c:pt idx="726">
                  <c:v>0.07265</c:v>
                </c:pt>
                <c:pt idx="727">
                  <c:v>0.07275</c:v>
                </c:pt>
                <c:pt idx="728">
                  <c:v>0.07285</c:v>
                </c:pt>
                <c:pt idx="729">
                  <c:v>0.07295</c:v>
                </c:pt>
                <c:pt idx="730">
                  <c:v>0.07305</c:v>
                </c:pt>
                <c:pt idx="731">
                  <c:v>0.07315</c:v>
                </c:pt>
                <c:pt idx="732">
                  <c:v>0.07325</c:v>
                </c:pt>
                <c:pt idx="733">
                  <c:v>0.07335</c:v>
                </c:pt>
                <c:pt idx="734">
                  <c:v>0.07345</c:v>
                </c:pt>
                <c:pt idx="735">
                  <c:v>0.07355</c:v>
                </c:pt>
                <c:pt idx="736">
                  <c:v>0.07365</c:v>
                </c:pt>
                <c:pt idx="737">
                  <c:v>0.07375</c:v>
                </c:pt>
                <c:pt idx="738">
                  <c:v>0.07385</c:v>
                </c:pt>
                <c:pt idx="739">
                  <c:v>0.07395</c:v>
                </c:pt>
                <c:pt idx="740">
                  <c:v>0.07405</c:v>
                </c:pt>
                <c:pt idx="741">
                  <c:v>0.07415</c:v>
                </c:pt>
                <c:pt idx="742">
                  <c:v>0.07425</c:v>
                </c:pt>
                <c:pt idx="743">
                  <c:v>0.07435</c:v>
                </c:pt>
                <c:pt idx="744">
                  <c:v>0.07445</c:v>
                </c:pt>
                <c:pt idx="745">
                  <c:v>0.07455</c:v>
                </c:pt>
                <c:pt idx="746">
                  <c:v>0.07465</c:v>
                </c:pt>
                <c:pt idx="747">
                  <c:v>0.07475</c:v>
                </c:pt>
                <c:pt idx="748">
                  <c:v>0.07485</c:v>
                </c:pt>
                <c:pt idx="749">
                  <c:v>0.07495</c:v>
                </c:pt>
                <c:pt idx="750">
                  <c:v>0.07505</c:v>
                </c:pt>
                <c:pt idx="751">
                  <c:v>0.07515</c:v>
                </c:pt>
                <c:pt idx="752">
                  <c:v>0.07525</c:v>
                </c:pt>
                <c:pt idx="753">
                  <c:v>0.07535</c:v>
                </c:pt>
                <c:pt idx="754">
                  <c:v>0.07545</c:v>
                </c:pt>
                <c:pt idx="755">
                  <c:v>0.07555</c:v>
                </c:pt>
                <c:pt idx="756">
                  <c:v>0.07565</c:v>
                </c:pt>
                <c:pt idx="757">
                  <c:v>0.07575</c:v>
                </c:pt>
                <c:pt idx="758">
                  <c:v>0.07585</c:v>
                </c:pt>
                <c:pt idx="759">
                  <c:v>0.07595</c:v>
                </c:pt>
                <c:pt idx="760">
                  <c:v>0.07605</c:v>
                </c:pt>
                <c:pt idx="761">
                  <c:v>0.07615</c:v>
                </c:pt>
                <c:pt idx="762">
                  <c:v>0.07625</c:v>
                </c:pt>
                <c:pt idx="763">
                  <c:v>0.07635</c:v>
                </c:pt>
                <c:pt idx="764">
                  <c:v>0.07645</c:v>
                </c:pt>
                <c:pt idx="765">
                  <c:v>0.07655</c:v>
                </c:pt>
                <c:pt idx="766">
                  <c:v>0.07665</c:v>
                </c:pt>
                <c:pt idx="767">
                  <c:v>0.07675</c:v>
                </c:pt>
                <c:pt idx="768">
                  <c:v>0.07685</c:v>
                </c:pt>
                <c:pt idx="769">
                  <c:v>0.07695</c:v>
                </c:pt>
                <c:pt idx="770">
                  <c:v>0.07705</c:v>
                </c:pt>
                <c:pt idx="771">
                  <c:v>0.07715</c:v>
                </c:pt>
                <c:pt idx="772">
                  <c:v>0.07725</c:v>
                </c:pt>
                <c:pt idx="773">
                  <c:v>0.07735</c:v>
                </c:pt>
                <c:pt idx="774">
                  <c:v>0.07745</c:v>
                </c:pt>
                <c:pt idx="775">
                  <c:v>0.07755</c:v>
                </c:pt>
                <c:pt idx="776">
                  <c:v>0.07765</c:v>
                </c:pt>
                <c:pt idx="777">
                  <c:v>0.07775</c:v>
                </c:pt>
                <c:pt idx="778">
                  <c:v>0.07785</c:v>
                </c:pt>
                <c:pt idx="779">
                  <c:v>0.07795</c:v>
                </c:pt>
                <c:pt idx="780">
                  <c:v>0.07805</c:v>
                </c:pt>
                <c:pt idx="781">
                  <c:v>0.07815</c:v>
                </c:pt>
                <c:pt idx="782">
                  <c:v>0.07825</c:v>
                </c:pt>
                <c:pt idx="783">
                  <c:v>0.07835</c:v>
                </c:pt>
                <c:pt idx="784">
                  <c:v>0.07845</c:v>
                </c:pt>
                <c:pt idx="785">
                  <c:v>0.07855</c:v>
                </c:pt>
                <c:pt idx="786">
                  <c:v>0.07865</c:v>
                </c:pt>
                <c:pt idx="787">
                  <c:v>0.07875</c:v>
                </c:pt>
                <c:pt idx="788">
                  <c:v>0.07885</c:v>
                </c:pt>
                <c:pt idx="789">
                  <c:v>0.07895</c:v>
                </c:pt>
                <c:pt idx="790">
                  <c:v>0.07905</c:v>
                </c:pt>
                <c:pt idx="791">
                  <c:v>0.07915</c:v>
                </c:pt>
                <c:pt idx="792">
                  <c:v>0.07925</c:v>
                </c:pt>
                <c:pt idx="793">
                  <c:v>0.07935</c:v>
                </c:pt>
                <c:pt idx="794">
                  <c:v>0.07945</c:v>
                </c:pt>
                <c:pt idx="795">
                  <c:v>0.07955</c:v>
                </c:pt>
                <c:pt idx="796">
                  <c:v>0.07965</c:v>
                </c:pt>
                <c:pt idx="797">
                  <c:v>0.07975</c:v>
                </c:pt>
                <c:pt idx="798">
                  <c:v>0.07985</c:v>
                </c:pt>
                <c:pt idx="799">
                  <c:v>0.07995</c:v>
                </c:pt>
                <c:pt idx="800">
                  <c:v>0.08005</c:v>
                </c:pt>
                <c:pt idx="801">
                  <c:v>0.08015</c:v>
                </c:pt>
                <c:pt idx="802">
                  <c:v>0.08025</c:v>
                </c:pt>
                <c:pt idx="803">
                  <c:v>0.08035</c:v>
                </c:pt>
                <c:pt idx="804">
                  <c:v>0.08045</c:v>
                </c:pt>
                <c:pt idx="805">
                  <c:v>0.08055</c:v>
                </c:pt>
                <c:pt idx="806">
                  <c:v>0.08065</c:v>
                </c:pt>
                <c:pt idx="807">
                  <c:v>0.08075</c:v>
                </c:pt>
                <c:pt idx="808">
                  <c:v>0.08085</c:v>
                </c:pt>
                <c:pt idx="809">
                  <c:v>0.08095</c:v>
                </c:pt>
                <c:pt idx="810">
                  <c:v>0.08105</c:v>
                </c:pt>
                <c:pt idx="811">
                  <c:v>0.08115</c:v>
                </c:pt>
                <c:pt idx="812">
                  <c:v>0.08125</c:v>
                </c:pt>
                <c:pt idx="813">
                  <c:v>0.08135</c:v>
                </c:pt>
                <c:pt idx="814">
                  <c:v>0.08145</c:v>
                </c:pt>
                <c:pt idx="815">
                  <c:v>0.08155</c:v>
                </c:pt>
                <c:pt idx="816">
                  <c:v>0.08165</c:v>
                </c:pt>
                <c:pt idx="817">
                  <c:v>0.08175</c:v>
                </c:pt>
                <c:pt idx="818">
                  <c:v>0.08185</c:v>
                </c:pt>
                <c:pt idx="819">
                  <c:v>0.08195</c:v>
                </c:pt>
                <c:pt idx="820">
                  <c:v>0.08205</c:v>
                </c:pt>
                <c:pt idx="821">
                  <c:v>0.08215</c:v>
                </c:pt>
                <c:pt idx="822">
                  <c:v>0.08225</c:v>
                </c:pt>
                <c:pt idx="823">
                  <c:v>0.08235</c:v>
                </c:pt>
                <c:pt idx="824">
                  <c:v>0.08245</c:v>
                </c:pt>
                <c:pt idx="825">
                  <c:v>0.08255</c:v>
                </c:pt>
                <c:pt idx="826">
                  <c:v>0.08265</c:v>
                </c:pt>
                <c:pt idx="827">
                  <c:v>0.08275</c:v>
                </c:pt>
                <c:pt idx="828">
                  <c:v>0.08285</c:v>
                </c:pt>
                <c:pt idx="829">
                  <c:v>0.08295</c:v>
                </c:pt>
                <c:pt idx="830">
                  <c:v>0.08305</c:v>
                </c:pt>
                <c:pt idx="831">
                  <c:v>0.08315</c:v>
                </c:pt>
                <c:pt idx="832">
                  <c:v>0.08325</c:v>
                </c:pt>
                <c:pt idx="833">
                  <c:v>0.08335</c:v>
                </c:pt>
                <c:pt idx="834">
                  <c:v>0.08345</c:v>
                </c:pt>
                <c:pt idx="835">
                  <c:v>0.08355</c:v>
                </c:pt>
                <c:pt idx="836">
                  <c:v>0.08365</c:v>
                </c:pt>
                <c:pt idx="837">
                  <c:v>0.08375</c:v>
                </c:pt>
                <c:pt idx="838">
                  <c:v>0.08385</c:v>
                </c:pt>
                <c:pt idx="839">
                  <c:v>0.08395</c:v>
                </c:pt>
                <c:pt idx="840">
                  <c:v>0.08405</c:v>
                </c:pt>
                <c:pt idx="841">
                  <c:v>0.08415</c:v>
                </c:pt>
                <c:pt idx="842">
                  <c:v>0.08425</c:v>
                </c:pt>
                <c:pt idx="843">
                  <c:v>0.08435</c:v>
                </c:pt>
                <c:pt idx="844">
                  <c:v>0.08445</c:v>
                </c:pt>
                <c:pt idx="845">
                  <c:v>0.08455</c:v>
                </c:pt>
                <c:pt idx="846">
                  <c:v>0.08465</c:v>
                </c:pt>
                <c:pt idx="847">
                  <c:v>0.08475</c:v>
                </c:pt>
                <c:pt idx="848">
                  <c:v>0.08485</c:v>
                </c:pt>
                <c:pt idx="849">
                  <c:v>0.08495</c:v>
                </c:pt>
                <c:pt idx="850">
                  <c:v>0.08505</c:v>
                </c:pt>
                <c:pt idx="851">
                  <c:v>0.08515</c:v>
                </c:pt>
                <c:pt idx="852">
                  <c:v>0.08525</c:v>
                </c:pt>
                <c:pt idx="853">
                  <c:v>0.08535</c:v>
                </c:pt>
                <c:pt idx="854">
                  <c:v>0.08545</c:v>
                </c:pt>
                <c:pt idx="855">
                  <c:v>0.08555</c:v>
                </c:pt>
                <c:pt idx="856">
                  <c:v>0.08565</c:v>
                </c:pt>
                <c:pt idx="857">
                  <c:v>0.08575</c:v>
                </c:pt>
                <c:pt idx="858">
                  <c:v>0.08585</c:v>
                </c:pt>
                <c:pt idx="859">
                  <c:v>0.08595</c:v>
                </c:pt>
                <c:pt idx="860">
                  <c:v>0.08605</c:v>
                </c:pt>
                <c:pt idx="861">
                  <c:v>0.08615</c:v>
                </c:pt>
                <c:pt idx="862">
                  <c:v>0.08625</c:v>
                </c:pt>
                <c:pt idx="863">
                  <c:v>0.08635</c:v>
                </c:pt>
                <c:pt idx="864">
                  <c:v>0.08645</c:v>
                </c:pt>
                <c:pt idx="865">
                  <c:v>0.08655</c:v>
                </c:pt>
                <c:pt idx="866">
                  <c:v>0.08665</c:v>
                </c:pt>
                <c:pt idx="867">
                  <c:v>0.08675</c:v>
                </c:pt>
                <c:pt idx="868">
                  <c:v>0.08685</c:v>
                </c:pt>
                <c:pt idx="869">
                  <c:v>0.08695</c:v>
                </c:pt>
                <c:pt idx="870">
                  <c:v>0.08705</c:v>
                </c:pt>
                <c:pt idx="871">
                  <c:v>0.08715</c:v>
                </c:pt>
                <c:pt idx="872">
                  <c:v>0.08725</c:v>
                </c:pt>
                <c:pt idx="873">
                  <c:v>0.08735</c:v>
                </c:pt>
                <c:pt idx="874">
                  <c:v>0.08745</c:v>
                </c:pt>
                <c:pt idx="875">
                  <c:v>0.08755</c:v>
                </c:pt>
                <c:pt idx="876">
                  <c:v>0.08765</c:v>
                </c:pt>
                <c:pt idx="877">
                  <c:v>0.08775</c:v>
                </c:pt>
                <c:pt idx="878">
                  <c:v>0.08785</c:v>
                </c:pt>
                <c:pt idx="879">
                  <c:v>0.08795</c:v>
                </c:pt>
                <c:pt idx="880">
                  <c:v>0.08805</c:v>
                </c:pt>
                <c:pt idx="881">
                  <c:v>0.08815</c:v>
                </c:pt>
                <c:pt idx="882">
                  <c:v>0.08825</c:v>
                </c:pt>
                <c:pt idx="883">
                  <c:v>0.08835</c:v>
                </c:pt>
                <c:pt idx="884">
                  <c:v>0.08845</c:v>
                </c:pt>
                <c:pt idx="885">
                  <c:v>0.08855</c:v>
                </c:pt>
                <c:pt idx="886">
                  <c:v>0.08865</c:v>
                </c:pt>
                <c:pt idx="887">
                  <c:v>0.08875</c:v>
                </c:pt>
                <c:pt idx="888">
                  <c:v>0.08885</c:v>
                </c:pt>
                <c:pt idx="889">
                  <c:v>0.08895</c:v>
                </c:pt>
                <c:pt idx="890">
                  <c:v>0.08905</c:v>
                </c:pt>
                <c:pt idx="891">
                  <c:v>0.08915</c:v>
                </c:pt>
                <c:pt idx="892">
                  <c:v>0.08925</c:v>
                </c:pt>
                <c:pt idx="893">
                  <c:v>0.08935</c:v>
                </c:pt>
                <c:pt idx="894">
                  <c:v>0.08945</c:v>
                </c:pt>
                <c:pt idx="895">
                  <c:v>0.08955</c:v>
                </c:pt>
                <c:pt idx="896">
                  <c:v>0.08965</c:v>
                </c:pt>
                <c:pt idx="897">
                  <c:v>0.08975</c:v>
                </c:pt>
                <c:pt idx="898">
                  <c:v>0.08985</c:v>
                </c:pt>
                <c:pt idx="899">
                  <c:v>0.08995</c:v>
                </c:pt>
                <c:pt idx="900">
                  <c:v>0.09005</c:v>
                </c:pt>
                <c:pt idx="901">
                  <c:v>0.09015</c:v>
                </c:pt>
                <c:pt idx="902">
                  <c:v>0.09025</c:v>
                </c:pt>
                <c:pt idx="903">
                  <c:v>0.09035</c:v>
                </c:pt>
                <c:pt idx="904">
                  <c:v>0.09045</c:v>
                </c:pt>
                <c:pt idx="905">
                  <c:v>0.09055</c:v>
                </c:pt>
                <c:pt idx="906">
                  <c:v>0.09065</c:v>
                </c:pt>
                <c:pt idx="907">
                  <c:v>0.09075</c:v>
                </c:pt>
                <c:pt idx="908">
                  <c:v>0.09085</c:v>
                </c:pt>
                <c:pt idx="909">
                  <c:v>0.09095</c:v>
                </c:pt>
                <c:pt idx="910">
                  <c:v>0.09105</c:v>
                </c:pt>
                <c:pt idx="911">
                  <c:v>0.09115</c:v>
                </c:pt>
                <c:pt idx="912">
                  <c:v>0.09125</c:v>
                </c:pt>
                <c:pt idx="913">
                  <c:v>0.09135</c:v>
                </c:pt>
                <c:pt idx="914">
                  <c:v>0.09145</c:v>
                </c:pt>
                <c:pt idx="915">
                  <c:v>0.09155</c:v>
                </c:pt>
                <c:pt idx="916">
                  <c:v>0.09165</c:v>
                </c:pt>
                <c:pt idx="917">
                  <c:v>0.09175</c:v>
                </c:pt>
                <c:pt idx="918">
                  <c:v>0.09185</c:v>
                </c:pt>
                <c:pt idx="919">
                  <c:v>0.09195</c:v>
                </c:pt>
                <c:pt idx="920">
                  <c:v>0.09205</c:v>
                </c:pt>
                <c:pt idx="921">
                  <c:v>0.09215</c:v>
                </c:pt>
                <c:pt idx="922">
                  <c:v>0.09225</c:v>
                </c:pt>
                <c:pt idx="923">
                  <c:v>0.09235</c:v>
                </c:pt>
                <c:pt idx="924">
                  <c:v>0.09245</c:v>
                </c:pt>
                <c:pt idx="925">
                  <c:v>0.09255</c:v>
                </c:pt>
                <c:pt idx="926">
                  <c:v>0.09265</c:v>
                </c:pt>
                <c:pt idx="927">
                  <c:v>0.09275</c:v>
                </c:pt>
                <c:pt idx="928">
                  <c:v>0.09285</c:v>
                </c:pt>
                <c:pt idx="929">
                  <c:v>0.09295</c:v>
                </c:pt>
                <c:pt idx="930">
                  <c:v>0.09305</c:v>
                </c:pt>
                <c:pt idx="931">
                  <c:v>0.09315</c:v>
                </c:pt>
                <c:pt idx="932">
                  <c:v>0.09325</c:v>
                </c:pt>
                <c:pt idx="933">
                  <c:v>0.09335</c:v>
                </c:pt>
                <c:pt idx="934">
                  <c:v>0.09345</c:v>
                </c:pt>
                <c:pt idx="935">
                  <c:v>0.09355</c:v>
                </c:pt>
                <c:pt idx="936">
                  <c:v>0.09365</c:v>
                </c:pt>
                <c:pt idx="937">
                  <c:v>0.09375</c:v>
                </c:pt>
                <c:pt idx="938">
                  <c:v>0.09385</c:v>
                </c:pt>
                <c:pt idx="939">
                  <c:v>0.09395</c:v>
                </c:pt>
                <c:pt idx="940">
                  <c:v>0.09405</c:v>
                </c:pt>
                <c:pt idx="941">
                  <c:v>0.09415</c:v>
                </c:pt>
                <c:pt idx="942">
                  <c:v>0.09425</c:v>
                </c:pt>
                <c:pt idx="943">
                  <c:v>0.09435</c:v>
                </c:pt>
                <c:pt idx="944">
                  <c:v>0.09445</c:v>
                </c:pt>
                <c:pt idx="945">
                  <c:v>0.09455</c:v>
                </c:pt>
                <c:pt idx="946">
                  <c:v>0.09465</c:v>
                </c:pt>
                <c:pt idx="947">
                  <c:v>0.09475</c:v>
                </c:pt>
                <c:pt idx="948">
                  <c:v>0.09485</c:v>
                </c:pt>
                <c:pt idx="949">
                  <c:v>0.09495</c:v>
                </c:pt>
                <c:pt idx="950">
                  <c:v>0.09505</c:v>
                </c:pt>
                <c:pt idx="951">
                  <c:v>0.09515</c:v>
                </c:pt>
                <c:pt idx="952">
                  <c:v>0.09525</c:v>
                </c:pt>
                <c:pt idx="953">
                  <c:v>0.09535</c:v>
                </c:pt>
                <c:pt idx="954">
                  <c:v>0.09545</c:v>
                </c:pt>
                <c:pt idx="955">
                  <c:v>0.09555</c:v>
                </c:pt>
                <c:pt idx="956">
                  <c:v>0.09565</c:v>
                </c:pt>
                <c:pt idx="957">
                  <c:v>0.09575</c:v>
                </c:pt>
                <c:pt idx="958">
                  <c:v>0.09585</c:v>
                </c:pt>
                <c:pt idx="959">
                  <c:v>0.09595</c:v>
                </c:pt>
                <c:pt idx="960">
                  <c:v>0.09605</c:v>
                </c:pt>
                <c:pt idx="961">
                  <c:v>0.09615</c:v>
                </c:pt>
                <c:pt idx="962">
                  <c:v>0.09625</c:v>
                </c:pt>
                <c:pt idx="963">
                  <c:v>0.09635</c:v>
                </c:pt>
                <c:pt idx="964">
                  <c:v>0.09645</c:v>
                </c:pt>
                <c:pt idx="965">
                  <c:v>0.09655</c:v>
                </c:pt>
                <c:pt idx="966">
                  <c:v>0.09665</c:v>
                </c:pt>
                <c:pt idx="967">
                  <c:v>0.09675</c:v>
                </c:pt>
                <c:pt idx="968">
                  <c:v>0.09685</c:v>
                </c:pt>
                <c:pt idx="969">
                  <c:v>0.09695</c:v>
                </c:pt>
                <c:pt idx="970">
                  <c:v>0.09705</c:v>
                </c:pt>
                <c:pt idx="971">
                  <c:v>0.09715</c:v>
                </c:pt>
                <c:pt idx="972">
                  <c:v>0.09725</c:v>
                </c:pt>
                <c:pt idx="973">
                  <c:v>0.09735</c:v>
                </c:pt>
                <c:pt idx="974">
                  <c:v>0.09745</c:v>
                </c:pt>
                <c:pt idx="975">
                  <c:v>0.09755</c:v>
                </c:pt>
                <c:pt idx="976">
                  <c:v>0.09765</c:v>
                </c:pt>
                <c:pt idx="977">
                  <c:v>0.09775</c:v>
                </c:pt>
                <c:pt idx="978">
                  <c:v>0.09785</c:v>
                </c:pt>
                <c:pt idx="979">
                  <c:v>0.09795</c:v>
                </c:pt>
                <c:pt idx="980">
                  <c:v>0.09805</c:v>
                </c:pt>
                <c:pt idx="981">
                  <c:v>0.09815</c:v>
                </c:pt>
                <c:pt idx="982">
                  <c:v>0.09825</c:v>
                </c:pt>
                <c:pt idx="983">
                  <c:v>0.09835</c:v>
                </c:pt>
                <c:pt idx="984">
                  <c:v>0.09845</c:v>
                </c:pt>
                <c:pt idx="985">
                  <c:v>0.09855</c:v>
                </c:pt>
                <c:pt idx="986">
                  <c:v>0.09865</c:v>
                </c:pt>
                <c:pt idx="987">
                  <c:v>0.09875</c:v>
                </c:pt>
                <c:pt idx="988">
                  <c:v>0.09885</c:v>
                </c:pt>
                <c:pt idx="989">
                  <c:v>0.09895</c:v>
                </c:pt>
                <c:pt idx="990">
                  <c:v>0.09905</c:v>
                </c:pt>
                <c:pt idx="991">
                  <c:v>0.09915</c:v>
                </c:pt>
                <c:pt idx="992">
                  <c:v>0.09925</c:v>
                </c:pt>
                <c:pt idx="993">
                  <c:v>0.09935</c:v>
                </c:pt>
                <c:pt idx="994">
                  <c:v>0.09945</c:v>
                </c:pt>
                <c:pt idx="995">
                  <c:v>0.09955</c:v>
                </c:pt>
                <c:pt idx="996">
                  <c:v>0.09965</c:v>
                </c:pt>
                <c:pt idx="997">
                  <c:v>0.09975</c:v>
                </c:pt>
                <c:pt idx="998">
                  <c:v>0.09985</c:v>
                </c:pt>
                <c:pt idx="999">
                  <c:v>0.09995</c:v>
                </c:pt>
                <c:pt idx="1000">
                  <c:v>0.10005</c:v>
                </c:pt>
                <c:pt idx="1001">
                  <c:v>0.10015</c:v>
                </c:pt>
                <c:pt idx="1002">
                  <c:v>0.10025</c:v>
                </c:pt>
                <c:pt idx="1003">
                  <c:v>0.10035</c:v>
                </c:pt>
                <c:pt idx="1004">
                  <c:v>0.10045</c:v>
                </c:pt>
                <c:pt idx="1005">
                  <c:v>0.10055</c:v>
                </c:pt>
                <c:pt idx="1006">
                  <c:v>0.10065</c:v>
                </c:pt>
                <c:pt idx="1007">
                  <c:v>0.10075</c:v>
                </c:pt>
                <c:pt idx="1008">
                  <c:v>0.10085</c:v>
                </c:pt>
                <c:pt idx="1009">
                  <c:v>0.10095</c:v>
                </c:pt>
                <c:pt idx="1010">
                  <c:v>0.10105</c:v>
                </c:pt>
                <c:pt idx="1011">
                  <c:v>0.10115</c:v>
                </c:pt>
                <c:pt idx="1012">
                  <c:v>0.10125</c:v>
                </c:pt>
                <c:pt idx="1013">
                  <c:v>0.10135</c:v>
                </c:pt>
                <c:pt idx="1014">
                  <c:v>0.10145</c:v>
                </c:pt>
                <c:pt idx="1015">
                  <c:v>0.10155</c:v>
                </c:pt>
                <c:pt idx="1016">
                  <c:v>0.10165</c:v>
                </c:pt>
                <c:pt idx="1017">
                  <c:v>0.10175</c:v>
                </c:pt>
                <c:pt idx="1018">
                  <c:v>0.10185</c:v>
                </c:pt>
                <c:pt idx="1019">
                  <c:v>0.10195</c:v>
                </c:pt>
                <c:pt idx="1020">
                  <c:v>0.10205</c:v>
                </c:pt>
                <c:pt idx="1021">
                  <c:v>0.10215</c:v>
                </c:pt>
                <c:pt idx="1022">
                  <c:v>0.10225</c:v>
                </c:pt>
                <c:pt idx="1023">
                  <c:v>0.10235</c:v>
                </c:pt>
                <c:pt idx="1024">
                  <c:v>0.10245</c:v>
                </c:pt>
                <c:pt idx="1025">
                  <c:v>0.10255</c:v>
                </c:pt>
                <c:pt idx="1026">
                  <c:v>0.10265</c:v>
                </c:pt>
                <c:pt idx="1027">
                  <c:v>0.10275</c:v>
                </c:pt>
                <c:pt idx="1028">
                  <c:v>0.10285</c:v>
                </c:pt>
                <c:pt idx="1029">
                  <c:v>0.10295</c:v>
                </c:pt>
                <c:pt idx="1030">
                  <c:v>0.10305</c:v>
                </c:pt>
                <c:pt idx="1031">
                  <c:v>0.10315</c:v>
                </c:pt>
                <c:pt idx="1032">
                  <c:v>0.10325</c:v>
                </c:pt>
                <c:pt idx="1033">
                  <c:v>0.10335</c:v>
                </c:pt>
                <c:pt idx="1034">
                  <c:v>0.10345</c:v>
                </c:pt>
                <c:pt idx="1035">
                  <c:v>0.10355</c:v>
                </c:pt>
                <c:pt idx="1036">
                  <c:v>0.10365</c:v>
                </c:pt>
                <c:pt idx="1037">
                  <c:v>0.10375</c:v>
                </c:pt>
                <c:pt idx="1038">
                  <c:v>0.10385</c:v>
                </c:pt>
                <c:pt idx="1039">
                  <c:v>0.10395</c:v>
                </c:pt>
                <c:pt idx="1040">
                  <c:v>0.10405</c:v>
                </c:pt>
                <c:pt idx="1041">
                  <c:v>0.10415</c:v>
                </c:pt>
                <c:pt idx="1042">
                  <c:v>0.10425</c:v>
                </c:pt>
                <c:pt idx="1043">
                  <c:v>0.10435</c:v>
                </c:pt>
                <c:pt idx="1044">
                  <c:v>0.10445</c:v>
                </c:pt>
                <c:pt idx="1045">
                  <c:v>0.10455</c:v>
                </c:pt>
                <c:pt idx="1046">
                  <c:v>0.10465</c:v>
                </c:pt>
                <c:pt idx="1047">
                  <c:v>0.10475</c:v>
                </c:pt>
                <c:pt idx="1048">
                  <c:v>0.10485</c:v>
                </c:pt>
                <c:pt idx="1049">
                  <c:v>0.10495</c:v>
                </c:pt>
                <c:pt idx="1050">
                  <c:v>0.10505</c:v>
                </c:pt>
                <c:pt idx="1051">
                  <c:v>0.10515</c:v>
                </c:pt>
                <c:pt idx="1052">
                  <c:v>0.10525</c:v>
                </c:pt>
                <c:pt idx="1053">
                  <c:v>0.10535</c:v>
                </c:pt>
                <c:pt idx="1054">
                  <c:v>0.10545</c:v>
                </c:pt>
                <c:pt idx="1055">
                  <c:v>0.10555</c:v>
                </c:pt>
                <c:pt idx="1056">
                  <c:v>0.10565</c:v>
                </c:pt>
                <c:pt idx="1057">
                  <c:v>0.10575</c:v>
                </c:pt>
                <c:pt idx="1058">
                  <c:v>0.10585</c:v>
                </c:pt>
                <c:pt idx="1059">
                  <c:v>0.10595</c:v>
                </c:pt>
                <c:pt idx="1060">
                  <c:v>0.10605</c:v>
                </c:pt>
                <c:pt idx="1061">
                  <c:v>0.10615</c:v>
                </c:pt>
                <c:pt idx="1062">
                  <c:v>0.10625</c:v>
                </c:pt>
                <c:pt idx="1063">
                  <c:v>0.10635</c:v>
                </c:pt>
                <c:pt idx="1064">
                  <c:v>0.10645</c:v>
                </c:pt>
                <c:pt idx="1065">
                  <c:v>0.10655</c:v>
                </c:pt>
                <c:pt idx="1066">
                  <c:v>0.10665</c:v>
                </c:pt>
                <c:pt idx="1067">
                  <c:v>0.10675</c:v>
                </c:pt>
                <c:pt idx="1068">
                  <c:v>0.10685</c:v>
                </c:pt>
                <c:pt idx="1069">
                  <c:v>0.10695</c:v>
                </c:pt>
                <c:pt idx="1070">
                  <c:v>0.10705</c:v>
                </c:pt>
                <c:pt idx="1071">
                  <c:v>0.10715</c:v>
                </c:pt>
                <c:pt idx="1072">
                  <c:v>0.10725</c:v>
                </c:pt>
                <c:pt idx="1073">
                  <c:v>0.10735</c:v>
                </c:pt>
                <c:pt idx="1074">
                  <c:v>0.10745</c:v>
                </c:pt>
                <c:pt idx="1075">
                  <c:v>0.10755</c:v>
                </c:pt>
                <c:pt idx="1076">
                  <c:v>0.10765</c:v>
                </c:pt>
                <c:pt idx="1077">
                  <c:v>0.10775</c:v>
                </c:pt>
                <c:pt idx="1078">
                  <c:v>0.10785</c:v>
                </c:pt>
                <c:pt idx="1079">
                  <c:v>0.10795</c:v>
                </c:pt>
                <c:pt idx="1080">
                  <c:v>0.10805</c:v>
                </c:pt>
                <c:pt idx="1081">
                  <c:v>0.10815</c:v>
                </c:pt>
                <c:pt idx="1082">
                  <c:v>0.10825</c:v>
                </c:pt>
                <c:pt idx="1083">
                  <c:v>0.10835</c:v>
                </c:pt>
                <c:pt idx="1084">
                  <c:v>0.10845</c:v>
                </c:pt>
                <c:pt idx="1085">
                  <c:v>0.10855</c:v>
                </c:pt>
                <c:pt idx="1086">
                  <c:v>0.10865</c:v>
                </c:pt>
                <c:pt idx="1087">
                  <c:v>0.10875</c:v>
                </c:pt>
                <c:pt idx="1088">
                  <c:v>0.10885</c:v>
                </c:pt>
                <c:pt idx="1089">
                  <c:v>0.10895</c:v>
                </c:pt>
                <c:pt idx="1090">
                  <c:v>0.10905</c:v>
                </c:pt>
                <c:pt idx="1091">
                  <c:v>0.10915</c:v>
                </c:pt>
                <c:pt idx="1092">
                  <c:v>0.10925</c:v>
                </c:pt>
                <c:pt idx="1093">
                  <c:v>0.10935</c:v>
                </c:pt>
                <c:pt idx="1094">
                  <c:v>0.10945</c:v>
                </c:pt>
                <c:pt idx="1095">
                  <c:v>0.10955</c:v>
                </c:pt>
                <c:pt idx="1096">
                  <c:v>0.10965</c:v>
                </c:pt>
                <c:pt idx="1097">
                  <c:v>0.10975</c:v>
                </c:pt>
                <c:pt idx="1098">
                  <c:v>0.10985</c:v>
                </c:pt>
                <c:pt idx="1099">
                  <c:v>0.10995</c:v>
                </c:pt>
                <c:pt idx="1100">
                  <c:v>0.11005</c:v>
                </c:pt>
                <c:pt idx="1101">
                  <c:v>0.11015</c:v>
                </c:pt>
                <c:pt idx="1102">
                  <c:v>0.11025</c:v>
                </c:pt>
                <c:pt idx="1103">
                  <c:v>0.11035</c:v>
                </c:pt>
                <c:pt idx="1104">
                  <c:v>0.11045</c:v>
                </c:pt>
                <c:pt idx="1105">
                  <c:v>0.11055</c:v>
                </c:pt>
                <c:pt idx="1106">
                  <c:v>0.11065</c:v>
                </c:pt>
                <c:pt idx="1107">
                  <c:v>0.11075</c:v>
                </c:pt>
                <c:pt idx="1108">
                  <c:v>0.11085</c:v>
                </c:pt>
                <c:pt idx="1109">
                  <c:v>0.11095</c:v>
                </c:pt>
                <c:pt idx="1110">
                  <c:v>0.11105</c:v>
                </c:pt>
                <c:pt idx="1111">
                  <c:v>0.11115</c:v>
                </c:pt>
                <c:pt idx="1112">
                  <c:v>0.11125</c:v>
                </c:pt>
                <c:pt idx="1113">
                  <c:v>0.11135</c:v>
                </c:pt>
                <c:pt idx="1114">
                  <c:v>0.11145</c:v>
                </c:pt>
                <c:pt idx="1115">
                  <c:v>0.11155</c:v>
                </c:pt>
                <c:pt idx="1116">
                  <c:v>0.11165</c:v>
                </c:pt>
                <c:pt idx="1117">
                  <c:v>0.11175</c:v>
                </c:pt>
                <c:pt idx="1118">
                  <c:v>0.11185</c:v>
                </c:pt>
                <c:pt idx="1119">
                  <c:v>0.11195</c:v>
                </c:pt>
                <c:pt idx="1120">
                  <c:v>0.11205</c:v>
                </c:pt>
                <c:pt idx="1121">
                  <c:v>0.11215</c:v>
                </c:pt>
                <c:pt idx="1122">
                  <c:v>0.11225</c:v>
                </c:pt>
                <c:pt idx="1123">
                  <c:v>0.11235</c:v>
                </c:pt>
                <c:pt idx="1124">
                  <c:v>0.11245</c:v>
                </c:pt>
                <c:pt idx="1125">
                  <c:v>0.11255</c:v>
                </c:pt>
                <c:pt idx="1126">
                  <c:v>0.11265</c:v>
                </c:pt>
                <c:pt idx="1127">
                  <c:v>0.11275</c:v>
                </c:pt>
                <c:pt idx="1128">
                  <c:v>0.11285</c:v>
                </c:pt>
                <c:pt idx="1129">
                  <c:v>0.11295</c:v>
                </c:pt>
                <c:pt idx="1130">
                  <c:v>0.11305</c:v>
                </c:pt>
                <c:pt idx="1131">
                  <c:v>0.11315</c:v>
                </c:pt>
                <c:pt idx="1132">
                  <c:v>0.11325</c:v>
                </c:pt>
                <c:pt idx="1133">
                  <c:v>0.11335</c:v>
                </c:pt>
                <c:pt idx="1134">
                  <c:v>0.11345</c:v>
                </c:pt>
                <c:pt idx="1135">
                  <c:v>0.11355</c:v>
                </c:pt>
                <c:pt idx="1136">
                  <c:v>0.11365</c:v>
                </c:pt>
                <c:pt idx="1137">
                  <c:v>0.11375</c:v>
                </c:pt>
                <c:pt idx="1138">
                  <c:v>0.11385</c:v>
                </c:pt>
                <c:pt idx="1139">
                  <c:v>0.11395</c:v>
                </c:pt>
                <c:pt idx="1140">
                  <c:v>0.11405</c:v>
                </c:pt>
                <c:pt idx="1141">
                  <c:v>0.11415</c:v>
                </c:pt>
                <c:pt idx="1142">
                  <c:v>0.11425</c:v>
                </c:pt>
                <c:pt idx="1143">
                  <c:v>0.11435</c:v>
                </c:pt>
                <c:pt idx="1144">
                  <c:v>0.11445</c:v>
                </c:pt>
                <c:pt idx="1145">
                  <c:v>0.11455</c:v>
                </c:pt>
                <c:pt idx="1146">
                  <c:v>0.11465</c:v>
                </c:pt>
                <c:pt idx="1147">
                  <c:v>0.11475</c:v>
                </c:pt>
                <c:pt idx="1148">
                  <c:v>0.11485</c:v>
                </c:pt>
                <c:pt idx="1149">
                  <c:v>0.11495</c:v>
                </c:pt>
                <c:pt idx="1150">
                  <c:v>0.11505</c:v>
                </c:pt>
                <c:pt idx="1151">
                  <c:v>0.11515</c:v>
                </c:pt>
                <c:pt idx="1152">
                  <c:v>0.11525</c:v>
                </c:pt>
                <c:pt idx="1153">
                  <c:v>0.11535</c:v>
                </c:pt>
                <c:pt idx="1154">
                  <c:v>0.11545</c:v>
                </c:pt>
                <c:pt idx="1155">
                  <c:v>0.11555</c:v>
                </c:pt>
                <c:pt idx="1156">
                  <c:v>0.11565</c:v>
                </c:pt>
                <c:pt idx="1157">
                  <c:v>0.11575</c:v>
                </c:pt>
                <c:pt idx="1158">
                  <c:v>0.11585</c:v>
                </c:pt>
                <c:pt idx="1159">
                  <c:v>0.11595</c:v>
                </c:pt>
                <c:pt idx="1160">
                  <c:v>0.11605</c:v>
                </c:pt>
                <c:pt idx="1161">
                  <c:v>0.11615</c:v>
                </c:pt>
                <c:pt idx="1162">
                  <c:v>0.11625</c:v>
                </c:pt>
                <c:pt idx="1163">
                  <c:v>0.11635</c:v>
                </c:pt>
                <c:pt idx="1164">
                  <c:v>0.11645</c:v>
                </c:pt>
                <c:pt idx="1165">
                  <c:v>0.11655</c:v>
                </c:pt>
                <c:pt idx="1166">
                  <c:v>0.11665</c:v>
                </c:pt>
                <c:pt idx="1167">
                  <c:v>0.11675</c:v>
                </c:pt>
                <c:pt idx="1168">
                  <c:v>0.11685</c:v>
                </c:pt>
                <c:pt idx="1169">
                  <c:v>0.11695</c:v>
                </c:pt>
                <c:pt idx="1170">
                  <c:v>0.11705</c:v>
                </c:pt>
                <c:pt idx="1171">
                  <c:v>0.11715</c:v>
                </c:pt>
                <c:pt idx="1172">
                  <c:v>0.11725</c:v>
                </c:pt>
                <c:pt idx="1173">
                  <c:v>0.11735</c:v>
                </c:pt>
                <c:pt idx="1174">
                  <c:v>0.11745</c:v>
                </c:pt>
                <c:pt idx="1175">
                  <c:v>0.11755</c:v>
                </c:pt>
                <c:pt idx="1176">
                  <c:v>0.11765</c:v>
                </c:pt>
                <c:pt idx="1177">
                  <c:v>0.11775</c:v>
                </c:pt>
                <c:pt idx="1178">
                  <c:v>0.11785</c:v>
                </c:pt>
                <c:pt idx="1179">
                  <c:v>0.11795</c:v>
                </c:pt>
                <c:pt idx="1180">
                  <c:v>0.11805</c:v>
                </c:pt>
                <c:pt idx="1181">
                  <c:v>0.11815</c:v>
                </c:pt>
                <c:pt idx="1182">
                  <c:v>0.11825</c:v>
                </c:pt>
                <c:pt idx="1183">
                  <c:v>0.11835</c:v>
                </c:pt>
                <c:pt idx="1184">
                  <c:v>0.11845</c:v>
                </c:pt>
                <c:pt idx="1185">
                  <c:v>0.11855</c:v>
                </c:pt>
                <c:pt idx="1186">
                  <c:v>0.11865</c:v>
                </c:pt>
                <c:pt idx="1187">
                  <c:v>0.11875</c:v>
                </c:pt>
                <c:pt idx="1188">
                  <c:v>0.11885</c:v>
                </c:pt>
                <c:pt idx="1189">
                  <c:v>0.11895</c:v>
                </c:pt>
                <c:pt idx="1190">
                  <c:v>0.11905</c:v>
                </c:pt>
                <c:pt idx="1191">
                  <c:v>0.11915</c:v>
                </c:pt>
                <c:pt idx="1192">
                  <c:v>0.11925</c:v>
                </c:pt>
                <c:pt idx="1193">
                  <c:v>0.11935</c:v>
                </c:pt>
                <c:pt idx="1194">
                  <c:v>0.11945</c:v>
                </c:pt>
                <c:pt idx="1195">
                  <c:v>0.11955</c:v>
                </c:pt>
                <c:pt idx="1196">
                  <c:v>0.11965</c:v>
                </c:pt>
                <c:pt idx="1197">
                  <c:v>0.11975</c:v>
                </c:pt>
                <c:pt idx="1198">
                  <c:v>0.11985</c:v>
                </c:pt>
                <c:pt idx="1199">
                  <c:v>0.11995</c:v>
                </c:pt>
                <c:pt idx="1200">
                  <c:v>0.12005</c:v>
                </c:pt>
                <c:pt idx="1201">
                  <c:v>0.12015</c:v>
                </c:pt>
                <c:pt idx="1202">
                  <c:v>0.12025</c:v>
                </c:pt>
                <c:pt idx="1203">
                  <c:v>0.12035</c:v>
                </c:pt>
                <c:pt idx="1204">
                  <c:v>0.12045</c:v>
                </c:pt>
                <c:pt idx="1205">
                  <c:v>0.12055</c:v>
                </c:pt>
                <c:pt idx="1206">
                  <c:v>0.12065</c:v>
                </c:pt>
                <c:pt idx="1207">
                  <c:v>0.12075</c:v>
                </c:pt>
                <c:pt idx="1208">
                  <c:v>0.12085</c:v>
                </c:pt>
                <c:pt idx="1209">
                  <c:v>0.12095</c:v>
                </c:pt>
                <c:pt idx="1210">
                  <c:v>0.12105</c:v>
                </c:pt>
                <c:pt idx="1211">
                  <c:v>0.12115</c:v>
                </c:pt>
                <c:pt idx="1212">
                  <c:v>0.12125</c:v>
                </c:pt>
                <c:pt idx="1213">
                  <c:v>0.12135</c:v>
                </c:pt>
                <c:pt idx="1214">
                  <c:v>0.12145</c:v>
                </c:pt>
                <c:pt idx="1215">
                  <c:v>0.12155</c:v>
                </c:pt>
                <c:pt idx="1216">
                  <c:v>0.12165</c:v>
                </c:pt>
                <c:pt idx="1217">
                  <c:v>0.12175</c:v>
                </c:pt>
                <c:pt idx="1218">
                  <c:v>0.12185</c:v>
                </c:pt>
                <c:pt idx="1219">
                  <c:v>0.12195</c:v>
                </c:pt>
                <c:pt idx="1220">
                  <c:v>0.12205</c:v>
                </c:pt>
                <c:pt idx="1221">
                  <c:v>0.12215</c:v>
                </c:pt>
                <c:pt idx="1222">
                  <c:v>0.12225</c:v>
                </c:pt>
                <c:pt idx="1223">
                  <c:v>0.12235</c:v>
                </c:pt>
                <c:pt idx="1224">
                  <c:v>0.12245</c:v>
                </c:pt>
                <c:pt idx="1225">
                  <c:v>0.12255</c:v>
                </c:pt>
                <c:pt idx="1226">
                  <c:v>0.12265</c:v>
                </c:pt>
                <c:pt idx="1227">
                  <c:v>0.12275</c:v>
                </c:pt>
                <c:pt idx="1228">
                  <c:v>0.12285</c:v>
                </c:pt>
                <c:pt idx="1229">
                  <c:v>0.12295</c:v>
                </c:pt>
                <c:pt idx="1230">
                  <c:v>0.12305</c:v>
                </c:pt>
                <c:pt idx="1231">
                  <c:v>0.12315</c:v>
                </c:pt>
                <c:pt idx="1232">
                  <c:v>0.12325</c:v>
                </c:pt>
                <c:pt idx="1233">
                  <c:v>0.12335</c:v>
                </c:pt>
                <c:pt idx="1234">
                  <c:v>0.12345</c:v>
                </c:pt>
                <c:pt idx="1235">
                  <c:v>0.12355</c:v>
                </c:pt>
                <c:pt idx="1236">
                  <c:v>0.12365</c:v>
                </c:pt>
                <c:pt idx="1237">
                  <c:v>0.12375</c:v>
                </c:pt>
                <c:pt idx="1238">
                  <c:v>0.12385</c:v>
                </c:pt>
                <c:pt idx="1239">
                  <c:v>0.12395</c:v>
                </c:pt>
                <c:pt idx="1240">
                  <c:v>0.12405</c:v>
                </c:pt>
                <c:pt idx="1241">
                  <c:v>0.12415</c:v>
                </c:pt>
                <c:pt idx="1242">
                  <c:v>0.12425</c:v>
                </c:pt>
                <c:pt idx="1243">
                  <c:v>0.12435</c:v>
                </c:pt>
                <c:pt idx="1244">
                  <c:v>0.12445</c:v>
                </c:pt>
                <c:pt idx="1245">
                  <c:v>0.12455</c:v>
                </c:pt>
                <c:pt idx="1246">
                  <c:v>0.12465</c:v>
                </c:pt>
                <c:pt idx="1247">
                  <c:v>0.12475</c:v>
                </c:pt>
                <c:pt idx="1248">
                  <c:v>0.12485</c:v>
                </c:pt>
                <c:pt idx="1249">
                  <c:v>0.12495</c:v>
                </c:pt>
                <c:pt idx="1250">
                  <c:v>0.12505</c:v>
                </c:pt>
                <c:pt idx="1251">
                  <c:v>0.12515</c:v>
                </c:pt>
                <c:pt idx="1252">
                  <c:v>0.12525</c:v>
                </c:pt>
                <c:pt idx="1253">
                  <c:v>0.12535</c:v>
                </c:pt>
                <c:pt idx="1254">
                  <c:v>0.12545</c:v>
                </c:pt>
                <c:pt idx="1255">
                  <c:v>0.12555</c:v>
                </c:pt>
                <c:pt idx="1256">
                  <c:v>0.12565</c:v>
                </c:pt>
                <c:pt idx="1257">
                  <c:v>0.12575</c:v>
                </c:pt>
                <c:pt idx="1258">
                  <c:v>0.12585</c:v>
                </c:pt>
                <c:pt idx="1259">
                  <c:v>0.12595</c:v>
                </c:pt>
                <c:pt idx="1260">
                  <c:v>0.12605</c:v>
                </c:pt>
                <c:pt idx="1261">
                  <c:v>0.12615</c:v>
                </c:pt>
                <c:pt idx="1262">
                  <c:v>0.12625</c:v>
                </c:pt>
                <c:pt idx="1263">
                  <c:v>0.12635</c:v>
                </c:pt>
                <c:pt idx="1264">
                  <c:v>0.12645</c:v>
                </c:pt>
                <c:pt idx="1265">
                  <c:v>0.12655</c:v>
                </c:pt>
                <c:pt idx="1266">
                  <c:v>0.12665</c:v>
                </c:pt>
                <c:pt idx="1267">
                  <c:v>0.12675</c:v>
                </c:pt>
                <c:pt idx="1268">
                  <c:v>0.12685</c:v>
                </c:pt>
                <c:pt idx="1269">
                  <c:v>0.12695</c:v>
                </c:pt>
                <c:pt idx="1270">
                  <c:v>0.12705</c:v>
                </c:pt>
                <c:pt idx="1271">
                  <c:v>0.12715</c:v>
                </c:pt>
                <c:pt idx="1272">
                  <c:v>0.12725</c:v>
                </c:pt>
                <c:pt idx="1273">
                  <c:v>0.12735</c:v>
                </c:pt>
                <c:pt idx="1274">
                  <c:v>0.12745</c:v>
                </c:pt>
                <c:pt idx="1275">
                  <c:v>0.12755</c:v>
                </c:pt>
                <c:pt idx="1276">
                  <c:v>0.12765</c:v>
                </c:pt>
                <c:pt idx="1277">
                  <c:v>0.12775</c:v>
                </c:pt>
                <c:pt idx="1278">
                  <c:v>0.12785</c:v>
                </c:pt>
                <c:pt idx="1279">
                  <c:v>0.12795</c:v>
                </c:pt>
                <c:pt idx="1280">
                  <c:v>0.12805</c:v>
                </c:pt>
                <c:pt idx="1281">
                  <c:v>0.12815</c:v>
                </c:pt>
                <c:pt idx="1282">
                  <c:v>0.12825</c:v>
                </c:pt>
                <c:pt idx="1283">
                  <c:v>0.12835</c:v>
                </c:pt>
                <c:pt idx="1284">
                  <c:v>0.12845</c:v>
                </c:pt>
                <c:pt idx="1285">
                  <c:v>0.12855</c:v>
                </c:pt>
                <c:pt idx="1286">
                  <c:v>0.12865</c:v>
                </c:pt>
                <c:pt idx="1287">
                  <c:v>0.12875</c:v>
                </c:pt>
                <c:pt idx="1288">
                  <c:v>0.12885</c:v>
                </c:pt>
                <c:pt idx="1289">
                  <c:v>0.12895</c:v>
                </c:pt>
                <c:pt idx="1290">
                  <c:v>0.12905</c:v>
                </c:pt>
                <c:pt idx="1291">
                  <c:v>0.12915</c:v>
                </c:pt>
                <c:pt idx="1292">
                  <c:v>0.12925</c:v>
                </c:pt>
                <c:pt idx="1293">
                  <c:v>0.12935</c:v>
                </c:pt>
                <c:pt idx="1294">
                  <c:v>0.12945</c:v>
                </c:pt>
                <c:pt idx="1295">
                  <c:v>0.12955</c:v>
                </c:pt>
                <c:pt idx="1296">
                  <c:v>0.12965</c:v>
                </c:pt>
                <c:pt idx="1297">
                  <c:v>0.12975</c:v>
                </c:pt>
                <c:pt idx="1298">
                  <c:v>0.12985</c:v>
                </c:pt>
                <c:pt idx="1299">
                  <c:v>0.12995</c:v>
                </c:pt>
                <c:pt idx="1300">
                  <c:v>0.13005</c:v>
                </c:pt>
                <c:pt idx="1301">
                  <c:v>0.13015</c:v>
                </c:pt>
                <c:pt idx="1302">
                  <c:v>0.13025</c:v>
                </c:pt>
                <c:pt idx="1303">
                  <c:v>0.13035</c:v>
                </c:pt>
                <c:pt idx="1304">
                  <c:v>0.13045</c:v>
                </c:pt>
                <c:pt idx="1305">
                  <c:v>0.13055</c:v>
                </c:pt>
                <c:pt idx="1306">
                  <c:v>0.13065</c:v>
                </c:pt>
                <c:pt idx="1307">
                  <c:v>0.13075</c:v>
                </c:pt>
                <c:pt idx="1308">
                  <c:v>0.13085</c:v>
                </c:pt>
                <c:pt idx="1309">
                  <c:v>0.13095</c:v>
                </c:pt>
                <c:pt idx="1310">
                  <c:v>0.13105</c:v>
                </c:pt>
                <c:pt idx="1311">
                  <c:v>0.13115</c:v>
                </c:pt>
                <c:pt idx="1312">
                  <c:v>0.13125</c:v>
                </c:pt>
                <c:pt idx="1313">
                  <c:v>0.13135</c:v>
                </c:pt>
                <c:pt idx="1314">
                  <c:v>0.13145</c:v>
                </c:pt>
                <c:pt idx="1315">
                  <c:v>0.13155</c:v>
                </c:pt>
                <c:pt idx="1316">
                  <c:v>0.13165</c:v>
                </c:pt>
                <c:pt idx="1317">
                  <c:v>0.13175</c:v>
                </c:pt>
                <c:pt idx="1318">
                  <c:v>0.13185</c:v>
                </c:pt>
                <c:pt idx="1319">
                  <c:v>0.13195</c:v>
                </c:pt>
                <c:pt idx="1320">
                  <c:v>0.13205</c:v>
                </c:pt>
                <c:pt idx="1321">
                  <c:v>0.13215</c:v>
                </c:pt>
                <c:pt idx="1322">
                  <c:v>0.13225</c:v>
                </c:pt>
                <c:pt idx="1323">
                  <c:v>0.13235</c:v>
                </c:pt>
                <c:pt idx="1324">
                  <c:v>0.13245</c:v>
                </c:pt>
                <c:pt idx="1325">
                  <c:v>0.13255</c:v>
                </c:pt>
                <c:pt idx="1326">
                  <c:v>0.13265</c:v>
                </c:pt>
                <c:pt idx="1327">
                  <c:v>0.13275</c:v>
                </c:pt>
                <c:pt idx="1328">
                  <c:v>0.13285</c:v>
                </c:pt>
                <c:pt idx="1329">
                  <c:v>0.13295</c:v>
                </c:pt>
                <c:pt idx="1330">
                  <c:v>0.13305</c:v>
                </c:pt>
                <c:pt idx="1331">
                  <c:v>0.13315</c:v>
                </c:pt>
                <c:pt idx="1332">
                  <c:v>0.13325</c:v>
                </c:pt>
                <c:pt idx="1333">
                  <c:v>0.13335</c:v>
                </c:pt>
                <c:pt idx="1334">
                  <c:v>0.13345</c:v>
                </c:pt>
                <c:pt idx="1335">
                  <c:v>0.13355</c:v>
                </c:pt>
                <c:pt idx="1336">
                  <c:v>0.13365</c:v>
                </c:pt>
                <c:pt idx="1337">
                  <c:v>0.13375</c:v>
                </c:pt>
                <c:pt idx="1338">
                  <c:v>0.13385</c:v>
                </c:pt>
                <c:pt idx="1339">
                  <c:v>0.13395</c:v>
                </c:pt>
                <c:pt idx="1340">
                  <c:v>0.13405</c:v>
                </c:pt>
                <c:pt idx="1341">
                  <c:v>0.13415</c:v>
                </c:pt>
                <c:pt idx="1342">
                  <c:v>0.13425</c:v>
                </c:pt>
                <c:pt idx="1343">
                  <c:v>0.13435</c:v>
                </c:pt>
                <c:pt idx="1344">
                  <c:v>0.13445</c:v>
                </c:pt>
                <c:pt idx="1345">
                  <c:v>0.13455</c:v>
                </c:pt>
                <c:pt idx="1346">
                  <c:v>0.13465</c:v>
                </c:pt>
                <c:pt idx="1347">
                  <c:v>0.13475</c:v>
                </c:pt>
                <c:pt idx="1348">
                  <c:v>0.13485</c:v>
                </c:pt>
                <c:pt idx="1349">
                  <c:v>0.13495</c:v>
                </c:pt>
                <c:pt idx="1350">
                  <c:v>0.13505</c:v>
                </c:pt>
                <c:pt idx="1351">
                  <c:v>0.13515</c:v>
                </c:pt>
                <c:pt idx="1352">
                  <c:v>0.13525</c:v>
                </c:pt>
                <c:pt idx="1353">
                  <c:v>0.13535</c:v>
                </c:pt>
                <c:pt idx="1354">
                  <c:v>0.13545</c:v>
                </c:pt>
                <c:pt idx="1355">
                  <c:v>0.13555</c:v>
                </c:pt>
                <c:pt idx="1356">
                  <c:v>0.13565</c:v>
                </c:pt>
                <c:pt idx="1357">
                  <c:v>0.13575</c:v>
                </c:pt>
                <c:pt idx="1358">
                  <c:v>0.13585</c:v>
                </c:pt>
                <c:pt idx="1359">
                  <c:v>0.13595</c:v>
                </c:pt>
                <c:pt idx="1360">
                  <c:v>0.13605</c:v>
                </c:pt>
                <c:pt idx="1361">
                  <c:v>0.13615</c:v>
                </c:pt>
                <c:pt idx="1362">
                  <c:v>0.13625</c:v>
                </c:pt>
                <c:pt idx="1363">
                  <c:v>0.13635</c:v>
                </c:pt>
                <c:pt idx="1364">
                  <c:v>0.13645</c:v>
                </c:pt>
                <c:pt idx="1365">
                  <c:v>0.13655</c:v>
                </c:pt>
                <c:pt idx="1366">
                  <c:v>0.13665</c:v>
                </c:pt>
                <c:pt idx="1367">
                  <c:v>0.13675</c:v>
                </c:pt>
                <c:pt idx="1368">
                  <c:v>0.13685</c:v>
                </c:pt>
                <c:pt idx="1369">
                  <c:v>0.13695</c:v>
                </c:pt>
                <c:pt idx="1370">
                  <c:v>0.13705</c:v>
                </c:pt>
                <c:pt idx="1371">
                  <c:v>0.13715</c:v>
                </c:pt>
                <c:pt idx="1372">
                  <c:v>0.13725</c:v>
                </c:pt>
                <c:pt idx="1373">
                  <c:v>0.13735</c:v>
                </c:pt>
                <c:pt idx="1374">
                  <c:v>0.13745</c:v>
                </c:pt>
                <c:pt idx="1375">
                  <c:v>0.13755</c:v>
                </c:pt>
                <c:pt idx="1376">
                  <c:v>0.13765</c:v>
                </c:pt>
                <c:pt idx="1377">
                  <c:v>0.13775</c:v>
                </c:pt>
                <c:pt idx="1378">
                  <c:v>0.13785</c:v>
                </c:pt>
                <c:pt idx="1379">
                  <c:v>0.13795</c:v>
                </c:pt>
                <c:pt idx="1380">
                  <c:v>0.13805</c:v>
                </c:pt>
                <c:pt idx="1381">
                  <c:v>0.13815</c:v>
                </c:pt>
                <c:pt idx="1382">
                  <c:v>0.13825</c:v>
                </c:pt>
                <c:pt idx="1383">
                  <c:v>0.13835</c:v>
                </c:pt>
                <c:pt idx="1384">
                  <c:v>0.13845</c:v>
                </c:pt>
                <c:pt idx="1385">
                  <c:v>0.13855</c:v>
                </c:pt>
                <c:pt idx="1386">
                  <c:v>0.13865</c:v>
                </c:pt>
                <c:pt idx="1387">
                  <c:v>0.13875</c:v>
                </c:pt>
                <c:pt idx="1388">
                  <c:v>0.13885</c:v>
                </c:pt>
                <c:pt idx="1389">
                  <c:v>0.13895</c:v>
                </c:pt>
                <c:pt idx="1390">
                  <c:v>0.13905</c:v>
                </c:pt>
                <c:pt idx="1391">
                  <c:v>0.13915</c:v>
                </c:pt>
                <c:pt idx="1392">
                  <c:v>0.13925</c:v>
                </c:pt>
                <c:pt idx="1393">
                  <c:v>0.13935</c:v>
                </c:pt>
                <c:pt idx="1394">
                  <c:v>0.13945</c:v>
                </c:pt>
                <c:pt idx="1395">
                  <c:v>0.13955</c:v>
                </c:pt>
                <c:pt idx="1396">
                  <c:v>0.13965</c:v>
                </c:pt>
                <c:pt idx="1397">
                  <c:v>0.13975</c:v>
                </c:pt>
                <c:pt idx="1398">
                  <c:v>0.13985</c:v>
                </c:pt>
                <c:pt idx="1399">
                  <c:v>0.13995</c:v>
                </c:pt>
                <c:pt idx="1400">
                  <c:v>0.14005</c:v>
                </c:pt>
                <c:pt idx="1401">
                  <c:v>0.14015</c:v>
                </c:pt>
                <c:pt idx="1402">
                  <c:v>0.14025</c:v>
                </c:pt>
                <c:pt idx="1403">
                  <c:v>0.14035</c:v>
                </c:pt>
                <c:pt idx="1404">
                  <c:v>0.14045</c:v>
                </c:pt>
                <c:pt idx="1405">
                  <c:v>0.14055</c:v>
                </c:pt>
                <c:pt idx="1406">
                  <c:v>0.14065</c:v>
                </c:pt>
                <c:pt idx="1407">
                  <c:v>0.14075</c:v>
                </c:pt>
                <c:pt idx="1408">
                  <c:v>0.14085</c:v>
                </c:pt>
                <c:pt idx="1409">
                  <c:v>0.14095</c:v>
                </c:pt>
                <c:pt idx="1410">
                  <c:v>0.14105</c:v>
                </c:pt>
                <c:pt idx="1411">
                  <c:v>0.14115</c:v>
                </c:pt>
                <c:pt idx="1412">
                  <c:v>0.14125</c:v>
                </c:pt>
                <c:pt idx="1413">
                  <c:v>0.14135</c:v>
                </c:pt>
                <c:pt idx="1414">
                  <c:v>0.14145</c:v>
                </c:pt>
                <c:pt idx="1415">
                  <c:v>0.14155</c:v>
                </c:pt>
                <c:pt idx="1416">
                  <c:v>0.14165</c:v>
                </c:pt>
                <c:pt idx="1417">
                  <c:v>0.14175</c:v>
                </c:pt>
                <c:pt idx="1418">
                  <c:v>0.14185</c:v>
                </c:pt>
                <c:pt idx="1419">
                  <c:v>0.14195</c:v>
                </c:pt>
                <c:pt idx="1420">
                  <c:v>0.14205</c:v>
                </c:pt>
                <c:pt idx="1421">
                  <c:v>0.14215</c:v>
                </c:pt>
                <c:pt idx="1422">
                  <c:v>0.14225</c:v>
                </c:pt>
                <c:pt idx="1423">
                  <c:v>0.14235</c:v>
                </c:pt>
                <c:pt idx="1424">
                  <c:v>0.14245</c:v>
                </c:pt>
                <c:pt idx="1425">
                  <c:v>0.14255</c:v>
                </c:pt>
                <c:pt idx="1426">
                  <c:v>0.14265</c:v>
                </c:pt>
                <c:pt idx="1427">
                  <c:v>0.14275</c:v>
                </c:pt>
                <c:pt idx="1428">
                  <c:v>0.14285</c:v>
                </c:pt>
                <c:pt idx="1429">
                  <c:v>0.14295</c:v>
                </c:pt>
                <c:pt idx="1430">
                  <c:v>0.14305</c:v>
                </c:pt>
                <c:pt idx="1431">
                  <c:v>0.14315</c:v>
                </c:pt>
                <c:pt idx="1432">
                  <c:v>0.14325</c:v>
                </c:pt>
                <c:pt idx="1433">
                  <c:v>0.14335</c:v>
                </c:pt>
                <c:pt idx="1434">
                  <c:v>0.14345</c:v>
                </c:pt>
                <c:pt idx="1435">
                  <c:v>0.14355</c:v>
                </c:pt>
                <c:pt idx="1436">
                  <c:v>0.14365</c:v>
                </c:pt>
                <c:pt idx="1437">
                  <c:v>0.14375</c:v>
                </c:pt>
                <c:pt idx="1438">
                  <c:v>0.14385</c:v>
                </c:pt>
                <c:pt idx="1439">
                  <c:v>0.14395</c:v>
                </c:pt>
                <c:pt idx="1440">
                  <c:v>0.14405</c:v>
                </c:pt>
                <c:pt idx="1441">
                  <c:v>0.14415</c:v>
                </c:pt>
                <c:pt idx="1442">
                  <c:v>0.14425</c:v>
                </c:pt>
                <c:pt idx="1443">
                  <c:v>0.14435</c:v>
                </c:pt>
                <c:pt idx="1444">
                  <c:v>0.14445</c:v>
                </c:pt>
                <c:pt idx="1445">
                  <c:v>0.14455</c:v>
                </c:pt>
                <c:pt idx="1446">
                  <c:v>0.14465</c:v>
                </c:pt>
                <c:pt idx="1447">
                  <c:v>0.14475</c:v>
                </c:pt>
                <c:pt idx="1448">
                  <c:v>0.14485</c:v>
                </c:pt>
                <c:pt idx="1449">
                  <c:v>0.14495</c:v>
                </c:pt>
                <c:pt idx="1450">
                  <c:v>0.14505</c:v>
                </c:pt>
                <c:pt idx="1451">
                  <c:v>0.14515</c:v>
                </c:pt>
                <c:pt idx="1452">
                  <c:v>0.14525</c:v>
                </c:pt>
                <c:pt idx="1453">
                  <c:v>0.14535</c:v>
                </c:pt>
                <c:pt idx="1454">
                  <c:v>0.14545</c:v>
                </c:pt>
                <c:pt idx="1455">
                  <c:v>0.14555</c:v>
                </c:pt>
                <c:pt idx="1456">
                  <c:v>0.14565</c:v>
                </c:pt>
                <c:pt idx="1457">
                  <c:v>0.14575</c:v>
                </c:pt>
                <c:pt idx="1458">
                  <c:v>0.14585</c:v>
                </c:pt>
                <c:pt idx="1459">
                  <c:v>0.14595</c:v>
                </c:pt>
                <c:pt idx="1460">
                  <c:v>0.14605</c:v>
                </c:pt>
                <c:pt idx="1461">
                  <c:v>0.14615</c:v>
                </c:pt>
                <c:pt idx="1462">
                  <c:v>0.14625</c:v>
                </c:pt>
                <c:pt idx="1463">
                  <c:v>0.14635</c:v>
                </c:pt>
                <c:pt idx="1464">
                  <c:v>0.14645</c:v>
                </c:pt>
                <c:pt idx="1465">
                  <c:v>0.14655</c:v>
                </c:pt>
                <c:pt idx="1466">
                  <c:v>0.14665</c:v>
                </c:pt>
                <c:pt idx="1467">
                  <c:v>0.14675</c:v>
                </c:pt>
                <c:pt idx="1468">
                  <c:v>0.14685</c:v>
                </c:pt>
                <c:pt idx="1469">
                  <c:v>0.14695</c:v>
                </c:pt>
                <c:pt idx="1470">
                  <c:v>0.14705</c:v>
                </c:pt>
                <c:pt idx="1471">
                  <c:v>0.14715</c:v>
                </c:pt>
                <c:pt idx="1472">
                  <c:v>0.14725</c:v>
                </c:pt>
                <c:pt idx="1473">
                  <c:v>0.14735</c:v>
                </c:pt>
                <c:pt idx="1474">
                  <c:v>0.14745</c:v>
                </c:pt>
                <c:pt idx="1475">
                  <c:v>0.14755</c:v>
                </c:pt>
                <c:pt idx="1476">
                  <c:v>0.14765</c:v>
                </c:pt>
                <c:pt idx="1477">
                  <c:v>0.14775</c:v>
                </c:pt>
                <c:pt idx="1478">
                  <c:v>0.14785</c:v>
                </c:pt>
                <c:pt idx="1479">
                  <c:v>0.14795</c:v>
                </c:pt>
                <c:pt idx="1480">
                  <c:v>0.14805</c:v>
                </c:pt>
                <c:pt idx="1481">
                  <c:v>0.14815</c:v>
                </c:pt>
                <c:pt idx="1482">
                  <c:v>0.14825</c:v>
                </c:pt>
                <c:pt idx="1483">
                  <c:v>0.14835</c:v>
                </c:pt>
                <c:pt idx="1484">
                  <c:v>0.14845</c:v>
                </c:pt>
                <c:pt idx="1485">
                  <c:v>0.14855</c:v>
                </c:pt>
                <c:pt idx="1486">
                  <c:v>0.14865</c:v>
                </c:pt>
                <c:pt idx="1487">
                  <c:v>0.14875</c:v>
                </c:pt>
                <c:pt idx="1488">
                  <c:v>0.14885</c:v>
                </c:pt>
                <c:pt idx="1489">
                  <c:v>0.14895</c:v>
                </c:pt>
                <c:pt idx="1490">
                  <c:v>0.14905</c:v>
                </c:pt>
                <c:pt idx="1491">
                  <c:v>0.14915</c:v>
                </c:pt>
                <c:pt idx="1492">
                  <c:v>0.14925</c:v>
                </c:pt>
                <c:pt idx="1493">
                  <c:v>0.14935</c:v>
                </c:pt>
                <c:pt idx="1494">
                  <c:v>0.14945</c:v>
                </c:pt>
                <c:pt idx="1495">
                  <c:v>0.14955</c:v>
                </c:pt>
                <c:pt idx="1496">
                  <c:v>0.14965</c:v>
                </c:pt>
                <c:pt idx="1497">
                  <c:v>0.14975</c:v>
                </c:pt>
                <c:pt idx="1498">
                  <c:v>0.14985</c:v>
                </c:pt>
                <c:pt idx="1499">
                  <c:v>0.14995</c:v>
                </c:pt>
                <c:pt idx="1500">
                  <c:v>0.15005</c:v>
                </c:pt>
                <c:pt idx="1501">
                  <c:v>0.15015</c:v>
                </c:pt>
                <c:pt idx="1502">
                  <c:v>0.15025</c:v>
                </c:pt>
                <c:pt idx="1503">
                  <c:v>0.15035</c:v>
                </c:pt>
                <c:pt idx="1504">
                  <c:v>0.15045</c:v>
                </c:pt>
                <c:pt idx="1505">
                  <c:v>0.15055</c:v>
                </c:pt>
                <c:pt idx="1506">
                  <c:v>0.15065</c:v>
                </c:pt>
                <c:pt idx="1507">
                  <c:v>0.15075</c:v>
                </c:pt>
                <c:pt idx="1508">
                  <c:v>0.15085</c:v>
                </c:pt>
                <c:pt idx="1509">
                  <c:v>0.15095</c:v>
                </c:pt>
                <c:pt idx="1510">
                  <c:v>0.15105</c:v>
                </c:pt>
                <c:pt idx="1511">
                  <c:v>0.15115</c:v>
                </c:pt>
                <c:pt idx="1512">
                  <c:v>0.15125</c:v>
                </c:pt>
                <c:pt idx="1513">
                  <c:v>0.15135</c:v>
                </c:pt>
                <c:pt idx="1514">
                  <c:v>0.15145</c:v>
                </c:pt>
                <c:pt idx="1515">
                  <c:v>0.15155</c:v>
                </c:pt>
                <c:pt idx="1516">
                  <c:v>0.15165</c:v>
                </c:pt>
                <c:pt idx="1517">
                  <c:v>0.15175</c:v>
                </c:pt>
                <c:pt idx="1518">
                  <c:v>0.15185</c:v>
                </c:pt>
                <c:pt idx="1519">
                  <c:v>0.15195</c:v>
                </c:pt>
                <c:pt idx="1520">
                  <c:v>0.15205</c:v>
                </c:pt>
                <c:pt idx="1521">
                  <c:v>0.15215</c:v>
                </c:pt>
                <c:pt idx="1522">
                  <c:v>0.15225</c:v>
                </c:pt>
                <c:pt idx="1523">
                  <c:v>0.15235</c:v>
                </c:pt>
                <c:pt idx="1524">
                  <c:v>0.15245</c:v>
                </c:pt>
                <c:pt idx="1525">
                  <c:v>0.15255</c:v>
                </c:pt>
                <c:pt idx="1526">
                  <c:v>0.15265</c:v>
                </c:pt>
                <c:pt idx="1527">
                  <c:v>0.15275</c:v>
                </c:pt>
                <c:pt idx="1528">
                  <c:v>0.15285</c:v>
                </c:pt>
                <c:pt idx="1529">
                  <c:v>0.15295</c:v>
                </c:pt>
                <c:pt idx="1530">
                  <c:v>0.15305</c:v>
                </c:pt>
                <c:pt idx="1531">
                  <c:v>0.15315</c:v>
                </c:pt>
                <c:pt idx="1532">
                  <c:v>0.15325</c:v>
                </c:pt>
                <c:pt idx="1533">
                  <c:v>0.15335</c:v>
                </c:pt>
                <c:pt idx="1534">
                  <c:v>0.15345</c:v>
                </c:pt>
                <c:pt idx="1535">
                  <c:v>0.15355</c:v>
                </c:pt>
                <c:pt idx="1536">
                  <c:v>0.15365</c:v>
                </c:pt>
                <c:pt idx="1537">
                  <c:v>0.15375</c:v>
                </c:pt>
                <c:pt idx="1538">
                  <c:v>0.15385</c:v>
                </c:pt>
                <c:pt idx="1539">
                  <c:v>0.15395</c:v>
                </c:pt>
                <c:pt idx="1540">
                  <c:v>0.15405</c:v>
                </c:pt>
                <c:pt idx="1541">
                  <c:v>0.15415</c:v>
                </c:pt>
                <c:pt idx="1542">
                  <c:v>0.15425</c:v>
                </c:pt>
                <c:pt idx="1543">
                  <c:v>0.15435</c:v>
                </c:pt>
                <c:pt idx="1544">
                  <c:v>0.15445</c:v>
                </c:pt>
                <c:pt idx="1545">
                  <c:v>0.15455</c:v>
                </c:pt>
                <c:pt idx="1546">
                  <c:v>0.15465</c:v>
                </c:pt>
                <c:pt idx="1547">
                  <c:v>0.15475</c:v>
                </c:pt>
                <c:pt idx="1548">
                  <c:v>0.15485</c:v>
                </c:pt>
                <c:pt idx="1549">
                  <c:v>0.15495</c:v>
                </c:pt>
                <c:pt idx="1550">
                  <c:v>0.15505</c:v>
                </c:pt>
                <c:pt idx="1551">
                  <c:v>0.15515</c:v>
                </c:pt>
                <c:pt idx="1552">
                  <c:v>0.15525</c:v>
                </c:pt>
                <c:pt idx="1553">
                  <c:v>0.15535</c:v>
                </c:pt>
                <c:pt idx="1554">
                  <c:v>0.15545</c:v>
                </c:pt>
                <c:pt idx="1555">
                  <c:v>0.15555</c:v>
                </c:pt>
                <c:pt idx="1556">
                  <c:v>0.15565</c:v>
                </c:pt>
                <c:pt idx="1557">
                  <c:v>0.15575</c:v>
                </c:pt>
                <c:pt idx="1558">
                  <c:v>0.15585</c:v>
                </c:pt>
                <c:pt idx="1559">
                  <c:v>0.15595</c:v>
                </c:pt>
                <c:pt idx="1560">
                  <c:v>0.15605</c:v>
                </c:pt>
                <c:pt idx="1561">
                  <c:v>0.15615</c:v>
                </c:pt>
                <c:pt idx="1562">
                  <c:v>0.15625</c:v>
                </c:pt>
                <c:pt idx="1563">
                  <c:v>0.15635</c:v>
                </c:pt>
                <c:pt idx="1564">
                  <c:v>0.15645</c:v>
                </c:pt>
                <c:pt idx="1565">
                  <c:v>0.15655</c:v>
                </c:pt>
                <c:pt idx="1566">
                  <c:v>0.15665</c:v>
                </c:pt>
                <c:pt idx="1567">
                  <c:v>0.15675</c:v>
                </c:pt>
                <c:pt idx="1568">
                  <c:v>0.15685</c:v>
                </c:pt>
                <c:pt idx="1569">
                  <c:v>0.15695</c:v>
                </c:pt>
                <c:pt idx="1570">
                  <c:v>0.15705</c:v>
                </c:pt>
                <c:pt idx="1571">
                  <c:v>0.15715</c:v>
                </c:pt>
                <c:pt idx="1572">
                  <c:v>0.15725</c:v>
                </c:pt>
                <c:pt idx="1573">
                  <c:v>0.15735</c:v>
                </c:pt>
                <c:pt idx="1574">
                  <c:v>0.15745</c:v>
                </c:pt>
                <c:pt idx="1575">
                  <c:v>0.15755</c:v>
                </c:pt>
                <c:pt idx="1576">
                  <c:v>0.15765</c:v>
                </c:pt>
                <c:pt idx="1577">
                  <c:v>0.15775</c:v>
                </c:pt>
                <c:pt idx="1578">
                  <c:v>0.15785</c:v>
                </c:pt>
                <c:pt idx="1579">
                  <c:v>0.15795</c:v>
                </c:pt>
                <c:pt idx="1580">
                  <c:v>0.15805</c:v>
                </c:pt>
                <c:pt idx="1581">
                  <c:v>0.15815</c:v>
                </c:pt>
                <c:pt idx="1582">
                  <c:v>0.15825</c:v>
                </c:pt>
                <c:pt idx="1583">
                  <c:v>0.15835</c:v>
                </c:pt>
                <c:pt idx="1584">
                  <c:v>0.15845</c:v>
                </c:pt>
                <c:pt idx="1585">
                  <c:v>0.15855</c:v>
                </c:pt>
                <c:pt idx="1586">
                  <c:v>0.15865</c:v>
                </c:pt>
                <c:pt idx="1587">
                  <c:v>0.15875</c:v>
                </c:pt>
                <c:pt idx="1588">
                  <c:v>0.15885</c:v>
                </c:pt>
                <c:pt idx="1589">
                  <c:v>0.15895</c:v>
                </c:pt>
                <c:pt idx="1590">
                  <c:v>0.15905</c:v>
                </c:pt>
                <c:pt idx="1591">
                  <c:v>0.15915</c:v>
                </c:pt>
                <c:pt idx="1592">
                  <c:v>0.15925</c:v>
                </c:pt>
                <c:pt idx="1593">
                  <c:v>0.15935</c:v>
                </c:pt>
                <c:pt idx="1594">
                  <c:v>0.15945</c:v>
                </c:pt>
                <c:pt idx="1595">
                  <c:v>0.15955</c:v>
                </c:pt>
                <c:pt idx="1596">
                  <c:v>0.15965</c:v>
                </c:pt>
                <c:pt idx="1597">
                  <c:v>0.15975</c:v>
                </c:pt>
                <c:pt idx="1598">
                  <c:v>0.15985</c:v>
                </c:pt>
                <c:pt idx="1599">
                  <c:v>0.15995</c:v>
                </c:pt>
                <c:pt idx="1600">
                  <c:v>0.16005</c:v>
                </c:pt>
                <c:pt idx="1601">
                  <c:v>0.16015</c:v>
                </c:pt>
                <c:pt idx="1602">
                  <c:v>0.16025</c:v>
                </c:pt>
                <c:pt idx="1603">
                  <c:v>0.16035</c:v>
                </c:pt>
                <c:pt idx="1604">
                  <c:v>0.16045</c:v>
                </c:pt>
                <c:pt idx="1605">
                  <c:v>0.16055</c:v>
                </c:pt>
                <c:pt idx="1606">
                  <c:v>0.16065</c:v>
                </c:pt>
                <c:pt idx="1607">
                  <c:v>0.16075</c:v>
                </c:pt>
                <c:pt idx="1608">
                  <c:v>0.16085</c:v>
                </c:pt>
                <c:pt idx="1609">
                  <c:v>0.16095</c:v>
                </c:pt>
                <c:pt idx="1610">
                  <c:v>0.16105</c:v>
                </c:pt>
                <c:pt idx="1611">
                  <c:v>0.16115</c:v>
                </c:pt>
                <c:pt idx="1612">
                  <c:v>0.16125</c:v>
                </c:pt>
                <c:pt idx="1613">
                  <c:v>0.16135</c:v>
                </c:pt>
                <c:pt idx="1614">
                  <c:v>0.16145</c:v>
                </c:pt>
                <c:pt idx="1615">
                  <c:v>0.16155</c:v>
                </c:pt>
                <c:pt idx="1616">
                  <c:v>0.16165</c:v>
                </c:pt>
                <c:pt idx="1617">
                  <c:v>0.16175</c:v>
                </c:pt>
                <c:pt idx="1618">
                  <c:v>0.16185</c:v>
                </c:pt>
                <c:pt idx="1619">
                  <c:v>0.16195</c:v>
                </c:pt>
                <c:pt idx="1620">
                  <c:v>0.16205</c:v>
                </c:pt>
                <c:pt idx="1621">
                  <c:v>0.16215</c:v>
                </c:pt>
                <c:pt idx="1622">
                  <c:v>0.16225</c:v>
                </c:pt>
                <c:pt idx="1623">
                  <c:v>0.16235</c:v>
                </c:pt>
                <c:pt idx="1624">
                  <c:v>0.16245</c:v>
                </c:pt>
                <c:pt idx="1625">
                  <c:v>0.16255</c:v>
                </c:pt>
                <c:pt idx="1626">
                  <c:v>0.16265</c:v>
                </c:pt>
                <c:pt idx="1627">
                  <c:v>0.16275</c:v>
                </c:pt>
                <c:pt idx="1628">
                  <c:v>0.16285</c:v>
                </c:pt>
                <c:pt idx="1629">
                  <c:v>0.16295</c:v>
                </c:pt>
                <c:pt idx="1630">
                  <c:v>0.16305</c:v>
                </c:pt>
                <c:pt idx="1631">
                  <c:v>0.16315</c:v>
                </c:pt>
                <c:pt idx="1632">
                  <c:v>0.16325</c:v>
                </c:pt>
                <c:pt idx="1633">
                  <c:v>0.16335</c:v>
                </c:pt>
                <c:pt idx="1634">
                  <c:v>0.16345</c:v>
                </c:pt>
                <c:pt idx="1635">
                  <c:v>0.16355</c:v>
                </c:pt>
                <c:pt idx="1636">
                  <c:v>0.16365</c:v>
                </c:pt>
                <c:pt idx="1637">
                  <c:v>0.16375</c:v>
                </c:pt>
                <c:pt idx="1638">
                  <c:v>0.16385</c:v>
                </c:pt>
                <c:pt idx="1639">
                  <c:v>0.16395</c:v>
                </c:pt>
                <c:pt idx="1640">
                  <c:v>0.16405</c:v>
                </c:pt>
                <c:pt idx="1641">
                  <c:v>0.16415</c:v>
                </c:pt>
                <c:pt idx="1642">
                  <c:v>0.16425</c:v>
                </c:pt>
                <c:pt idx="1643">
                  <c:v>0.16435</c:v>
                </c:pt>
                <c:pt idx="1644">
                  <c:v>0.16445</c:v>
                </c:pt>
                <c:pt idx="1645">
                  <c:v>0.16455</c:v>
                </c:pt>
                <c:pt idx="1646">
                  <c:v>0.16465</c:v>
                </c:pt>
                <c:pt idx="1647">
                  <c:v>0.16475</c:v>
                </c:pt>
                <c:pt idx="1648">
                  <c:v>0.16485</c:v>
                </c:pt>
                <c:pt idx="1649">
                  <c:v>0.16495</c:v>
                </c:pt>
                <c:pt idx="1650">
                  <c:v>0.16505</c:v>
                </c:pt>
                <c:pt idx="1651">
                  <c:v>0.16515</c:v>
                </c:pt>
                <c:pt idx="1652">
                  <c:v>0.16525</c:v>
                </c:pt>
                <c:pt idx="1653">
                  <c:v>0.16535</c:v>
                </c:pt>
                <c:pt idx="1654">
                  <c:v>0.16545</c:v>
                </c:pt>
                <c:pt idx="1655">
                  <c:v>0.16555</c:v>
                </c:pt>
                <c:pt idx="1656">
                  <c:v>0.16565</c:v>
                </c:pt>
                <c:pt idx="1657">
                  <c:v>0.16575</c:v>
                </c:pt>
                <c:pt idx="1658">
                  <c:v>0.16585</c:v>
                </c:pt>
                <c:pt idx="1659">
                  <c:v>0.16595</c:v>
                </c:pt>
                <c:pt idx="1660">
                  <c:v>0.16605</c:v>
                </c:pt>
                <c:pt idx="1661">
                  <c:v>0.16615</c:v>
                </c:pt>
                <c:pt idx="1662">
                  <c:v>0.16625</c:v>
                </c:pt>
                <c:pt idx="1663">
                  <c:v>0.16635</c:v>
                </c:pt>
                <c:pt idx="1664">
                  <c:v>0.16645</c:v>
                </c:pt>
                <c:pt idx="1665">
                  <c:v>0.16655</c:v>
                </c:pt>
                <c:pt idx="1666">
                  <c:v>0.16665</c:v>
                </c:pt>
                <c:pt idx="1667">
                  <c:v>0.16675</c:v>
                </c:pt>
                <c:pt idx="1668">
                  <c:v>0.16685</c:v>
                </c:pt>
                <c:pt idx="1669">
                  <c:v>0.16695</c:v>
                </c:pt>
                <c:pt idx="1670">
                  <c:v>0.16705</c:v>
                </c:pt>
                <c:pt idx="1671">
                  <c:v>0.16715</c:v>
                </c:pt>
                <c:pt idx="1672">
                  <c:v>0.16725</c:v>
                </c:pt>
                <c:pt idx="1673">
                  <c:v>0.16735</c:v>
                </c:pt>
                <c:pt idx="1674">
                  <c:v>0.16745</c:v>
                </c:pt>
                <c:pt idx="1675">
                  <c:v>0.16755</c:v>
                </c:pt>
                <c:pt idx="1676">
                  <c:v>0.16765</c:v>
                </c:pt>
                <c:pt idx="1677">
                  <c:v>0.16775</c:v>
                </c:pt>
                <c:pt idx="1678">
                  <c:v>0.16785</c:v>
                </c:pt>
                <c:pt idx="1679">
                  <c:v>0.16795</c:v>
                </c:pt>
                <c:pt idx="1680">
                  <c:v>0.16805</c:v>
                </c:pt>
                <c:pt idx="1681">
                  <c:v>0.16815</c:v>
                </c:pt>
                <c:pt idx="1682">
                  <c:v>0.16825</c:v>
                </c:pt>
                <c:pt idx="1683">
                  <c:v>0.16835</c:v>
                </c:pt>
                <c:pt idx="1684">
                  <c:v>0.16845</c:v>
                </c:pt>
                <c:pt idx="1685">
                  <c:v>0.16855</c:v>
                </c:pt>
                <c:pt idx="1686">
                  <c:v>0.16865</c:v>
                </c:pt>
                <c:pt idx="1687">
                  <c:v>0.16875</c:v>
                </c:pt>
                <c:pt idx="1688">
                  <c:v>0.16885</c:v>
                </c:pt>
                <c:pt idx="1689">
                  <c:v>0.16895</c:v>
                </c:pt>
                <c:pt idx="1690">
                  <c:v>0.16905</c:v>
                </c:pt>
                <c:pt idx="1691">
                  <c:v>0.16915</c:v>
                </c:pt>
                <c:pt idx="1692">
                  <c:v>0.16925</c:v>
                </c:pt>
                <c:pt idx="1693">
                  <c:v>0.16935</c:v>
                </c:pt>
                <c:pt idx="1694">
                  <c:v>0.16945</c:v>
                </c:pt>
                <c:pt idx="1695">
                  <c:v>0.16955</c:v>
                </c:pt>
                <c:pt idx="1696">
                  <c:v>0.16965</c:v>
                </c:pt>
                <c:pt idx="1697">
                  <c:v>0.16975</c:v>
                </c:pt>
                <c:pt idx="1698">
                  <c:v>0.16985</c:v>
                </c:pt>
                <c:pt idx="1699">
                  <c:v>0.16995</c:v>
                </c:pt>
                <c:pt idx="1700">
                  <c:v>0.17005</c:v>
                </c:pt>
                <c:pt idx="1701">
                  <c:v>0.17015</c:v>
                </c:pt>
                <c:pt idx="1702">
                  <c:v>0.17025</c:v>
                </c:pt>
                <c:pt idx="1703">
                  <c:v>0.17035</c:v>
                </c:pt>
                <c:pt idx="1704">
                  <c:v>0.17045</c:v>
                </c:pt>
                <c:pt idx="1705">
                  <c:v>0.17055</c:v>
                </c:pt>
                <c:pt idx="1706">
                  <c:v>0.17065</c:v>
                </c:pt>
                <c:pt idx="1707">
                  <c:v>0.17075</c:v>
                </c:pt>
                <c:pt idx="1708">
                  <c:v>0.17085</c:v>
                </c:pt>
                <c:pt idx="1709">
                  <c:v>0.17095</c:v>
                </c:pt>
                <c:pt idx="1710">
                  <c:v>0.17105</c:v>
                </c:pt>
                <c:pt idx="1711">
                  <c:v>0.17115</c:v>
                </c:pt>
                <c:pt idx="1712">
                  <c:v>0.17125</c:v>
                </c:pt>
                <c:pt idx="1713">
                  <c:v>0.17135</c:v>
                </c:pt>
                <c:pt idx="1714">
                  <c:v>0.17145</c:v>
                </c:pt>
                <c:pt idx="1715">
                  <c:v>0.17155</c:v>
                </c:pt>
                <c:pt idx="1716">
                  <c:v>0.17165</c:v>
                </c:pt>
                <c:pt idx="1717">
                  <c:v>0.17175</c:v>
                </c:pt>
                <c:pt idx="1718">
                  <c:v>0.17185</c:v>
                </c:pt>
                <c:pt idx="1719">
                  <c:v>0.17195</c:v>
                </c:pt>
                <c:pt idx="1720">
                  <c:v>0.17205</c:v>
                </c:pt>
                <c:pt idx="1721">
                  <c:v>0.17215</c:v>
                </c:pt>
                <c:pt idx="1722">
                  <c:v>0.17225</c:v>
                </c:pt>
                <c:pt idx="1723">
                  <c:v>0.17235</c:v>
                </c:pt>
                <c:pt idx="1724">
                  <c:v>0.17245</c:v>
                </c:pt>
                <c:pt idx="1725">
                  <c:v>0.17255</c:v>
                </c:pt>
                <c:pt idx="1726">
                  <c:v>0.17265</c:v>
                </c:pt>
                <c:pt idx="1727">
                  <c:v>0.17275</c:v>
                </c:pt>
                <c:pt idx="1728">
                  <c:v>0.17285</c:v>
                </c:pt>
                <c:pt idx="1729">
                  <c:v>0.17295</c:v>
                </c:pt>
                <c:pt idx="1730">
                  <c:v>0.17305</c:v>
                </c:pt>
                <c:pt idx="1731">
                  <c:v>0.17315</c:v>
                </c:pt>
                <c:pt idx="1732">
                  <c:v>0.17325</c:v>
                </c:pt>
                <c:pt idx="1733">
                  <c:v>0.17335</c:v>
                </c:pt>
                <c:pt idx="1734">
                  <c:v>0.17345</c:v>
                </c:pt>
                <c:pt idx="1735">
                  <c:v>0.17355</c:v>
                </c:pt>
                <c:pt idx="1736">
                  <c:v>0.17365</c:v>
                </c:pt>
                <c:pt idx="1737">
                  <c:v>0.17375</c:v>
                </c:pt>
                <c:pt idx="1738">
                  <c:v>0.17385</c:v>
                </c:pt>
                <c:pt idx="1739">
                  <c:v>0.17395</c:v>
                </c:pt>
                <c:pt idx="1740">
                  <c:v>0.17405</c:v>
                </c:pt>
                <c:pt idx="1741">
                  <c:v>0.17415</c:v>
                </c:pt>
                <c:pt idx="1742">
                  <c:v>0.17425</c:v>
                </c:pt>
                <c:pt idx="1743">
                  <c:v>0.17435</c:v>
                </c:pt>
                <c:pt idx="1744">
                  <c:v>0.17445</c:v>
                </c:pt>
                <c:pt idx="1745">
                  <c:v>0.17455</c:v>
                </c:pt>
                <c:pt idx="1746">
                  <c:v>0.17465</c:v>
                </c:pt>
                <c:pt idx="1747">
                  <c:v>0.17475</c:v>
                </c:pt>
                <c:pt idx="1748">
                  <c:v>0.17485</c:v>
                </c:pt>
                <c:pt idx="1749">
                  <c:v>0.17495</c:v>
                </c:pt>
                <c:pt idx="1750">
                  <c:v>0.17505</c:v>
                </c:pt>
                <c:pt idx="1751">
                  <c:v>0.17515</c:v>
                </c:pt>
                <c:pt idx="1752">
                  <c:v>0.17525</c:v>
                </c:pt>
                <c:pt idx="1753">
                  <c:v>0.17535</c:v>
                </c:pt>
                <c:pt idx="1754">
                  <c:v>0.17545</c:v>
                </c:pt>
                <c:pt idx="1755">
                  <c:v>0.17555</c:v>
                </c:pt>
                <c:pt idx="1756">
                  <c:v>0.17565</c:v>
                </c:pt>
                <c:pt idx="1757">
                  <c:v>0.17575</c:v>
                </c:pt>
                <c:pt idx="1758">
                  <c:v>0.17585</c:v>
                </c:pt>
                <c:pt idx="1759">
                  <c:v>0.17595</c:v>
                </c:pt>
                <c:pt idx="1760">
                  <c:v>0.17605</c:v>
                </c:pt>
                <c:pt idx="1761">
                  <c:v>0.17615</c:v>
                </c:pt>
                <c:pt idx="1762">
                  <c:v>0.17625</c:v>
                </c:pt>
                <c:pt idx="1763">
                  <c:v>0.17635</c:v>
                </c:pt>
                <c:pt idx="1764">
                  <c:v>0.17645</c:v>
                </c:pt>
                <c:pt idx="1765">
                  <c:v>0.17655</c:v>
                </c:pt>
                <c:pt idx="1766">
                  <c:v>0.17665</c:v>
                </c:pt>
                <c:pt idx="1767">
                  <c:v>0.17675</c:v>
                </c:pt>
                <c:pt idx="1768">
                  <c:v>0.17685</c:v>
                </c:pt>
                <c:pt idx="1769">
                  <c:v>0.17695</c:v>
                </c:pt>
                <c:pt idx="1770">
                  <c:v>0.17705</c:v>
                </c:pt>
                <c:pt idx="1771">
                  <c:v>0.17715</c:v>
                </c:pt>
                <c:pt idx="1772">
                  <c:v>0.17725</c:v>
                </c:pt>
                <c:pt idx="1773">
                  <c:v>0.17735</c:v>
                </c:pt>
                <c:pt idx="1774">
                  <c:v>0.17745</c:v>
                </c:pt>
                <c:pt idx="1775">
                  <c:v>0.17755</c:v>
                </c:pt>
                <c:pt idx="1776">
                  <c:v>0.17765</c:v>
                </c:pt>
                <c:pt idx="1777">
                  <c:v>0.17775</c:v>
                </c:pt>
                <c:pt idx="1778">
                  <c:v>0.17785</c:v>
                </c:pt>
                <c:pt idx="1779">
                  <c:v>0.17795</c:v>
                </c:pt>
                <c:pt idx="1780">
                  <c:v>0.17805</c:v>
                </c:pt>
                <c:pt idx="1781">
                  <c:v>0.17815</c:v>
                </c:pt>
                <c:pt idx="1782">
                  <c:v>0.17825</c:v>
                </c:pt>
                <c:pt idx="1783">
                  <c:v>0.17835</c:v>
                </c:pt>
                <c:pt idx="1784">
                  <c:v>0.17845</c:v>
                </c:pt>
                <c:pt idx="1785">
                  <c:v>0.17855</c:v>
                </c:pt>
                <c:pt idx="1786">
                  <c:v>0.17865</c:v>
                </c:pt>
                <c:pt idx="1787">
                  <c:v>0.17875</c:v>
                </c:pt>
                <c:pt idx="1788">
                  <c:v>0.17885</c:v>
                </c:pt>
                <c:pt idx="1789">
                  <c:v>0.17895</c:v>
                </c:pt>
                <c:pt idx="1790">
                  <c:v>0.17905</c:v>
                </c:pt>
                <c:pt idx="1791">
                  <c:v>0.17915</c:v>
                </c:pt>
                <c:pt idx="1792">
                  <c:v>0.17925</c:v>
                </c:pt>
                <c:pt idx="1793">
                  <c:v>0.17935</c:v>
                </c:pt>
                <c:pt idx="1794">
                  <c:v>0.17945</c:v>
                </c:pt>
                <c:pt idx="1795">
                  <c:v>0.17955</c:v>
                </c:pt>
                <c:pt idx="1796">
                  <c:v>0.17965</c:v>
                </c:pt>
                <c:pt idx="1797">
                  <c:v>0.17975</c:v>
                </c:pt>
                <c:pt idx="1798">
                  <c:v>0.17985</c:v>
                </c:pt>
                <c:pt idx="1799">
                  <c:v>0.17995</c:v>
                </c:pt>
                <c:pt idx="1800">
                  <c:v>0.18005</c:v>
                </c:pt>
                <c:pt idx="1801">
                  <c:v>0.18015</c:v>
                </c:pt>
                <c:pt idx="1802">
                  <c:v>0.18025</c:v>
                </c:pt>
                <c:pt idx="1803">
                  <c:v>0.18035</c:v>
                </c:pt>
                <c:pt idx="1804">
                  <c:v>0.18045</c:v>
                </c:pt>
                <c:pt idx="1805">
                  <c:v>0.18055</c:v>
                </c:pt>
                <c:pt idx="1806">
                  <c:v>0.18065</c:v>
                </c:pt>
                <c:pt idx="1807">
                  <c:v>0.18075</c:v>
                </c:pt>
                <c:pt idx="1808">
                  <c:v>0.18085</c:v>
                </c:pt>
                <c:pt idx="1809">
                  <c:v>0.18095</c:v>
                </c:pt>
                <c:pt idx="1810">
                  <c:v>0.18105</c:v>
                </c:pt>
                <c:pt idx="1811">
                  <c:v>0.18115</c:v>
                </c:pt>
                <c:pt idx="1812">
                  <c:v>0.18125</c:v>
                </c:pt>
                <c:pt idx="1813">
                  <c:v>0.18135</c:v>
                </c:pt>
                <c:pt idx="1814">
                  <c:v>0.18145</c:v>
                </c:pt>
                <c:pt idx="1815">
                  <c:v>0.18155</c:v>
                </c:pt>
                <c:pt idx="1816">
                  <c:v>0.18165</c:v>
                </c:pt>
                <c:pt idx="1817">
                  <c:v>0.18175</c:v>
                </c:pt>
                <c:pt idx="1818">
                  <c:v>0.18185</c:v>
                </c:pt>
                <c:pt idx="1819">
                  <c:v>0.18195</c:v>
                </c:pt>
                <c:pt idx="1820">
                  <c:v>0.18205</c:v>
                </c:pt>
                <c:pt idx="1821">
                  <c:v>0.18215</c:v>
                </c:pt>
                <c:pt idx="1822">
                  <c:v>0.18225</c:v>
                </c:pt>
                <c:pt idx="1823">
                  <c:v>0.18235</c:v>
                </c:pt>
                <c:pt idx="1824">
                  <c:v>0.18245</c:v>
                </c:pt>
                <c:pt idx="1825">
                  <c:v>0.18255</c:v>
                </c:pt>
                <c:pt idx="1826">
                  <c:v>0.18265</c:v>
                </c:pt>
                <c:pt idx="1827">
                  <c:v>0.18275</c:v>
                </c:pt>
                <c:pt idx="1828">
                  <c:v>0.18285</c:v>
                </c:pt>
                <c:pt idx="1829">
                  <c:v>0.18295</c:v>
                </c:pt>
                <c:pt idx="1830">
                  <c:v>0.18305</c:v>
                </c:pt>
                <c:pt idx="1831">
                  <c:v>0.18315</c:v>
                </c:pt>
                <c:pt idx="1832">
                  <c:v>0.18325</c:v>
                </c:pt>
                <c:pt idx="1833">
                  <c:v>0.18335</c:v>
                </c:pt>
                <c:pt idx="1834">
                  <c:v>0.18345</c:v>
                </c:pt>
                <c:pt idx="1835">
                  <c:v>0.18355</c:v>
                </c:pt>
                <c:pt idx="1836">
                  <c:v>0.18365</c:v>
                </c:pt>
                <c:pt idx="1837">
                  <c:v>0.18375</c:v>
                </c:pt>
                <c:pt idx="1838">
                  <c:v>0.18385</c:v>
                </c:pt>
                <c:pt idx="1839">
                  <c:v>0.18395</c:v>
                </c:pt>
                <c:pt idx="1840">
                  <c:v>0.18405</c:v>
                </c:pt>
                <c:pt idx="1841">
                  <c:v>0.18415</c:v>
                </c:pt>
                <c:pt idx="1842">
                  <c:v>0.18425</c:v>
                </c:pt>
                <c:pt idx="1843">
                  <c:v>0.18435</c:v>
                </c:pt>
                <c:pt idx="1844">
                  <c:v>0.18445</c:v>
                </c:pt>
                <c:pt idx="1845">
                  <c:v>0.18455</c:v>
                </c:pt>
                <c:pt idx="1846">
                  <c:v>0.18465</c:v>
                </c:pt>
                <c:pt idx="1847">
                  <c:v>0.18475</c:v>
                </c:pt>
                <c:pt idx="1848">
                  <c:v>0.18485</c:v>
                </c:pt>
                <c:pt idx="1849">
                  <c:v>0.18495</c:v>
                </c:pt>
                <c:pt idx="1850">
                  <c:v>0.18505</c:v>
                </c:pt>
                <c:pt idx="1851">
                  <c:v>0.18515</c:v>
                </c:pt>
                <c:pt idx="1852">
                  <c:v>0.18525</c:v>
                </c:pt>
                <c:pt idx="1853">
                  <c:v>0.18535</c:v>
                </c:pt>
                <c:pt idx="1854">
                  <c:v>0.18545</c:v>
                </c:pt>
                <c:pt idx="1855">
                  <c:v>0.18555</c:v>
                </c:pt>
                <c:pt idx="1856">
                  <c:v>0.18565</c:v>
                </c:pt>
                <c:pt idx="1857">
                  <c:v>0.18575</c:v>
                </c:pt>
                <c:pt idx="1858">
                  <c:v>0.18585</c:v>
                </c:pt>
                <c:pt idx="1859">
                  <c:v>0.18595</c:v>
                </c:pt>
                <c:pt idx="1860">
                  <c:v>0.18605</c:v>
                </c:pt>
                <c:pt idx="1861">
                  <c:v>0.18615</c:v>
                </c:pt>
                <c:pt idx="1862">
                  <c:v>0.18625</c:v>
                </c:pt>
                <c:pt idx="1863">
                  <c:v>0.18635</c:v>
                </c:pt>
                <c:pt idx="1864">
                  <c:v>0.18645</c:v>
                </c:pt>
                <c:pt idx="1865">
                  <c:v>0.18655</c:v>
                </c:pt>
                <c:pt idx="1866">
                  <c:v>0.18665</c:v>
                </c:pt>
                <c:pt idx="1867">
                  <c:v>0.18675</c:v>
                </c:pt>
                <c:pt idx="1868">
                  <c:v>0.18685</c:v>
                </c:pt>
                <c:pt idx="1869">
                  <c:v>0.18695</c:v>
                </c:pt>
                <c:pt idx="1870">
                  <c:v>0.18705</c:v>
                </c:pt>
                <c:pt idx="1871">
                  <c:v>0.18715</c:v>
                </c:pt>
                <c:pt idx="1872">
                  <c:v>0.18725</c:v>
                </c:pt>
                <c:pt idx="1873">
                  <c:v>0.18735</c:v>
                </c:pt>
                <c:pt idx="1874">
                  <c:v>0.18745</c:v>
                </c:pt>
                <c:pt idx="1875">
                  <c:v>0.18755</c:v>
                </c:pt>
                <c:pt idx="1876">
                  <c:v>0.18765</c:v>
                </c:pt>
                <c:pt idx="1877">
                  <c:v>0.18775</c:v>
                </c:pt>
                <c:pt idx="1878">
                  <c:v>0.18785</c:v>
                </c:pt>
                <c:pt idx="1879">
                  <c:v>0.18795</c:v>
                </c:pt>
                <c:pt idx="1880">
                  <c:v>0.18805</c:v>
                </c:pt>
                <c:pt idx="1881">
                  <c:v>0.18815</c:v>
                </c:pt>
                <c:pt idx="1882">
                  <c:v>0.18825</c:v>
                </c:pt>
                <c:pt idx="1883">
                  <c:v>0.18835</c:v>
                </c:pt>
                <c:pt idx="1884">
                  <c:v>0.18845</c:v>
                </c:pt>
                <c:pt idx="1885">
                  <c:v>0.18855</c:v>
                </c:pt>
                <c:pt idx="1886">
                  <c:v>0.18865</c:v>
                </c:pt>
                <c:pt idx="1887">
                  <c:v>0.18875</c:v>
                </c:pt>
                <c:pt idx="1888">
                  <c:v>0.18885</c:v>
                </c:pt>
                <c:pt idx="1889">
                  <c:v>0.18895</c:v>
                </c:pt>
                <c:pt idx="1890">
                  <c:v>0.18905</c:v>
                </c:pt>
                <c:pt idx="1891">
                  <c:v>0.18915</c:v>
                </c:pt>
                <c:pt idx="1892">
                  <c:v>0.18925</c:v>
                </c:pt>
                <c:pt idx="1893">
                  <c:v>0.18935</c:v>
                </c:pt>
                <c:pt idx="1894">
                  <c:v>0.18945</c:v>
                </c:pt>
                <c:pt idx="1895">
                  <c:v>0.18955</c:v>
                </c:pt>
                <c:pt idx="1896">
                  <c:v>0.18965</c:v>
                </c:pt>
                <c:pt idx="1897">
                  <c:v>0.18975</c:v>
                </c:pt>
                <c:pt idx="1898">
                  <c:v>0.18985</c:v>
                </c:pt>
                <c:pt idx="1899">
                  <c:v>0.18995</c:v>
                </c:pt>
                <c:pt idx="1900">
                  <c:v>0.19005</c:v>
                </c:pt>
                <c:pt idx="1901">
                  <c:v>0.19015</c:v>
                </c:pt>
                <c:pt idx="1902">
                  <c:v>0.19025</c:v>
                </c:pt>
                <c:pt idx="1903">
                  <c:v>0.19035</c:v>
                </c:pt>
                <c:pt idx="1904">
                  <c:v>0.19045</c:v>
                </c:pt>
                <c:pt idx="1905">
                  <c:v>0.19055</c:v>
                </c:pt>
                <c:pt idx="1906">
                  <c:v>0.19065</c:v>
                </c:pt>
                <c:pt idx="1907">
                  <c:v>0.19075</c:v>
                </c:pt>
                <c:pt idx="1908">
                  <c:v>0.19085</c:v>
                </c:pt>
                <c:pt idx="1909">
                  <c:v>0.19095</c:v>
                </c:pt>
                <c:pt idx="1910">
                  <c:v>0.19105</c:v>
                </c:pt>
                <c:pt idx="1911">
                  <c:v>0.19115</c:v>
                </c:pt>
                <c:pt idx="1912">
                  <c:v>0.19125</c:v>
                </c:pt>
                <c:pt idx="1913">
                  <c:v>0.19135</c:v>
                </c:pt>
                <c:pt idx="1914">
                  <c:v>0.19145</c:v>
                </c:pt>
                <c:pt idx="1915">
                  <c:v>0.19155</c:v>
                </c:pt>
                <c:pt idx="1916">
                  <c:v>0.19165</c:v>
                </c:pt>
                <c:pt idx="1917">
                  <c:v>0.19175</c:v>
                </c:pt>
                <c:pt idx="1918">
                  <c:v>0.19185</c:v>
                </c:pt>
                <c:pt idx="1919">
                  <c:v>0.19195</c:v>
                </c:pt>
                <c:pt idx="1920">
                  <c:v>0.19205</c:v>
                </c:pt>
                <c:pt idx="1921">
                  <c:v>0.19215</c:v>
                </c:pt>
                <c:pt idx="1922">
                  <c:v>0.19225</c:v>
                </c:pt>
                <c:pt idx="1923">
                  <c:v>0.19235</c:v>
                </c:pt>
                <c:pt idx="1924">
                  <c:v>0.19245</c:v>
                </c:pt>
                <c:pt idx="1925">
                  <c:v>0.19255</c:v>
                </c:pt>
                <c:pt idx="1926">
                  <c:v>0.19265</c:v>
                </c:pt>
                <c:pt idx="1927">
                  <c:v>0.19275</c:v>
                </c:pt>
                <c:pt idx="1928">
                  <c:v>0.19285</c:v>
                </c:pt>
                <c:pt idx="1929">
                  <c:v>0.19295</c:v>
                </c:pt>
                <c:pt idx="1930">
                  <c:v>0.19305</c:v>
                </c:pt>
                <c:pt idx="1931">
                  <c:v>0.19315</c:v>
                </c:pt>
                <c:pt idx="1932">
                  <c:v>0.19325</c:v>
                </c:pt>
                <c:pt idx="1933">
                  <c:v>0.19335</c:v>
                </c:pt>
                <c:pt idx="1934">
                  <c:v>0.19345</c:v>
                </c:pt>
                <c:pt idx="1935">
                  <c:v>0.19355</c:v>
                </c:pt>
                <c:pt idx="1936">
                  <c:v>0.19365</c:v>
                </c:pt>
                <c:pt idx="1937">
                  <c:v>0.19375</c:v>
                </c:pt>
                <c:pt idx="1938">
                  <c:v>0.19385</c:v>
                </c:pt>
                <c:pt idx="1939">
                  <c:v>0.19395</c:v>
                </c:pt>
                <c:pt idx="1940">
                  <c:v>0.19405</c:v>
                </c:pt>
                <c:pt idx="1941">
                  <c:v>0.19415</c:v>
                </c:pt>
                <c:pt idx="1942">
                  <c:v>0.19425</c:v>
                </c:pt>
                <c:pt idx="1943">
                  <c:v>0.19435</c:v>
                </c:pt>
                <c:pt idx="1944">
                  <c:v>0.19445</c:v>
                </c:pt>
                <c:pt idx="1945">
                  <c:v>0.19455</c:v>
                </c:pt>
                <c:pt idx="1946">
                  <c:v>0.19465</c:v>
                </c:pt>
                <c:pt idx="1947">
                  <c:v>0.19475</c:v>
                </c:pt>
                <c:pt idx="1948">
                  <c:v>0.19485</c:v>
                </c:pt>
                <c:pt idx="1949">
                  <c:v>0.19495</c:v>
                </c:pt>
                <c:pt idx="1950">
                  <c:v>0.19505</c:v>
                </c:pt>
                <c:pt idx="1951">
                  <c:v>0.19515</c:v>
                </c:pt>
                <c:pt idx="1952">
                  <c:v>0.19525</c:v>
                </c:pt>
                <c:pt idx="1953">
                  <c:v>0.19535</c:v>
                </c:pt>
                <c:pt idx="1954">
                  <c:v>0.19545</c:v>
                </c:pt>
                <c:pt idx="1955">
                  <c:v>0.19555</c:v>
                </c:pt>
                <c:pt idx="1956">
                  <c:v>0.19565</c:v>
                </c:pt>
                <c:pt idx="1957">
                  <c:v>0.19575</c:v>
                </c:pt>
                <c:pt idx="1958">
                  <c:v>0.19585</c:v>
                </c:pt>
                <c:pt idx="1959">
                  <c:v>0.19595</c:v>
                </c:pt>
                <c:pt idx="1960">
                  <c:v>0.19605</c:v>
                </c:pt>
                <c:pt idx="1961">
                  <c:v>0.19615</c:v>
                </c:pt>
                <c:pt idx="1962">
                  <c:v>0.19625</c:v>
                </c:pt>
                <c:pt idx="1963">
                  <c:v>0.19635</c:v>
                </c:pt>
                <c:pt idx="1964">
                  <c:v>0.19645</c:v>
                </c:pt>
                <c:pt idx="1965">
                  <c:v>0.19655</c:v>
                </c:pt>
                <c:pt idx="1966">
                  <c:v>0.19665</c:v>
                </c:pt>
                <c:pt idx="1967">
                  <c:v>0.19675</c:v>
                </c:pt>
                <c:pt idx="1968">
                  <c:v>0.19685</c:v>
                </c:pt>
                <c:pt idx="1969">
                  <c:v>0.19695</c:v>
                </c:pt>
                <c:pt idx="1970">
                  <c:v>0.19705</c:v>
                </c:pt>
                <c:pt idx="1971">
                  <c:v>0.19715</c:v>
                </c:pt>
                <c:pt idx="1972">
                  <c:v>0.19725</c:v>
                </c:pt>
                <c:pt idx="1973">
                  <c:v>0.19735</c:v>
                </c:pt>
                <c:pt idx="1974">
                  <c:v>0.19745</c:v>
                </c:pt>
                <c:pt idx="1975">
                  <c:v>0.19755</c:v>
                </c:pt>
                <c:pt idx="1976">
                  <c:v>0.19765</c:v>
                </c:pt>
                <c:pt idx="1977">
                  <c:v>0.19775</c:v>
                </c:pt>
                <c:pt idx="1978">
                  <c:v>0.19785</c:v>
                </c:pt>
                <c:pt idx="1979">
                  <c:v>0.19795</c:v>
                </c:pt>
                <c:pt idx="1980">
                  <c:v>0.19805</c:v>
                </c:pt>
                <c:pt idx="1981">
                  <c:v>0.19815</c:v>
                </c:pt>
                <c:pt idx="1982">
                  <c:v>0.19825</c:v>
                </c:pt>
                <c:pt idx="1983">
                  <c:v>0.19835</c:v>
                </c:pt>
                <c:pt idx="1984">
                  <c:v>0.19845</c:v>
                </c:pt>
                <c:pt idx="1985">
                  <c:v>0.19855</c:v>
                </c:pt>
                <c:pt idx="1986">
                  <c:v>0.19865</c:v>
                </c:pt>
                <c:pt idx="1987">
                  <c:v>0.19875</c:v>
                </c:pt>
                <c:pt idx="1988">
                  <c:v>0.19885</c:v>
                </c:pt>
                <c:pt idx="1989">
                  <c:v>0.19895</c:v>
                </c:pt>
                <c:pt idx="1990">
                  <c:v>0.19905</c:v>
                </c:pt>
                <c:pt idx="1991">
                  <c:v>0.19915</c:v>
                </c:pt>
                <c:pt idx="1992">
                  <c:v>0.19925</c:v>
                </c:pt>
                <c:pt idx="1993">
                  <c:v>0.19935</c:v>
                </c:pt>
                <c:pt idx="1994">
                  <c:v>0.19945</c:v>
                </c:pt>
                <c:pt idx="1995">
                  <c:v>0.19955</c:v>
                </c:pt>
                <c:pt idx="1996">
                  <c:v>0.19965</c:v>
                </c:pt>
                <c:pt idx="1997">
                  <c:v>0.19975</c:v>
                </c:pt>
                <c:pt idx="1998">
                  <c:v>0.19985</c:v>
                </c:pt>
                <c:pt idx="1999">
                  <c:v>0.19995</c:v>
                </c:pt>
                <c:pt idx="2000">
                  <c:v>0.20005</c:v>
                </c:pt>
                <c:pt idx="2001">
                  <c:v>0.20015</c:v>
                </c:pt>
                <c:pt idx="2002">
                  <c:v>0.20025</c:v>
                </c:pt>
                <c:pt idx="2003">
                  <c:v>0.20035</c:v>
                </c:pt>
                <c:pt idx="2004">
                  <c:v>0.20045</c:v>
                </c:pt>
                <c:pt idx="2005">
                  <c:v>0.20055</c:v>
                </c:pt>
                <c:pt idx="2006">
                  <c:v>0.20065</c:v>
                </c:pt>
                <c:pt idx="2007">
                  <c:v>0.20075</c:v>
                </c:pt>
                <c:pt idx="2008">
                  <c:v>0.20085</c:v>
                </c:pt>
                <c:pt idx="2009">
                  <c:v>0.20095</c:v>
                </c:pt>
                <c:pt idx="2010">
                  <c:v>0.20105</c:v>
                </c:pt>
                <c:pt idx="2011">
                  <c:v>0.20115</c:v>
                </c:pt>
                <c:pt idx="2012">
                  <c:v>0.20125</c:v>
                </c:pt>
                <c:pt idx="2013">
                  <c:v>0.20135</c:v>
                </c:pt>
                <c:pt idx="2014">
                  <c:v>0.20145</c:v>
                </c:pt>
                <c:pt idx="2015">
                  <c:v>0.20155</c:v>
                </c:pt>
                <c:pt idx="2016">
                  <c:v>0.20165</c:v>
                </c:pt>
                <c:pt idx="2017">
                  <c:v>0.20175</c:v>
                </c:pt>
                <c:pt idx="2018">
                  <c:v>0.20185</c:v>
                </c:pt>
                <c:pt idx="2019">
                  <c:v>0.20195</c:v>
                </c:pt>
                <c:pt idx="2020">
                  <c:v>0.20205</c:v>
                </c:pt>
                <c:pt idx="2021">
                  <c:v>0.20215</c:v>
                </c:pt>
                <c:pt idx="2022">
                  <c:v>0.20225</c:v>
                </c:pt>
                <c:pt idx="2023">
                  <c:v>0.20235</c:v>
                </c:pt>
                <c:pt idx="2024">
                  <c:v>0.20245</c:v>
                </c:pt>
                <c:pt idx="2025">
                  <c:v>0.20255</c:v>
                </c:pt>
                <c:pt idx="2026">
                  <c:v>0.20265</c:v>
                </c:pt>
                <c:pt idx="2027">
                  <c:v>0.20275</c:v>
                </c:pt>
                <c:pt idx="2028">
                  <c:v>0.20285</c:v>
                </c:pt>
                <c:pt idx="2029">
                  <c:v>0.20295</c:v>
                </c:pt>
                <c:pt idx="2030">
                  <c:v>0.20305</c:v>
                </c:pt>
                <c:pt idx="2031">
                  <c:v>0.20315</c:v>
                </c:pt>
                <c:pt idx="2032">
                  <c:v>0.20325</c:v>
                </c:pt>
                <c:pt idx="2033">
                  <c:v>0.20335</c:v>
                </c:pt>
                <c:pt idx="2034">
                  <c:v>0.20345</c:v>
                </c:pt>
                <c:pt idx="2035">
                  <c:v>0.20355</c:v>
                </c:pt>
                <c:pt idx="2036">
                  <c:v>0.20365</c:v>
                </c:pt>
                <c:pt idx="2037">
                  <c:v>0.20375</c:v>
                </c:pt>
                <c:pt idx="2038">
                  <c:v>0.20385</c:v>
                </c:pt>
                <c:pt idx="2039">
                  <c:v>0.20395</c:v>
                </c:pt>
                <c:pt idx="2040">
                  <c:v>0.20405</c:v>
                </c:pt>
                <c:pt idx="2041">
                  <c:v>0.20415</c:v>
                </c:pt>
                <c:pt idx="2042">
                  <c:v>0.20425</c:v>
                </c:pt>
                <c:pt idx="2043">
                  <c:v>0.20435</c:v>
                </c:pt>
                <c:pt idx="2044">
                  <c:v>0.20445</c:v>
                </c:pt>
                <c:pt idx="2045">
                  <c:v>0.20455</c:v>
                </c:pt>
                <c:pt idx="2046">
                  <c:v>0.20465</c:v>
                </c:pt>
                <c:pt idx="2047">
                  <c:v>0.20475</c:v>
                </c:pt>
                <c:pt idx="2048">
                  <c:v>0.20485</c:v>
                </c:pt>
                <c:pt idx="2049">
                  <c:v>0.20495</c:v>
                </c:pt>
                <c:pt idx="2050">
                  <c:v>0.20505</c:v>
                </c:pt>
                <c:pt idx="2051">
                  <c:v>0.20515</c:v>
                </c:pt>
                <c:pt idx="2052">
                  <c:v>0.20525</c:v>
                </c:pt>
                <c:pt idx="2053">
                  <c:v>0.20535</c:v>
                </c:pt>
                <c:pt idx="2054">
                  <c:v>0.20545</c:v>
                </c:pt>
                <c:pt idx="2055">
                  <c:v>0.20555</c:v>
                </c:pt>
                <c:pt idx="2056">
                  <c:v>0.20565</c:v>
                </c:pt>
                <c:pt idx="2057">
                  <c:v>0.20575</c:v>
                </c:pt>
                <c:pt idx="2058">
                  <c:v>0.20585</c:v>
                </c:pt>
                <c:pt idx="2059">
                  <c:v>0.20595</c:v>
                </c:pt>
                <c:pt idx="2060">
                  <c:v>0.20605</c:v>
                </c:pt>
                <c:pt idx="2061">
                  <c:v>0.20615</c:v>
                </c:pt>
                <c:pt idx="2062">
                  <c:v>0.20625</c:v>
                </c:pt>
                <c:pt idx="2063">
                  <c:v>0.20635</c:v>
                </c:pt>
                <c:pt idx="2064">
                  <c:v>0.20645</c:v>
                </c:pt>
                <c:pt idx="2065">
                  <c:v>0.20655</c:v>
                </c:pt>
                <c:pt idx="2066">
                  <c:v>0.20665</c:v>
                </c:pt>
                <c:pt idx="2067">
                  <c:v>0.20675</c:v>
                </c:pt>
                <c:pt idx="2068">
                  <c:v>0.20685</c:v>
                </c:pt>
                <c:pt idx="2069">
                  <c:v>0.20695</c:v>
                </c:pt>
                <c:pt idx="2070">
                  <c:v>0.20705</c:v>
                </c:pt>
                <c:pt idx="2071">
                  <c:v>0.20715</c:v>
                </c:pt>
                <c:pt idx="2072">
                  <c:v>0.20725</c:v>
                </c:pt>
                <c:pt idx="2073">
                  <c:v>0.20735</c:v>
                </c:pt>
                <c:pt idx="2074">
                  <c:v>0.20745</c:v>
                </c:pt>
                <c:pt idx="2075">
                  <c:v>0.20755</c:v>
                </c:pt>
                <c:pt idx="2076">
                  <c:v>0.20765</c:v>
                </c:pt>
                <c:pt idx="2077">
                  <c:v>0.20775</c:v>
                </c:pt>
                <c:pt idx="2078">
                  <c:v>0.20785</c:v>
                </c:pt>
                <c:pt idx="2079">
                  <c:v>0.20795</c:v>
                </c:pt>
                <c:pt idx="2080">
                  <c:v>0.20805</c:v>
                </c:pt>
                <c:pt idx="2081">
                  <c:v>0.20815</c:v>
                </c:pt>
                <c:pt idx="2082">
                  <c:v>0.20825</c:v>
                </c:pt>
                <c:pt idx="2083">
                  <c:v>0.20835</c:v>
                </c:pt>
                <c:pt idx="2084">
                  <c:v>0.20845</c:v>
                </c:pt>
                <c:pt idx="2085">
                  <c:v>0.20855</c:v>
                </c:pt>
                <c:pt idx="2086">
                  <c:v>0.20865</c:v>
                </c:pt>
                <c:pt idx="2087">
                  <c:v>0.20875</c:v>
                </c:pt>
                <c:pt idx="2088">
                  <c:v>0.20885</c:v>
                </c:pt>
                <c:pt idx="2089">
                  <c:v>0.20895</c:v>
                </c:pt>
                <c:pt idx="2090">
                  <c:v>0.20905</c:v>
                </c:pt>
                <c:pt idx="2091">
                  <c:v>0.20915</c:v>
                </c:pt>
                <c:pt idx="2092">
                  <c:v>0.20925</c:v>
                </c:pt>
                <c:pt idx="2093">
                  <c:v>0.20935</c:v>
                </c:pt>
                <c:pt idx="2094">
                  <c:v>0.20945</c:v>
                </c:pt>
                <c:pt idx="2095">
                  <c:v>0.20955</c:v>
                </c:pt>
                <c:pt idx="2096">
                  <c:v>0.20965</c:v>
                </c:pt>
                <c:pt idx="2097">
                  <c:v>0.20975</c:v>
                </c:pt>
                <c:pt idx="2098">
                  <c:v>0.20985</c:v>
                </c:pt>
                <c:pt idx="2099">
                  <c:v>0.20995</c:v>
                </c:pt>
                <c:pt idx="2100">
                  <c:v>0.21005</c:v>
                </c:pt>
                <c:pt idx="2101">
                  <c:v>0.21015</c:v>
                </c:pt>
                <c:pt idx="2102">
                  <c:v>0.21025</c:v>
                </c:pt>
                <c:pt idx="2103">
                  <c:v>0.21035</c:v>
                </c:pt>
                <c:pt idx="2104">
                  <c:v>0.21045</c:v>
                </c:pt>
                <c:pt idx="2105">
                  <c:v>0.21055</c:v>
                </c:pt>
                <c:pt idx="2106">
                  <c:v>0.21065</c:v>
                </c:pt>
                <c:pt idx="2107">
                  <c:v>0.21075</c:v>
                </c:pt>
                <c:pt idx="2108">
                  <c:v>0.21085</c:v>
                </c:pt>
                <c:pt idx="2109">
                  <c:v>0.21095</c:v>
                </c:pt>
                <c:pt idx="2110">
                  <c:v>0.21105</c:v>
                </c:pt>
                <c:pt idx="2111">
                  <c:v>0.21115</c:v>
                </c:pt>
                <c:pt idx="2112">
                  <c:v>0.21125</c:v>
                </c:pt>
                <c:pt idx="2113">
                  <c:v>0.21135</c:v>
                </c:pt>
                <c:pt idx="2114">
                  <c:v>0.21145</c:v>
                </c:pt>
                <c:pt idx="2115">
                  <c:v>0.21155</c:v>
                </c:pt>
                <c:pt idx="2116">
                  <c:v>0.21165</c:v>
                </c:pt>
                <c:pt idx="2117">
                  <c:v>0.21175</c:v>
                </c:pt>
                <c:pt idx="2118">
                  <c:v>0.21185</c:v>
                </c:pt>
                <c:pt idx="2119">
                  <c:v>0.21195</c:v>
                </c:pt>
                <c:pt idx="2120">
                  <c:v>0.21205</c:v>
                </c:pt>
                <c:pt idx="2121">
                  <c:v>0.21215</c:v>
                </c:pt>
                <c:pt idx="2122">
                  <c:v>0.21225</c:v>
                </c:pt>
                <c:pt idx="2123">
                  <c:v>0.21235</c:v>
                </c:pt>
                <c:pt idx="2124">
                  <c:v>0.21245</c:v>
                </c:pt>
                <c:pt idx="2125">
                  <c:v>0.21255</c:v>
                </c:pt>
                <c:pt idx="2126">
                  <c:v>0.21265</c:v>
                </c:pt>
                <c:pt idx="2127">
                  <c:v>0.21275</c:v>
                </c:pt>
                <c:pt idx="2128">
                  <c:v>0.21285</c:v>
                </c:pt>
                <c:pt idx="2129">
                  <c:v>0.21295</c:v>
                </c:pt>
                <c:pt idx="2130">
                  <c:v>0.21305</c:v>
                </c:pt>
                <c:pt idx="2131">
                  <c:v>0.21315</c:v>
                </c:pt>
                <c:pt idx="2132">
                  <c:v>0.21325</c:v>
                </c:pt>
                <c:pt idx="2133">
                  <c:v>0.21335</c:v>
                </c:pt>
                <c:pt idx="2134">
                  <c:v>0.21345</c:v>
                </c:pt>
                <c:pt idx="2135">
                  <c:v>0.21355</c:v>
                </c:pt>
                <c:pt idx="2136">
                  <c:v>0.21365</c:v>
                </c:pt>
                <c:pt idx="2137">
                  <c:v>0.21375</c:v>
                </c:pt>
                <c:pt idx="2138">
                  <c:v>0.21385</c:v>
                </c:pt>
                <c:pt idx="2139">
                  <c:v>0.21395</c:v>
                </c:pt>
                <c:pt idx="2140">
                  <c:v>0.21405</c:v>
                </c:pt>
                <c:pt idx="2141">
                  <c:v>0.21415</c:v>
                </c:pt>
                <c:pt idx="2142">
                  <c:v>0.21425</c:v>
                </c:pt>
                <c:pt idx="2143">
                  <c:v>0.21435</c:v>
                </c:pt>
                <c:pt idx="2144">
                  <c:v>0.21445</c:v>
                </c:pt>
                <c:pt idx="2145">
                  <c:v>0.21455</c:v>
                </c:pt>
                <c:pt idx="2146">
                  <c:v>0.21465</c:v>
                </c:pt>
                <c:pt idx="2147">
                  <c:v>0.21475</c:v>
                </c:pt>
                <c:pt idx="2148">
                  <c:v>0.21485</c:v>
                </c:pt>
                <c:pt idx="2149">
                  <c:v>0.21495</c:v>
                </c:pt>
                <c:pt idx="2150">
                  <c:v>0.21505</c:v>
                </c:pt>
                <c:pt idx="2151">
                  <c:v>0.21515</c:v>
                </c:pt>
                <c:pt idx="2152">
                  <c:v>0.21525</c:v>
                </c:pt>
                <c:pt idx="2153">
                  <c:v>0.21535</c:v>
                </c:pt>
                <c:pt idx="2154">
                  <c:v>0.21545</c:v>
                </c:pt>
                <c:pt idx="2155">
                  <c:v>0.21555</c:v>
                </c:pt>
                <c:pt idx="2156">
                  <c:v>0.21565</c:v>
                </c:pt>
                <c:pt idx="2157">
                  <c:v>0.21575</c:v>
                </c:pt>
                <c:pt idx="2158">
                  <c:v>0.21585</c:v>
                </c:pt>
                <c:pt idx="2159">
                  <c:v>0.21595</c:v>
                </c:pt>
                <c:pt idx="2160">
                  <c:v>0.21605</c:v>
                </c:pt>
                <c:pt idx="2161">
                  <c:v>0.21615</c:v>
                </c:pt>
                <c:pt idx="2162">
                  <c:v>0.21625</c:v>
                </c:pt>
                <c:pt idx="2163">
                  <c:v>0.21635</c:v>
                </c:pt>
                <c:pt idx="2164">
                  <c:v>0.21645</c:v>
                </c:pt>
                <c:pt idx="2165">
                  <c:v>0.21655</c:v>
                </c:pt>
                <c:pt idx="2166">
                  <c:v>0.21665</c:v>
                </c:pt>
                <c:pt idx="2167">
                  <c:v>0.21675</c:v>
                </c:pt>
                <c:pt idx="2168">
                  <c:v>0.21685</c:v>
                </c:pt>
                <c:pt idx="2169">
                  <c:v>0.21695</c:v>
                </c:pt>
                <c:pt idx="2170">
                  <c:v>0.21705</c:v>
                </c:pt>
                <c:pt idx="2171">
                  <c:v>0.21715</c:v>
                </c:pt>
                <c:pt idx="2172">
                  <c:v>0.21725</c:v>
                </c:pt>
                <c:pt idx="2173">
                  <c:v>0.21735</c:v>
                </c:pt>
                <c:pt idx="2174">
                  <c:v>0.21745</c:v>
                </c:pt>
                <c:pt idx="2175">
                  <c:v>0.21755</c:v>
                </c:pt>
                <c:pt idx="2176">
                  <c:v>0.21765</c:v>
                </c:pt>
                <c:pt idx="2177">
                  <c:v>0.21775</c:v>
                </c:pt>
                <c:pt idx="2178">
                  <c:v>0.21785</c:v>
                </c:pt>
                <c:pt idx="2179">
                  <c:v>0.21795</c:v>
                </c:pt>
                <c:pt idx="2180">
                  <c:v>0.21805</c:v>
                </c:pt>
                <c:pt idx="2181">
                  <c:v>0.21815</c:v>
                </c:pt>
                <c:pt idx="2182">
                  <c:v>0.21825</c:v>
                </c:pt>
                <c:pt idx="2183">
                  <c:v>0.21835</c:v>
                </c:pt>
                <c:pt idx="2184">
                  <c:v>0.21845</c:v>
                </c:pt>
                <c:pt idx="2185">
                  <c:v>0.21855</c:v>
                </c:pt>
                <c:pt idx="2186">
                  <c:v>0.21865</c:v>
                </c:pt>
                <c:pt idx="2187">
                  <c:v>0.21875</c:v>
                </c:pt>
                <c:pt idx="2188">
                  <c:v>0.21885</c:v>
                </c:pt>
                <c:pt idx="2189">
                  <c:v>0.21895</c:v>
                </c:pt>
                <c:pt idx="2190">
                  <c:v>0.21905</c:v>
                </c:pt>
                <c:pt idx="2191">
                  <c:v>0.21915</c:v>
                </c:pt>
                <c:pt idx="2192">
                  <c:v>0.21925</c:v>
                </c:pt>
                <c:pt idx="2193">
                  <c:v>0.21935</c:v>
                </c:pt>
                <c:pt idx="2194">
                  <c:v>0.21945</c:v>
                </c:pt>
                <c:pt idx="2195">
                  <c:v>0.21955</c:v>
                </c:pt>
                <c:pt idx="2196">
                  <c:v>0.21965</c:v>
                </c:pt>
                <c:pt idx="2197">
                  <c:v>0.21975</c:v>
                </c:pt>
                <c:pt idx="2198">
                  <c:v>0.21985</c:v>
                </c:pt>
                <c:pt idx="2199">
                  <c:v>0.21995</c:v>
                </c:pt>
                <c:pt idx="2200">
                  <c:v>0.22005</c:v>
                </c:pt>
                <c:pt idx="2201">
                  <c:v>0.22015</c:v>
                </c:pt>
                <c:pt idx="2202">
                  <c:v>0.22025</c:v>
                </c:pt>
                <c:pt idx="2203">
                  <c:v>0.22035</c:v>
                </c:pt>
                <c:pt idx="2204">
                  <c:v>0.22045</c:v>
                </c:pt>
                <c:pt idx="2205">
                  <c:v>0.22055</c:v>
                </c:pt>
                <c:pt idx="2206">
                  <c:v>0.22065</c:v>
                </c:pt>
                <c:pt idx="2207">
                  <c:v>0.22075</c:v>
                </c:pt>
                <c:pt idx="2208">
                  <c:v>0.22085</c:v>
                </c:pt>
                <c:pt idx="2209">
                  <c:v>0.22095</c:v>
                </c:pt>
                <c:pt idx="2210">
                  <c:v>0.22105</c:v>
                </c:pt>
                <c:pt idx="2211">
                  <c:v>0.22115</c:v>
                </c:pt>
                <c:pt idx="2212">
                  <c:v>0.22125</c:v>
                </c:pt>
                <c:pt idx="2213">
                  <c:v>0.22135</c:v>
                </c:pt>
                <c:pt idx="2214">
                  <c:v>0.22145</c:v>
                </c:pt>
                <c:pt idx="2215">
                  <c:v>0.22155</c:v>
                </c:pt>
                <c:pt idx="2216">
                  <c:v>0.22165</c:v>
                </c:pt>
                <c:pt idx="2217">
                  <c:v>0.22175</c:v>
                </c:pt>
                <c:pt idx="2218">
                  <c:v>0.22185</c:v>
                </c:pt>
                <c:pt idx="2219">
                  <c:v>0.22195</c:v>
                </c:pt>
                <c:pt idx="2220">
                  <c:v>0.22205</c:v>
                </c:pt>
                <c:pt idx="2221">
                  <c:v>0.22215</c:v>
                </c:pt>
                <c:pt idx="2222">
                  <c:v>0.22225</c:v>
                </c:pt>
                <c:pt idx="2223">
                  <c:v>0.22235</c:v>
                </c:pt>
                <c:pt idx="2224">
                  <c:v>0.22245</c:v>
                </c:pt>
                <c:pt idx="2225">
                  <c:v>0.22255</c:v>
                </c:pt>
                <c:pt idx="2226">
                  <c:v>0.22265</c:v>
                </c:pt>
                <c:pt idx="2227">
                  <c:v>0.22275</c:v>
                </c:pt>
                <c:pt idx="2228">
                  <c:v>0.22285</c:v>
                </c:pt>
                <c:pt idx="2229">
                  <c:v>0.22295</c:v>
                </c:pt>
                <c:pt idx="2230">
                  <c:v>0.22305</c:v>
                </c:pt>
                <c:pt idx="2231">
                  <c:v>0.22315</c:v>
                </c:pt>
                <c:pt idx="2232">
                  <c:v>0.22325</c:v>
                </c:pt>
                <c:pt idx="2233">
                  <c:v>0.22335</c:v>
                </c:pt>
                <c:pt idx="2234">
                  <c:v>0.22345</c:v>
                </c:pt>
                <c:pt idx="2235">
                  <c:v>0.22355</c:v>
                </c:pt>
                <c:pt idx="2236">
                  <c:v>0.22365</c:v>
                </c:pt>
                <c:pt idx="2237">
                  <c:v>0.22375</c:v>
                </c:pt>
                <c:pt idx="2238">
                  <c:v>0.22385</c:v>
                </c:pt>
                <c:pt idx="2239">
                  <c:v>0.22395</c:v>
                </c:pt>
                <c:pt idx="2240">
                  <c:v>0.22405</c:v>
                </c:pt>
                <c:pt idx="2241">
                  <c:v>0.22415</c:v>
                </c:pt>
                <c:pt idx="2242">
                  <c:v>0.22425</c:v>
                </c:pt>
                <c:pt idx="2243">
                  <c:v>0.22435</c:v>
                </c:pt>
                <c:pt idx="2244">
                  <c:v>0.22445</c:v>
                </c:pt>
                <c:pt idx="2245">
                  <c:v>0.22455</c:v>
                </c:pt>
                <c:pt idx="2246">
                  <c:v>0.22465</c:v>
                </c:pt>
                <c:pt idx="2247">
                  <c:v>0.22475</c:v>
                </c:pt>
                <c:pt idx="2248">
                  <c:v>0.22485</c:v>
                </c:pt>
                <c:pt idx="2249">
                  <c:v>0.22495</c:v>
                </c:pt>
                <c:pt idx="2250">
                  <c:v>0.22505</c:v>
                </c:pt>
                <c:pt idx="2251">
                  <c:v>0.22515</c:v>
                </c:pt>
                <c:pt idx="2252">
                  <c:v>0.22525</c:v>
                </c:pt>
                <c:pt idx="2253">
                  <c:v>0.22535</c:v>
                </c:pt>
                <c:pt idx="2254">
                  <c:v>0.22545</c:v>
                </c:pt>
                <c:pt idx="2255">
                  <c:v>0.22555</c:v>
                </c:pt>
                <c:pt idx="2256">
                  <c:v>0.22565</c:v>
                </c:pt>
                <c:pt idx="2257">
                  <c:v>0.22575</c:v>
                </c:pt>
                <c:pt idx="2258">
                  <c:v>0.22585</c:v>
                </c:pt>
                <c:pt idx="2259">
                  <c:v>0.22595</c:v>
                </c:pt>
                <c:pt idx="2260">
                  <c:v>0.22605</c:v>
                </c:pt>
                <c:pt idx="2261">
                  <c:v>0.22615</c:v>
                </c:pt>
                <c:pt idx="2262">
                  <c:v>0.22625</c:v>
                </c:pt>
                <c:pt idx="2263">
                  <c:v>0.22635</c:v>
                </c:pt>
                <c:pt idx="2264">
                  <c:v>0.22645</c:v>
                </c:pt>
                <c:pt idx="2265">
                  <c:v>0.22655</c:v>
                </c:pt>
                <c:pt idx="2266">
                  <c:v>0.22665</c:v>
                </c:pt>
                <c:pt idx="2267">
                  <c:v>0.22675</c:v>
                </c:pt>
                <c:pt idx="2268">
                  <c:v>0.22685</c:v>
                </c:pt>
                <c:pt idx="2269">
                  <c:v>0.22695</c:v>
                </c:pt>
                <c:pt idx="2270">
                  <c:v>0.22705</c:v>
                </c:pt>
                <c:pt idx="2271">
                  <c:v>0.22715</c:v>
                </c:pt>
                <c:pt idx="2272">
                  <c:v>0.22725</c:v>
                </c:pt>
                <c:pt idx="2273">
                  <c:v>0.22735</c:v>
                </c:pt>
                <c:pt idx="2274">
                  <c:v>0.22745</c:v>
                </c:pt>
                <c:pt idx="2275">
                  <c:v>0.22755</c:v>
                </c:pt>
                <c:pt idx="2276">
                  <c:v>0.22765</c:v>
                </c:pt>
                <c:pt idx="2277">
                  <c:v>0.22775</c:v>
                </c:pt>
                <c:pt idx="2278">
                  <c:v>0.22785</c:v>
                </c:pt>
                <c:pt idx="2279">
                  <c:v>0.22795</c:v>
                </c:pt>
                <c:pt idx="2280">
                  <c:v>0.22805</c:v>
                </c:pt>
                <c:pt idx="2281">
                  <c:v>0.22815</c:v>
                </c:pt>
                <c:pt idx="2282">
                  <c:v>0.22825</c:v>
                </c:pt>
                <c:pt idx="2283">
                  <c:v>0.22835</c:v>
                </c:pt>
                <c:pt idx="2284">
                  <c:v>0.22845</c:v>
                </c:pt>
                <c:pt idx="2285">
                  <c:v>0.22855</c:v>
                </c:pt>
                <c:pt idx="2286">
                  <c:v>0.22865</c:v>
                </c:pt>
                <c:pt idx="2287">
                  <c:v>0.22875</c:v>
                </c:pt>
                <c:pt idx="2288">
                  <c:v>0.22885</c:v>
                </c:pt>
                <c:pt idx="2289">
                  <c:v>0.22895</c:v>
                </c:pt>
                <c:pt idx="2290">
                  <c:v>0.22905</c:v>
                </c:pt>
                <c:pt idx="2291">
                  <c:v>0.22915</c:v>
                </c:pt>
                <c:pt idx="2292">
                  <c:v>0.22925</c:v>
                </c:pt>
                <c:pt idx="2293">
                  <c:v>0.22935</c:v>
                </c:pt>
                <c:pt idx="2294">
                  <c:v>0.22945</c:v>
                </c:pt>
                <c:pt idx="2295">
                  <c:v>0.22955</c:v>
                </c:pt>
                <c:pt idx="2296">
                  <c:v>0.22965</c:v>
                </c:pt>
                <c:pt idx="2297">
                  <c:v>0.22975</c:v>
                </c:pt>
                <c:pt idx="2298">
                  <c:v>0.22985</c:v>
                </c:pt>
                <c:pt idx="2299">
                  <c:v>0.22995</c:v>
                </c:pt>
                <c:pt idx="2300">
                  <c:v>0.23005</c:v>
                </c:pt>
                <c:pt idx="2301">
                  <c:v>0.23015</c:v>
                </c:pt>
                <c:pt idx="2302">
                  <c:v>0.23025</c:v>
                </c:pt>
                <c:pt idx="2303">
                  <c:v>0.23035</c:v>
                </c:pt>
                <c:pt idx="2304">
                  <c:v>0.23045</c:v>
                </c:pt>
                <c:pt idx="2305">
                  <c:v>0.23055</c:v>
                </c:pt>
                <c:pt idx="2306">
                  <c:v>0.23065</c:v>
                </c:pt>
                <c:pt idx="2307">
                  <c:v>0.23075</c:v>
                </c:pt>
                <c:pt idx="2308">
                  <c:v>0.23085</c:v>
                </c:pt>
                <c:pt idx="2309">
                  <c:v>0.23095</c:v>
                </c:pt>
                <c:pt idx="2310">
                  <c:v>0.23105</c:v>
                </c:pt>
                <c:pt idx="2311">
                  <c:v>0.23115</c:v>
                </c:pt>
                <c:pt idx="2312">
                  <c:v>0.23125</c:v>
                </c:pt>
                <c:pt idx="2313">
                  <c:v>0.23135</c:v>
                </c:pt>
                <c:pt idx="2314">
                  <c:v>0.23145</c:v>
                </c:pt>
                <c:pt idx="2315">
                  <c:v>0.23155</c:v>
                </c:pt>
                <c:pt idx="2316">
                  <c:v>0.23165</c:v>
                </c:pt>
                <c:pt idx="2317">
                  <c:v>0.23175</c:v>
                </c:pt>
                <c:pt idx="2318">
                  <c:v>0.23185</c:v>
                </c:pt>
                <c:pt idx="2319">
                  <c:v>0.23195</c:v>
                </c:pt>
                <c:pt idx="2320">
                  <c:v>0.23205</c:v>
                </c:pt>
                <c:pt idx="2321">
                  <c:v>0.23215</c:v>
                </c:pt>
                <c:pt idx="2322">
                  <c:v>0.23225</c:v>
                </c:pt>
                <c:pt idx="2323">
                  <c:v>0.23235</c:v>
                </c:pt>
                <c:pt idx="2324">
                  <c:v>0.23245</c:v>
                </c:pt>
                <c:pt idx="2325">
                  <c:v>0.23255</c:v>
                </c:pt>
                <c:pt idx="2326">
                  <c:v>0.23265</c:v>
                </c:pt>
                <c:pt idx="2327">
                  <c:v>0.23275</c:v>
                </c:pt>
                <c:pt idx="2328">
                  <c:v>0.23285</c:v>
                </c:pt>
                <c:pt idx="2329">
                  <c:v>0.23295</c:v>
                </c:pt>
                <c:pt idx="2330">
                  <c:v>0.23305</c:v>
                </c:pt>
                <c:pt idx="2331">
                  <c:v>0.23315</c:v>
                </c:pt>
                <c:pt idx="2332">
                  <c:v>0.23325</c:v>
                </c:pt>
                <c:pt idx="2333">
                  <c:v>0.23335</c:v>
                </c:pt>
                <c:pt idx="2334">
                  <c:v>0.23345</c:v>
                </c:pt>
                <c:pt idx="2335">
                  <c:v>0.23355</c:v>
                </c:pt>
                <c:pt idx="2336">
                  <c:v>0.23365</c:v>
                </c:pt>
                <c:pt idx="2337">
                  <c:v>0.23375</c:v>
                </c:pt>
                <c:pt idx="2338">
                  <c:v>0.23385</c:v>
                </c:pt>
                <c:pt idx="2339">
                  <c:v>0.23395</c:v>
                </c:pt>
                <c:pt idx="2340">
                  <c:v>0.23405</c:v>
                </c:pt>
                <c:pt idx="2341">
                  <c:v>0.23415</c:v>
                </c:pt>
                <c:pt idx="2342">
                  <c:v>0.23425</c:v>
                </c:pt>
                <c:pt idx="2343">
                  <c:v>0.23435</c:v>
                </c:pt>
                <c:pt idx="2344">
                  <c:v>0.23445</c:v>
                </c:pt>
                <c:pt idx="2345">
                  <c:v>0.23455</c:v>
                </c:pt>
                <c:pt idx="2346">
                  <c:v>0.23465</c:v>
                </c:pt>
                <c:pt idx="2347">
                  <c:v>0.23475</c:v>
                </c:pt>
                <c:pt idx="2348">
                  <c:v>0.23485</c:v>
                </c:pt>
                <c:pt idx="2349">
                  <c:v>0.23495</c:v>
                </c:pt>
                <c:pt idx="2350">
                  <c:v>0.23505</c:v>
                </c:pt>
                <c:pt idx="2351">
                  <c:v>0.23515</c:v>
                </c:pt>
                <c:pt idx="2352">
                  <c:v>0.23525</c:v>
                </c:pt>
                <c:pt idx="2353">
                  <c:v>0.23535</c:v>
                </c:pt>
                <c:pt idx="2354">
                  <c:v>0.23545</c:v>
                </c:pt>
                <c:pt idx="2355">
                  <c:v>0.23555</c:v>
                </c:pt>
                <c:pt idx="2356">
                  <c:v>0.23565</c:v>
                </c:pt>
                <c:pt idx="2357">
                  <c:v>0.23575</c:v>
                </c:pt>
                <c:pt idx="2358">
                  <c:v>0.23585</c:v>
                </c:pt>
                <c:pt idx="2359">
                  <c:v>0.23595</c:v>
                </c:pt>
                <c:pt idx="2360">
                  <c:v>0.23605</c:v>
                </c:pt>
                <c:pt idx="2361">
                  <c:v>0.23615</c:v>
                </c:pt>
                <c:pt idx="2362">
                  <c:v>0.23625</c:v>
                </c:pt>
                <c:pt idx="2363">
                  <c:v>0.23635</c:v>
                </c:pt>
                <c:pt idx="2364">
                  <c:v>0.23645</c:v>
                </c:pt>
                <c:pt idx="2365">
                  <c:v>0.23655</c:v>
                </c:pt>
                <c:pt idx="2366">
                  <c:v>0.23665</c:v>
                </c:pt>
                <c:pt idx="2367">
                  <c:v>0.23675</c:v>
                </c:pt>
                <c:pt idx="2368">
                  <c:v>0.23685</c:v>
                </c:pt>
                <c:pt idx="2369">
                  <c:v>0.23695</c:v>
                </c:pt>
                <c:pt idx="2370">
                  <c:v>0.23705</c:v>
                </c:pt>
                <c:pt idx="2371">
                  <c:v>0.23715</c:v>
                </c:pt>
                <c:pt idx="2372">
                  <c:v>0.23725</c:v>
                </c:pt>
                <c:pt idx="2373">
                  <c:v>0.23735</c:v>
                </c:pt>
                <c:pt idx="2374">
                  <c:v>0.23745</c:v>
                </c:pt>
                <c:pt idx="2375">
                  <c:v>0.23755</c:v>
                </c:pt>
                <c:pt idx="2376">
                  <c:v>0.23765</c:v>
                </c:pt>
                <c:pt idx="2377">
                  <c:v>0.23775</c:v>
                </c:pt>
                <c:pt idx="2378">
                  <c:v>0.23785</c:v>
                </c:pt>
                <c:pt idx="2379">
                  <c:v>0.23795</c:v>
                </c:pt>
                <c:pt idx="2380">
                  <c:v>0.23805</c:v>
                </c:pt>
                <c:pt idx="2381">
                  <c:v>0.23815</c:v>
                </c:pt>
                <c:pt idx="2382">
                  <c:v>0.23825</c:v>
                </c:pt>
                <c:pt idx="2383">
                  <c:v>0.23835</c:v>
                </c:pt>
                <c:pt idx="2384">
                  <c:v>0.23845</c:v>
                </c:pt>
                <c:pt idx="2385">
                  <c:v>0.23855</c:v>
                </c:pt>
                <c:pt idx="2386">
                  <c:v>0.23865</c:v>
                </c:pt>
                <c:pt idx="2387">
                  <c:v>0.23875</c:v>
                </c:pt>
                <c:pt idx="2388">
                  <c:v>0.23885</c:v>
                </c:pt>
                <c:pt idx="2389">
                  <c:v>0.23895</c:v>
                </c:pt>
                <c:pt idx="2390">
                  <c:v>0.23905</c:v>
                </c:pt>
                <c:pt idx="2391">
                  <c:v>0.23915</c:v>
                </c:pt>
                <c:pt idx="2392">
                  <c:v>0.23925</c:v>
                </c:pt>
                <c:pt idx="2393">
                  <c:v>0.23935</c:v>
                </c:pt>
                <c:pt idx="2394">
                  <c:v>0.23945</c:v>
                </c:pt>
                <c:pt idx="2395">
                  <c:v>0.23955</c:v>
                </c:pt>
                <c:pt idx="2396">
                  <c:v>0.23965</c:v>
                </c:pt>
                <c:pt idx="2397">
                  <c:v>0.23975</c:v>
                </c:pt>
                <c:pt idx="2398">
                  <c:v>0.23985</c:v>
                </c:pt>
                <c:pt idx="2399">
                  <c:v>0.23995</c:v>
                </c:pt>
                <c:pt idx="2400">
                  <c:v>0.24005</c:v>
                </c:pt>
                <c:pt idx="2401">
                  <c:v>0.24015</c:v>
                </c:pt>
                <c:pt idx="2402">
                  <c:v>0.24025</c:v>
                </c:pt>
                <c:pt idx="2403">
                  <c:v>0.24035</c:v>
                </c:pt>
                <c:pt idx="2404">
                  <c:v>0.24045</c:v>
                </c:pt>
                <c:pt idx="2405">
                  <c:v>0.24055</c:v>
                </c:pt>
                <c:pt idx="2406">
                  <c:v>0.24065</c:v>
                </c:pt>
                <c:pt idx="2407">
                  <c:v>0.24075</c:v>
                </c:pt>
                <c:pt idx="2408">
                  <c:v>0.24085</c:v>
                </c:pt>
                <c:pt idx="2409">
                  <c:v>0.24095</c:v>
                </c:pt>
                <c:pt idx="2410">
                  <c:v>0.24105</c:v>
                </c:pt>
                <c:pt idx="2411">
                  <c:v>0.24115</c:v>
                </c:pt>
                <c:pt idx="2412">
                  <c:v>0.24125</c:v>
                </c:pt>
                <c:pt idx="2413">
                  <c:v>0.24135</c:v>
                </c:pt>
                <c:pt idx="2414">
                  <c:v>0.24145</c:v>
                </c:pt>
                <c:pt idx="2415">
                  <c:v>0.24155</c:v>
                </c:pt>
                <c:pt idx="2416">
                  <c:v>0.24165</c:v>
                </c:pt>
                <c:pt idx="2417">
                  <c:v>0.24175</c:v>
                </c:pt>
                <c:pt idx="2418">
                  <c:v>0.24185</c:v>
                </c:pt>
                <c:pt idx="2419">
                  <c:v>0.24195</c:v>
                </c:pt>
                <c:pt idx="2420">
                  <c:v>0.24205</c:v>
                </c:pt>
                <c:pt idx="2421">
                  <c:v>0.24215</c:v>
                </c:pt>
                <c:pt idx="2422">
                  <c:v>0.24225</c:v>
                </c:pt>
                <c:pt idx="2423">
                  <c:v>0.24235</c:v>
                </c:pt>
                <c:pt idx="2424">
                  <c:v>0.24245</c:v>
                </c:pt>
                <c:pt idx="2425">
                  <c:v>0.24255</c:v>
                </c:pt>
                <c:pt idx="2426">
                  <c:v>0.24265</c:v>
                </c:pt>
                <c:pt idx="2427">
                  <c:v>0.24275</c:v>
                </c:pt>
                <c:pt idx="2428">
                  <c:v>0.24285</c:v>
                </c:pt>
                <c:pt idx="2429">
                  <c:v>0.24295</c:v>
                </c:pt>
                <c:pt idx="2430">
                  <c:v>0.24305</c:v>
                </c:pt>
                <c:pt idx="2431">
                  <c:v>0.24315</c:v>
                </c:pt>
                <c:pt idx="2432">
                  <c:v>0.24325</c:v>
                </c:pt>
                <c:pt idx="2433">
                  <c:v>0.24335</c:v>
                </c:pt>
                <c:pt idx="2434">
                  <c:v>0.24345</c:v>
                </c:pt>
                <c:pt idx="2435">
                  <c:v>0.24355</c:v>
                </c:pt>
                <c:pt idx="2436">
                  <c:v>0.24365</c:v>
                </c:pt>
                <c:pt idx="2437">
                  <c:v>0.24375</c:v>
                </c:pt>
                <c:pt idx="2438">
                  <c:v>0.24385</c:v>
                </c:pt>
                <c:pt idx="2439">
                  <c:v>0.24395</c:v>
                </c:pt>
                <c:pt idx="2440">
                  <c:v>0.24405</c:v>
                </c:pt>
                <c:pt idx="2441">
                  <c:v>0.24415</c:v>
                </c:pt>
                <c:pt idx="2442">
                  <c:v>0.24425</c:v>
                </c:pt>
                <c:pt idx="2443">
                  <c:v>0.24435</c:v>
                </c:pt>
                <c:pt idx="2444">
                  <c:v>0.24445</c:v>
                </c:pt>
                <c:pt idx="2445">
                  <c:v>0.24455</c:v>
                </c:pt>
                <c:pt idx="2446">
                  <c:v>0.24465</c:v>
                </c:pt>
                <c:pt idx="2447">
                  <c:v>0.24475</c:v>
                </c:pt>
                <c:pt idx="2448">
                  <c:v>0.24485</c:v>
                </c:pt>
                <c:pt idx="2449">
                  <c:v>0.24495</c:v>
                </c:pt>
                <c:pt idx="2450">
                  <c:v>0.24505</c:v>
                </c:pt>
                <c:pt idx="2451">
                  <c:v>0.24515</c:v>
                </c:pt>
                <c:pt idx="2452">
                  <c:v>0.24525</c:v>
                </c:pt>
                <c:pt idx="2453">
                  <c:v>0.24535</c:v>
                </c:pt>
                <c:pt idx="2454">
                  <c:v>0.24545</c:v>
                </c:pt>
                <c:pt idx="2455">
                  <c:v>0.24555</c:v>
                </c:pt>
                <c:pt idx="2456">
                  <c:v>0.24565</c:v>
                </c:pt>
                <c:pt idx="2457">
                  <c:v>0.24575</c:v>
                </c:pt>
                <c:pt idx="2458">
                  <c:v>0.24585</c:v>
                </c:pt>
                <c:pt idx="2459">
                  <c:v>0.24595</c:v>
                </c:pt>
                <c:pt idx="2460">
                  <c:v>0.24605</c:v>
                </c:pt>
                <c:pt idx="2461">
                  <c:v>0.24615</c:v>
                </c:pt>
                <c:pt idx="2462">
                  <c:v>0.24625</c:v>
                </c:pt>
                <c:pt idx="2463">
                  <c:v>0.24635</c:v>
                </c:pt>
                <c:pt idx="2464">
                  <c:v>0.24645</c:v>
                </c:pt>
                <c:pt idx="2465">
                  <c:v>0.24655</c:v>
                </c:pt>
                <c:pt idx="2466">
                  <c:v>0.24665</c:v>
                </c:pt>
                <c:pt idx="2467">
                  <c:v>0.24675</c:v>
                </c:pt>
                <c:pt idx="2468">
                  <c:v>0.24685</c:v>
                </c:pt>
                <c:pt idx="2469">
                  <c:v>0.24695</c:v>
                </c:pt>
                <c:pt idx="2470">
                  <c:v>0.24705</c:v>
                </c:pt>
                <c:pt idx="2471">
                  <c:v>0.24715</c:v>
                </c:pt>
                <c:pt idx="2472">
                  <c:v>0.24725</c:v>
                </c:pt>
                <c:pt idx="2473">
                  <c:v>0.24735</c:v>
                </c:pt>
                <c:pt idx="2474">
                  <c:v>0.24745</c:v>
                </c:pt>
                <c:pt idx="2475">
                  <c:v>0.24755</c:v>
                </c:pt>
                <c:pt idx="2476">
                  <c:v>0.24765</c:v>
                </c:pt>
                <c:pt idx="2477">
                  <c:v>0.24775</c:v>
                </c:pt>
                <c:pt idx="2478">
                  <c:v>0.24785</c:v>
                </c:pt>
                <c:pt idx="2479">
                  <c:v>0.24795</c:v>
                </c:pt>
                <c:pt idx="2480">
                  <c:v>0.24805</c:v>
                </c:pt>
                <c:pt idx="2481">
                  <c:v>0.24815</c:v>
                </c:pt>
                <c:pt idx="2482">
                  <c:v>0.24825</c:v>
                </c:pt>
                <c:pt idx="2483">
                  <c:v>0.24835</c:v>
                </c:pt>
                <c:pt idx="2484">
                  <c:v>0.24845</c:v>
                </c:pt>
                <c:pt idx="2485">
                  <c:v>0.24855</c:v>
                </c:pt>
                <c:pt idx="2486">
                  <c:v>0.24865</c:v>
                </c:pt>
                <c:pt idx="2487">
                  <c:v>0.24875</c:v>
                </c:pt>
                <c:pt idx="2488">
                  <c:v>0.24885</c:v>
                </c:pt>
                <c:pt idx="2489">
                  <c:v>0.24895</c:v>
                </c:pt>
                <c:pt idx="2490">
                  <c:v>0.24905</c:v>
                </c:pt>
                <c:pt idx="2491">
                  <c:v>0.24915</c:v>
                </c:pt>
                <c:pt idx="2492">
                  <c:v>0.24925</c:v>
                </c:pt>
                <c:pt idx="2493">
                  <c:v>0.24935</c:v>
                </c:pt>
                <c:pt idx="2494">
                  <c:v>0.24945</c:v>
                </c:pt>
                <c:pt idx="2495">
                  <c:v>0.24955</c:v>
                </c:pt>
                <c:pt idx="2496">
                  <c:v>0.24965</c:v>
                </c:pt>
                <c:pt idx="2497">
                  <c:v>0.24975</c:v>
                </c:pt>
                <c:pt idx="2498">
                  <c:v>0.24985</c:v>
                </c:pt>
                <c:pt idx="2499">
                  <c:v>0.24995</c:v>
                </c:pt>
                <c:pt idx="2500">
                  <c:v>0.25005</c:v>
                </c:pt>
                <c:pt idx="2501">
                  <c:v>0.25015</c:v>
                </c:pt>
                <c:pt idx="2502">
                  <c:v>0.25025</c:v>
                </c:pt>
                <c:pt idx="2503">
                  <c:v>0.25035</c:v>
                </c:pt>
                <c:pt idx="2504">
                  <c:v>0.25045</c:v>
                </c:pt>
                <c:pt idx="2505">
                  <c:v>0.25055</c:v>
                </c:pt>
                <c:pt idx="2506">
                  <c:v>0.25065</c:v>
                </c:pt>
                <c:pt idx="2507">
                  <c:v>0.25075</c:v>
                </c:pt>
                <c:pt idx="2508">
                  <c:v>0.25085</c:v>
                </c:pt>
                <c:pt idx="2509">
                  <c:v>0.25095</c:v>
                </c:pt>
                <c:pt idx="2510">
                  <c:v>0.25105</c:v>
                </c:pt>
                <c:pt idx="2511">
                  <c:v>0.25115</c:v>
                </c:pt>
                <c:pt idx="2512">
                  <c:v>0.25125</c:v>
                </c:pt>
                <c:pt idx="2513">
                  <c:v>0.25135</c:v>
                </c:pt>
                <c:pt idx="2514">
                  <c:v>0.25145</c:v>
                </c:pt>
                <c:pt idx="2515">
                  <c:v>0.25155</c:v>
                </c:pt>
                <c:pt idx="2516">
                  <c:v>0.25165</c:v>
                </c:pt>
                <c:pt idx="2517">
                  <c:v>0.25175</c:v>
                </c:pt>
                <c:pt idx="2518">
                  <c:v>0.25185</c:v>
                </c:pt>
                <c:pt idx="2519">
                  <c:v>0.25195</c:v>
                </c:pt>
                <c:pt idx="2520">
                  <c:v>0.25205</c:v>
                </c:pt>
                <c:pt idx="2521">
                  <c:v>0.25215</c:v>
                </c:pt>
                <c:pt idx="2522">
                  <c:v>0.25225</c:v>
                </c:pt>
                <c:pt idx="2523">
                  <c:v>0.25235</c:v>
                </c:pt>
                <c:pt idx="2524">
                  <c:v>0.25245</c:v>
                </c:pt>
                <c:pt idx="2525">
                  <c:v>0.25255</c:v>
                </c:pt>
                <c:pt idx="2526">
                  <c:v>0.25265</c:v>
                </c:pt>
                <c:pt idx="2527">
                  <c:v>0.25275</c:v>
                </c:pt>
                <c:pt idx="2528">
                  <c:v>0.25285</c:v>
                </c:pt>
                <c:pt idx="2529">
                  <c:v>0.25295</c:v>
                </c:pt>
                <c:pt idx="2530">
                  <c:v>0.25305</c:v>
                </c:pt>
                <c:pt idx="2531">
                  <c:v>0.25315</c:v>
                </c:pt>
                <c:pt idx="2532">
                  <c:v>0.25325</c:v>
                </c:pt>
                <c:pt idx="2533">
                  <c:v>0.25335</c:v>
                </c:pt>
                <c:pt idx="2534">
                  <c:v>0.25345</c:v>
                </c:pt>
                <c:pt idx="2535">
                  <c:v>0.25355</c:v>
                </c:pt>
                <c:pt idx="2536">
                  <c:v>0.25365</c:v>
                </c:pt>
                <c:pt idx="2537">
                  <c:v>0.25375</c:v>
                </c:pt>
                <c:pt idx="2538">
                  <c:v>0.25385</c:v>
                </c:pt>
                <c:pt idx="2539">
                  <c:v>0.25395</c:v>
                </c:pt>
                <c:pt idx="2540">
                  <c:v>0.25405</c:v>
                </c:pt>
                <c:pt idx="2541">
                  <c:v>0.25415</c:v>
                </c:pt>
                <c:pt idx="2542">
                  <c:v>0.25425</c:v>
                </c:pt>
                <c:pt idx="2543">
                  <c:v>0.25435</c:v>
                </c:pt>
                <c:pt idx="2544">
                  <c:v>0.25445</c:v>
                </c:pt>
                <c:pt idx="2545">
                  <c:v>0.25455</c:v>
                </c:pt>
                <c:pt idx="2546">
                  <c:v>0.25465</c:v>
                </c:pt>
                <c:pt idx="2547">
                  <c:v>0.25475</c:v>
                </c:pt>
                <c:pt idx="2548">
                  <c:v>0.25485</c:v>
                </c:pt>
                <c:pt idx="2549">
                  <c:v>0.25495</c:v>
                </c:pt>
                <c:pt idx="2550">
                  <c:v>0.25505</c:v>
                </c:pt>
                <c:pt idx="2551">
                  <c:v>0.25515</c:v>
                </c:pt>
                <c:pt idx="2552">
                  <c:v>0.25525</c:v>
                </c:pt>
                <c:pt idx="2553">
                  <c:v>0.25535</c:v>
                </c:pt>
                <c:pt idx="2554">
                  <c:v>0.25545</c:v>
                </c:pt>
                <c:pt idx="2555">
                  <c:v>0.25555</c:v>
                </c:pt>
                <c:pt idx="2556">
                  <c:v>0.25565</c:v>
                </c:pt>
                <c:pt idx="2557">
                  <c:v>0.25575</c:v>
                </c:pt>
                <c:pt idx="2558">
                  <c:v>0.25585</c:v>
                </c:pt>
                <c:pt idx="2559">
                  <c:v>0.25595</c:v>
                </c:pt>
                <c:pt idx="2560">
                  <c:v>0.25605</c:v>
                </c:pt>
                <c:pt idx="2561">
                  <c:v>0.25615</c:v>
                </c:pt>
                <c:pt idx="2562">
                  <c:v>0.25625</c:v>
                </c:pt>
                <c:pt idx="2563">
                  <c:v>0.25635</c:v>
                </c:pt>
                <c:pt idx="2564">
                  <c:v>0.25645</c:v>
                </c:pt>
                <c:pt idx="2565">
                  <c:v>0.25655</c:v>
                </c:pt>
                <c:pt idx="2566">
                  <c:v>0.25665</c:v>
                </c:pt>
                <c:pt idx="2567">
                  <c:v>0.25675</c:v>
                </c:pt>
                <c:pt idx="2568">
                  <c:v>0.25685</c:v>
                </c:pt>
                <c:pt idx="2569">
                  <c:v>0.25695</c:v>
                </c:pt>
                <c:pt idx="2570">
                  <c:v>0.25705</c:v>
                </c:pt>
                <c:pt idx="2571">
                  <c:v>0.25715</c:v>
                </c:pt>
                <c:pt idx="2572">
                  <c:v>0.25725</c:v>
                </c:pt>
                <c:pt idx="2573">
                  <c:v>0.25735</c:v>
                </c:pt>
                <c:pt idx="2574">
                  <c:v>0.25745</c:v>
                </c:pt>
                <c:pt idx="2575">
                  <c:v>0.25755</c:v>
                </c:pt>
                <c:pt idx="2576">
                  <c:v>0.25765</c:v>
                </c:pt>
                <c:pt idx="2577">
                  <c:v>0.25775</c:v>
                </c:pt>
                <c:pt idx="2578">
                  <c:v>0.25785</c:v>
                </c:pt>
                <c:pt idx="2579">
                  <c:v>0.25795</c:v>
                </c:pt>
                <c:pt idx="2580">
                  <c:v>0.25805</c:v>
                </c:pt>
                <c:pt idx="2581">
                  <c:v>0.25815</c:v>
                </c:pt>
                <c:pt idx="2582">
                  <c:v>0.25825</c:v>
                </c:pt>
                <c:pt idx="2583">
                  <c:v>0.25835</c:v>
                </c:pt>
                <c:pt idx="2584">
                  <c:v>0.25845</c:v>
                </c:pt>
                <c:pt idx="2585">
                  <c:v>0.25855</c:v>
                </c:pt>
                <c:pt idx="2586">
                  <c:v>0.25865</c:v>
                </c:pt>
                <c:pt idx="2587">
                  <c:v>0.25875</c:v>
                </c:pt>
                <c:pt idx="2588">
                  <c:v>0.25885</c:v>
                </c:pt>
                <c:pt idx="2589">
                  <c:v>0.25895</c:v>
                </c:pt>
                <c:pt idx="2590">
                  <c:v>0.25905</c:v>
                </c:pt>
                <c:pt idx="2591">
                  <c:v>0.25915</c:v>
                </c:pt>
                <c:pt idx="2592">
                  <c:v>0.25925</c:v>
                </c:pt>
                <c:pt idx="2593">
                  <c:v>0.25935</c:v>
                </c:pt>
                <c:pt idx="2594">
                  <c:v>0.25945</c:v>
                </c:pt>
                <c:pt idx="2595">
                  <c:v>0.25955</c:v>
                </c:pt>
                <c:pt idx="2596">
                  <c:v>0.25965</c:v>
                </c:pt>
                <c:pt idx="2597">
                  <c:v>0.25975</c:v>
                </c:pt>
                <c:pt idx="2598">
                  <c:v>0.25985</c:v>
                </c:pt>
                <c:pt idx="2599">
                  <c:v>0.25995</c:v>
                </c:pt>
                <c:pt idx="2600">
                  <c:v>0.26005</c:v>
                </c:pt>
                <c:pt idx="2601">
                  <c:v>0.26015</c:v>
                </c:pt>
                <c:pt idx="2602">
                  <c:v>0.26025</c:v>
                </c:pt>
                <c:pt idx="2603">
                  <c:v>0.26035</c:v>
                </c:pt>
                <c:pt idx="2604">
                  <c:v>0.26045</c:v>
                </c:pt>
                <c:pt idx="2605">
                  <c:v>0.26055</c:v>
                </c:pt>
                <c:pt idx="2606">
                  <c:v>0.26065</c:v>
                </c:pt>
                <c:pt idx="2607">
                  <c:v>0.26075</c:v>
                </c:pt>
                <c:pt idx="2608">
                  <c:v>0.26085</c:v>
                </c:pt>
                <c:pt idx="2609">
                  <c:v>0.26095</c:v>
                </c:pt>
                <c:pt idx="2610">
                  <c:v>0.26105</c:v>
                </c:pt>
                <c:pt idx="2611">
                  <c:v>0.26115</c:v>
                </c:pt>
                <c:pt idx="2612">
                  <c:v>0.26125</c:v>
                </c:pt>
                <c:pt idx="2613">
                  <c:v>0.26135</c:v>
                </c:pt>
                <c:pt idx="2614">
                  <c:v>0.26145</c:v>
                </c:pt>
                <c:pt idx="2615">
                  <c:v>0.26155</c:v>
                </c:pt>
                <c:pt idx="2616">
                  <c:v>0.26165</c:v>
                </c:pt>
                <c:pt idx="2617">
                  <c:v>0.26175</c:v>
                </c:pt>
                <c:pt idx="2618">
                  <c:v>0.26185</c:v>
                </c:pt>
                <c:pt idx="2619">
                  <c:v>0.26195</c:v>
                </c:pt>
                <c:pt idx="2620">
                  <c:v>0.26205</c:v>
                </c:pt>
                <c:pt idx="2621">
                  <c:v>0.26215</c:v>
                </c:pt>
                <c:pt idx="2622">
                  <c:v>0.26225</c:v>
                </c:pt>
                <c:pt idx="2623">
                  <c:v>0.26235</c:v>
                </c:pt>
                <c:pt idx="2624">
                  <c:v>0.26245</c:v>
                </c:pt>
                <c:pt idx="2625">
                  <c:v>0.26255</c:v>
                </c:pt>
                <c:pt idx="2626">
                  <c:v>0.26265</c:v>
                </c:pt>
                <c:pt idx="2627">
                  <c:v>0.26275</c:v>
                </c:pt>
                <c:pt idx="2628">
                  <c:v>0.26285</c:v>
                </c:pt>
                <c:pt idx="2629">
                  <c:v>0.26295</c:v>
                </c:pt>
                <c:pt idx="2630">
                  <c:v>0.26305</c:v>
                </c:pt>
                <c:pt idx="2631">
                  <c:v>0.26315</c:v>
                </c:pt>
                <c:pt idx="2632">
                  <c:v>0.26325</c:v>
                </c:pt>
                <c:pt idx="2633">
                  <c:v>0.26335</c:v>
                </c:pt>
                <c:pt idx="2634">
                  <c:v>0.26345</c:v>
                </c:pt>
                <c:pt idx="2635">
                  <c:v>0.26355</c:v>
                </c:pt>
                <c:pt idx="2636">
                  <c:v>0.26365</c:v>
                </c:pt>
                <c:pt idx="2637">
                  <c:v>0.26375</c:v>
                </c:pt>
                <c:pt idx="2638">
                  <c:v>0.26385</c:v>
                </c:pt>
                <c:pt idx="2639">
                  <c:v>0.26395</c:v>
                </c:pt>
                <c:pt idx="2640">
                  <c:v>0.26405</c:v>
                </c:pt>
                <c:pt idx="2641">
                  <c:v>0.26415</c:v>
                </c:pt>
                <c:pt idx="2642">
                  <c:v>0.26425</c:v>
                </c:pt>
                <c:pt idx="2643">
                  <c:v>0.26435</c:v>
                </c:pt>
                <c:pt idx="2644">
                  <c:v>0.26445</c:v>
                </c:pt>
                <c:pt idx="2645">
                  <c:v>0.26455</c:v>
                </c:pt>
                <c:pt idx="2646">
                  <c:v>0.26465</c:v>
                </c:pt>
                <c:pt idx="2647">
                  <c:v>0.26475</c:v>
                </c:pt>
                <c:pt idx="2648">
                  <c:v>0.26485</c:v>
                </c:pt>
                <c:pt idx="2649">
                  <c:v>0.26495</c:v>
                </c:pt>
                <c:pt idx="2650">
                  <c:v>0.26505</c:v>
                </c:pt>
                <c:pt idx="2651">
                  <c:v>0.26515</c:v>
                </c:pt>
                <c:pt idx="2652">
                  <c:v>0.26525</c:v>
                </c:pt>
                <c:pt idx="2653">
                  <c:v>0.26535</c:v>
                </c:pt>
                <c:pt idx="2654">
                  <c:v>0.26545</c:v>
                </c:pt>
                <c:pt idx="2655">
                  <c:v>0.26555</c:v>
                </c:pt>
                <c:pt idx="2656">
                  <c:v>0.26565</c:v>
                </c:pt>
                <c:pt idx="2657">
                  <c:v>0.26575</c:v>
                </c:pt>
                <c:pt idx="2658">
                  <c:v>0.26585</c:v>
                </c:pt>
                <c:pt idx="2659">
                  <c:v>0.26595</c:v>
                </c:pt>
                <c:pt idx="2660">
                  <c:v>0.26605</c:v>
                </c:pt>
                <c:pt idx="2661">
                  <c:v>0.26615</c:v>
                </c:pt>
                <c:pt idx="2662">
                  <c:v>0.26625</c:v>
                </c:pt>
                <c:pt idx="2663">
                  <c:v>0.26635</c:v>
                </c:pt>
                <c:pt idx="2664">
                  <c:v>0.26645</c:v>
                </c:pt>
                <c:pt idx="2665">
                  <c:v>0.26655</c:v>
                </c:pt>
                <c:pt idx="2666">
                  <c:v>0.26665</c:v>
                </c:pt>
                <c:pt idx="2667">
                  <c:v>0.26675</c:v>
                </c:pt>
                <c:pt idx="2668">
                  <c:v>0.26685</c:v>
                </c:pt>
                <c:pt idx="2669">
                  <c:v>0.26695</c:v>
                </c:pt>
                <c:pt idx="2670">
                  <c:v>0.26705</c:v>
                </c:pt>
                <c:pt idx="2671">
                  <c:v>0.26715</c:v>
                </c:pt>
                <c:pt idx="2672">
                  <c:v>0.26725</c:v>
                </c:pt>
                <c:pt idx="2673">
                  <c:v>0.26735</c:v>
                </c:pt>
                <c:pt idx="2674">
                  <c:v>0.26745</c:v>
                </c:pt>
                <c:pt idx="2675">
                  <c:v>0.26755</c:v>
                </c:pt>
                <c:pt idx="2676">
                  <c:v>0.26765</c:v>
                </c:pt>
                <c:pt idx="2677">
                  <c:v>0.26775</c:v>
                </c:pt>
                <c:pt idx="2678">
                  <c:v>0.26785</c:v>
                </c:pt>
                <c:pt idx="2679">
                  <c:v>0.26795</c:v>
                </c:pt>
                <c:pt idx="2680">
                  <c:v>0.26805</c:v>
                </c:pt>
                <c:pt idx="2681">
                  <c:v>0.26815</c:v>
                </c:pt>
                <c:pt idx="2682">
                  <c:v>0.26825</c:v>
                </c:pt>
                <c:pt idx="2683">
                  <c:v>0.26835</c:v>
                </c:pt>
                <c:pt idx="2684">
                  <c:v>0.26845</c:v>
                </c:pt>
                <c:pt idx="2685">
                  <c:v>0.26855</c:v>
                </c:pt>
                <c:pt idx="2686">
                  <c:v>0.26865</c:v>
                </c:pt>
                <c:pt idx="2687">
                  <c:v>0.26875</c:v>
                </c:pt>
                <c:pt idx="2688">
                  <c:v>0.26885</c:v>
                </c:pt>
                <c:pt idx="2689">
                  <c:v>0.26895</c:v>
                </c:pt>
                <c:pt idx="2690">
                  <c:v>0.26905</c:v>
                </c:pt>
                <c:pt idx="2691">
                  <c:v>0.26915</c:v>
                </c:pt>
                <c:pt idx="2692">
                  <c:v>0.26925</c:v>
                </c:pt>
                <c:pt idx="2693">
                  <c:v>0.26935</c:v>
                </c:pt>
                <c:pt idx="2694">
                  <c:v>0.26945</c:v>
                </c:pt>
                <c:pt idx="2695">
                  <c:v>0.26955</c:v>
                </c:pt>
                <c:pt idx="2696">
                  <c:v>0.26965</c:v>
                </c:pt>
                <c:pt idx="2697">
                  <c:v>0.26975</c:v>
                </c:pt>
                <c:pt idx="2698">
                  <c:v>0.26985</c:v>
                </c:pt>
                <c:pt idx="2699">
                  <c:v>0.26995</c:v>
                </c:pt>
                <c:pt idx="2700">
                  <c:v>0.27005</c:v>
                </c:pt>
                <c:pt idx="2701">
                  <c:v>0.27015</c:v>
                </c:pt>
                <c:pt idx="2702">
                  <c:v>0.27025</c:v>
                </c:pt>
                <c:pt idx="2703">
                  <c:v>0.27035</c:v>
                </c:pt>
                <c:pt idx="2704">
                  <c:v>0.27045</c:v>
                </c:pt>
                <c:pt idx="2705">
                  <c:v>0.27055</c:v>
                </c:pt>
                <c:pt idx="2706">
                  <c:v>0.27065</c:v>
                </c:pt>
                <c:pt idx="2707">
                  <c:v>0.27075</c:v>
                </c:pt>
                <c:pt idx="2708">
                  <c:v>0.27085</c:v>
                </c:pt>
                <c:pt idx="2709">
                  <c:v>0.27095</c:v>
                </c:pt>
                <c:pt idx="2710">
                  <c:v>0.27105</c:v>
                </c:pt>
                <c:pt idx="2711">
                  <c:v>0.27115</c:v>
                </c:pt>
                <c:pt idx="2712">
                  <c:v>0.27125</c:v>
                </c:pt>
                <c:pt idx="2713">
                  <c:v>0.27135</c:v>
                </c:pt>
                <c:pt idx="2714">
                  <c:v>0.27145</c:v>
                </c:pt>
                <c:pt idx="2715">
                  <c:v>0.27155</c:v>
                </c:pt>
                <c:pt idx="2716">
                  <c:v>0.27165</c:v>
                </c:pt>
                <c:pt idx="2717">
                  <c:v>0.27175</c:v>
                </c:pt>
                <c:pt idx="2718">
                  <c:v>0.27185</c:v>
                </c:pt>
                <c:pt idx="2719">
                  <c:v>0.27195</c:v>
                </c:pt>
                <c:pt idx="2720">
                  <c:v>0.27205</c:v>
                </c:pt>
                <c:pt idx="2721">
                  <c:v>0.27215</c:v>
                </c:pt>
                <c:pt idx="2722">
                  <c:v>0.27225</c:v>
                </c:pt>
                <c:pt idx="2723">
                  <c:v>0.27235</c:v>
                </c:pt>
                <c:pt idx="2724">
                  <c:v>0.27245</c:v>
                </c:pt>
                <c:pt idx="2725">
                  <c:v>0.27255</c:v>
                </c:pt>
                <c:pt idx="2726">
                  <c:v>0.27265</c:v>
                </c:pt>
                <c:pt idx="2727">
                  <c:v>0.27275</c:v>
                </c:pt>
                <c:pt idx="2728">
                  <c:v>0.27285</c:v>
                </c:pt>
                <c:pt idx="2729">
                  <c:v>0.27295</c:v>
                </c:pt>
                <c:pt idx="2730">
                  <c:v>0.27305</c:v>
                </c:pt>
                <c:pt idx="2731">
                  <c:v>0.27315</c:v>
                </c:pt>
                <c:pt idx="2732">
                  <c:v>0.27325</c:v>
                </c:pt>
                <c:pt idx="2733">
                  <c:v>0.27335</c:v>
                </c:pt>
                <c:pt idx="2734">
                  <c:v>0.27345</c:v>
                </c:pt>
                <c:pt idx="2735">
                  <c:v>0.27355</c:v>
                </c:pt>
                <c:pt idx="2736">
                  <c:v>0.27365</c:v>
                </c:pt>
                <c:pt idx="2737">
                  <c:v>0.27375</c:v>
                </c:pt>
                <c:pt idx="2738">
                  <c:v>0.27385</c:v>
                </c:pt>
                <c:pt idx="2739">
                  <c:v>0.27395</c:v>
                </c:pt>
                <c:pt idx="2740">
                  <c:v>0.27405</c:v>
                </c:pt>
                <c:pt idx="2741">
                  <c:v>0.27415</c:v>
                </c:pt>
                <c:pt idx="2742">
                  <c:v>0.27425</c:v>
                </c:pt>
                <c:pt idx="2743">
                  <c:v>0.27435</c:v>
                </c:pt>
                <c:pt idx="2744">
                  <c:v>0.27445</c:v>
                </c:pt>
                <c:pt idx="2745">
                  <c:v>0.27455</c:v>
                </c:pt>
                <c:pt idx="2746">
                  <c:v>0.27465</c:v>
                </c:pt>
                <c:pt idx="2747">
                  <c:v>0.27475</c:v>
                </c:pt>
                <c:pt idx="2748">
                  <c:v>0.27485</c:v>
                </c:pt>
                <c:pt idx="2749">
                  <c:v>0.27495</c:v>
                </c:pt>
                <c:pt idx="2750">
                  <c:v>0.27505</c:v>
                </c:pt>
                <c:pt idx="2751">
                  <c:v>0.27515</c:v>
                </c:pt>
                <c:pt idx="2752">
                  <c:v>0.27525</c:v>
                </c:pt>
                <c:pt idx="2753">
                  <c:v>0.27535</c:v>
                </c:pt>
                <c:pt idx="2754">
                  <c:v>0.27545</c:v>
                </c:pt>
                <c:pt idx="2755">
                  <c:v>0.27555</c:v>
                </c:pt>
                <c:pt idx="2756">
                  <c:v>0.27565</c:v>
                </c:pt>
                <c:pt idx="2757">
                  <c:v>0.27575</c:v>
                </c:pt>
                <c:pt idx="2758">
                  <c:v>0.27585</c:v>
                </c:pt>
                <c:pt idx="2759">
                  <c:v>0.27595</c:v>
                </c:pt>
                <c:pt idx="2760">
                  <c:v>0.27605</c:v>
                </c:pt>
                <c:pt idx="2761">
                  <c:v>0.27615</c:v>
                </c:pt>
                <c:pt idx="2762">
                  <c:v>0.27625</c:v>
                </c:pt>
                <c:pt idx="2763">
                  <c:v>0.27635</c:v>
                </c:pt>
                <c:pt idx="2764">
                  <c:v>0.27645</c:v>
                </c:pt>
                <c:pt idx="2765">
                  <c:v>0.27655</c:v>
                </c:pt>
                <c:pt idx="2766">
                  <c:v>0.27665</c:v>
                </c:pt>
                <c:pt idx="2767">
                  <c:v>0.27675</c:v>
                </c:pt>
                <c:pt idx="2768">
                  <c:v>0.27685</c:v>
                </c:pt>
                <c:pt idx="2769">
                  <c:v>0.27695</c:v>
                </c:pt>
                <c:pt idx="2770">
                  <c:v>0.27705</c:v>
                </c:pt>
                <c:pt idx="2771">
                  <c:v>0.27715</c:v>
                </c:pt>
                <c:pt idx="2772">
                  <c:v>0.27725</c:v>
                </c:pt>
                <c:pt idx="2773">
                  <c:v>0.27735</c:v>
                </c:pt>
                <c:pt idx="2774">
                  <c:v>0.27745</c:v>
                </c:pt>
                <c:pt idx="2775">
                  <c:v>0.27755</c:v>
                </c:pt>
                <c:pt idx="2776">
                  <c:v>0.27765</c:v>
                </c:pt>
                <c:pt idx="2777">
                  <c:v>0.27775</c:v>
                </c:pt>
                <c:pt idx="2778">
                  <c:v>0.27785</c:v>
                </c:pt>
                <c:pt idx="2779">
                  <c:v>0.27795</c:v>
                </c:pt>
                <c:pt idx="2780">
                  <c:v>0.27805</c:v>
                </c:pt>
                <c:pt idx="2781">
                  <c:v>0.27815</c:v>
                </c:pt>
                <c:pt idx="2782">
                  <c:v>0.27825</c:v>
                </c:pt>
                <c:pt idx="2783">
                  <c:v>0.27835</c:v>
                </c:pt>
                <c:pt idx="2784">
                  <c:v>0.27845</c:v>
                </c:pt>
                <c:pt idx="2785">
                  <c:v>0.27855</c:v>
                </c:pt>
                <c:pt idx="2786">
                  <c:v>0.27865</c:v>
                </c:pt>
                <c:pt idx="2787">
                  <c:v>0.27875</c:v>
                </c:pt>
                <c:pt idx="2788">
                  <c:v>0.27885</c:v>
                </c:pt>
                <c:pt idx="2789">
                  <c:v>0.27895</c:v>
                </c:pt>
                <c:pt idx="2790">
                  <c:v>0.27905</c:v>
                </c:pt>
                <c:pt idx="2791">
                  <c:v>0.27915</c:v>
                </c:pt>
                <c:pt idx="2792">
                  <c:v>0.27925</c:v>
                </c:pt>
                <c:pt idx="2793">
                  <c:v>0.27935</c:v>
                </c:pt>
                <c:pt idx="2794">
                  <c:v>0.27945</c:v>
                </c:pt>
                <c:pt idx="2795">
                  <c:v>0.27955</c:v>
                </c:pt>
                <c:pt idx="2796">
                  <c:v>0.27965</c:v>
                </c:pt>
                <c:pt idx="2797">
                  <c:v>0.27975</c:v>
                </c:pt>
                <c:pt idx="2798">
                  <c:v>0.27985</c:v>
                </c:pt>
                <c:pt idx="2799">
                  <c:v>0.27995</c:v>
                </c:pt>
                <c:pt idx="2800">
                  <c:v>0.28005</c:v>
                </c:pt>
                <c:pt idx="2801">
                  <c:v>0.28015</c:v>
                </c:pt>
                <c:pt idx="2802">
                  <c:v>0.28025</c:v>
                </c:pt>
                <c:pt idx="2803">
                  <c:v>0.28035</c:v>
                </c:pt>
                <c:pt idx="2804">
                  <c:v>0.28045</c:v>
                </c:pt>
                <c:pt idx="2805">
                  <c:v>0.28055</c:v>
                </c:pt>
                <c:pt idx="2806">
                  <c:v>0.28065</c:v>
                </c:pt>
                <c:pt idx="2807">
                  <c:v>0.28075</c:v>
                </c:pt>
                <c:pt idx="2808">
                  <c:v>0.28085</c:v>
                </c:pt>
                <c:pt idx="2809">
                  <c:v>0.28095</c:v>
                </c:pt>
                <c:pt idx="2810">
                  <c:v>0.28105</c:v>
                </c:pt>
                <c:pt idx="2811">
                  <c:v>0.28115</c:v>
                </c:pt>
                <c:pt idx="2812">
                  <c:v>0.28125</c:v>
                </c:pt>
                <c:pt idx="2813">
                  <c:v>0.28135</c:v>
                </c:pt>
                <c:pt idx="2814">
                  <c:v>0.28145</c:v>
                </c:pt>
                <c:pt idx="2815">
                  <c:v>0.28155</c:v>
                </c:pt>
                <c:pt idx="2816">
                  <c:v>0.28165</c:v>
                </c:pt>
                <c:pt idx="2817">
                  <c:v>0.28175</c:v>
                </c:pt>
                <c:pt idx="2818">
                  <c:v>0.28185</c:v>
                </c:pt>
                <c:pt idx="2819">
                  <c:v>0.28195</c:v>
                </c:pt>
                <c:pt idx="2820">
                  <c:v>0.28205</c:v>
                </c:pt>
                <c:pt idx="2821">
                  <c:v>0.28215</c:v>
                </c:pt>
                <c:pt idx="2822">
                  <c:v>0.28225</c:v>
                </c:pt>
                <c:pt idx="2823">
                  <c:v>0.28235</c:v>
                </c:pt>
                <c:pt idx="2824">
                  <c:v>0.28245</c:v>
                </c:pt>
                <c:pt idx="2825">
                  <c:v>0.28255</c:v>
                </c:pt>
                <c:pt idx="2826">
                  <c:v>0.28265</c:v>
                </c:pt>
                <c:pt idx="2827">
                  <c:v>0.28275</c:v>
                </c:pt>
                <c:pt idx="2828">
                  <c:v>0.28285</c:v>
                </c:pt>
                <c:pt idx="2829">
                  <c:v>0.28295</c:v>
                </c:pt>
                <c:pt idx="2830">
                  <c:v>0.28305</c:v>
                </c:pt>
                <c:pt idx="2831">
                  <c:v>0.28315</c:v>
                </c:pt>
                <c:pt idx="2832">
                  <c:v>0.28325</c:v>
                </c:pt>
                <c:pt idx="2833">
                  <c:v>0.28335</c:v>
                </c:pt>
                <c:pt idx="2834">
                  <c:v>0.28345</c:v>
                </c:pt>
                <c:pt idx="2835">
                  <c:v>0.28355</c:v>
                </c:pt>
                <c:pt idx="2836">
                  <c:v>0.28365</c:v>
                </c:pt>
                <c:pt idx="2837">
                  <c:v>0.28375</c:v>
                </c:pt>
                <c:pt idx="2838">
                  <c:v>0.28385</c:v>
                </c:pt>
                <c:pt idx="2839">
                  <c:v>0.28395</c:v>
                </c:pt>
                <c:pt idx="2840">
                  <c:v>0.28405</c:v>
                </c:pt>
                <c:pt idx="2841">
                  <c:v>0.28415</c:v>
                </c:pt>
                <c:pt idx="2842">
                  <c:v>0.28425</c:v>
                </c:pt>
                <c:pt idx="2843">
                  <c:v>0.28435</c:v>
                </c:pt>
                <c:pt idx="2844">
                  <c:v>0.28445</c:v>
                </c:pt>
                <c:pt idx="2845">
                  <c:v>0.28455</c:v>
                </c:pt>
                <c:pt idx="2846">
                  <c:v>0.28465</c:v>
                </c:pt>
                <c:pt idx="2847">
                  <c:v>0.28475</c:v>
                </c:pt>
                <c:pt idx="2848">
                  <c:v>0.28485</c:v>
                </c:pt>
                <c:pt idx="2849">
                  <c:v>0.28495</c:v>
                </c:pt>
                <c:pt idx="2850">
                  <c:v>0.28505</c:v>
                </c:pt>
                <c:pt idx="2851">
                  <c:v>0.28515</c:v>
                </c:pt>
                <c:pt idx="2852">
                  <c:v>0.28525</c:v>
                </c:pt>
                <c:pt idx="2853">
                  <c:v>0.28535</c:v>
                </c:pt>
                <c:pt idx="2854">
                  <c:v>0.28545</c:v>
                </c:pt>
                <c:pt idx="2855">
                  <c:v>0.28555</c:v>
                </c:pt>
                <c:pt idx="2856">
                  <c:v>0.28565</c:v>
                </c:pt>
                <c:pt idx="2857">
                  <c:v>0.28575</c:v>
                </c:pt>
                <c:pt idx="2858">
                  <c:v>0.28585</c:v>
                </c:pt>
                <c:pt idx="2859">
                  <c:v>0.28595</c:v>
                </c:pt>
                <c:pt idx="2860">
                  <c:v>0.28605</c:v>
                </c:pt>
                <c:pt idx="2861">
                  <c:v>0.28615</c:v>
                </c:pt>
                <c:pt idx="2862">
                  <c:v>0.28625</c:v>
                </c:pt>
                <c:pt idx="2863">
                  <c:v>0.28635</c:v>
                </c:pt>
                <c:pt idx="2864">
                  <c:v>0.28645</c:v>
                </c:pt>
                <c:pt idx="2865">
                  <c:v>0.28655</c:v>
                </c:pt>
                <c:pt idx="2866">
                  <c:v>0.28665</c:v>
                </c:pt>
                <c:pt idx="2867">
                  <c:v>0.28675</c:v>
                </c:pt>
                <c:pt idx="2868">
                  <c:v>0.28685</c:v>
                </c:pt>
                <c:pt idx="2869">
                  <c:v>0.28695</c:v>
                </c:pt>
                <c:pt idx="2870">
                  <c:v>0.28705</c:v>
                </c:pt>
                <c:pt idx="2871">
                  <c:v>0.28715</c:v>
                </c:pt>
                <c:pt idx="2872">
                  <c:v>0.28725</c:v>
                </c:pt>
                <c:pt idx="2873">
                  <c:v>0.28735</c:v>
                </c:pt>
                <c:pt idx="2874">
                  <c:v>0.28745</c:v>
                </c:pt>
                <c:pt idx="2875">
                  <c:v>0.28755</c:v>
                </c:pt>
                <c:pt idx="2876">
                  <c:v>0.28765</c:v>
                </c:pt>
                <c:pt idx="2877">
                  <c:v>0.28775</c:v>
                </c:pt>
                <c:pt idx="2878">
                  <c:v>0.28785</c:v>
                </c:pt>
                <c:pt idx="2879">
                  <c:v>0.28795</c:v>
                </c:pt>
                <c:pt idx="2880">
                  <c:v>0.28805</c:v>
                </c:pt>
                <c:pt idx="2881">
                  <c:v>0.28815</c:v>
                </c:pt>
                <c:pt idx="2882">
                  <c:v>0.28825</c:v>
                </c:pt>
                <c:pt idx="2883">
                  <c:v>0.28835</c:v>
                </c:pt>
                <c:pt idx="2884">
                  <c:v>0.28845</c:v>
                </c:pt>
                <c:pt idx="2885">
                  <c:v>0.28855</c:v>
                </c:pt>
                <c:pt idx="2886">
                  <c:v>0.28865</c:v>
                </c:pt>
                <c:pt idx="2887">
                  <c:v>0.28875</c:v>
                </c:pt>
                <c:pt idx="2888">
                  <c:v>0.28885</c:v>
                </c:pt>
                <c:pt idx="2889">
                  <c:v>0.28895</c:v>
                </c:pt>
                <c:pt idx="2890">
                  <c:v>0.28905</c:v>
                </c:pt>
                <c:pt idx="2891">
                  <c:v>0.28915</c:v>
                </c:pt>
                <c:pt idx="2892">
                  <c:v>0.28925</c:v>
                </c:pt>
                <c:pt idx="2893">
                  <c:v>0.28935</c:v>
                </c:pt>
                <c:pt idx="2894">
                  <c:v>0.28945</c:v>
                </c:pt>
                <c:pt idx="2895">
                  <c:v>0.28955</c:v>
                </c:pt>
                <c:pt idx="2896">
                  <c:v>0.28965</c:v>
                </c:pt>
                <c:pt idx="2897">
                  <c:v>0.28975</c:v>
                </c:pt>
                <c:pt idx="2898">
                  <c:v>0.28985</c:v>
                </c:pt>
                <c:pt idx="2899">
                  <c:v>0.28995</c:v>
                </c:pt>
                <c:pt idx="2900">
                  <c:v>0.29005</c:v>
                </c:pt>
                <c:pt idx="2901">
                  <c:v>0.29015</c:v>
                </c:pt>
                <c:pt idx="2902">
                  <c:v>0.29025</c:v>
                </c:pt>
                <c:pt idx="2903">
                  <c:v>0.29035</c:v>
                </c:pt>
                <c:pt idx="2904">
                  <c:v>0.29045</c:v>
                </c:pt>
                <c:pt idx="2905">
                  <c:v>0.29055</c:v>
                </c:pt>
                <c:pt idx="2906">
                  <c:v>0.29065</c:v>
                </c:pt>
                <c:pt idx="2907">
                  <c:v>0.29075</c:v>
                </c:pt>
                <c:pt idx="2908">
                  <c:v>0.29085</c:v>
                </c:pt>
                <c:pt idx="2909">
                  <c:v>0.29095</c:v>
                </c:pt>
                <c:pt idx="2910">
                  <c:v>0.29105</c:v>
                </c:pt>
                <c:pt idx="2911">
                  <c:v>0.29115</c:v>
                </c:pt>
                <c:pt idx="2912">
                  <c:v>0.29125</c:v>
                </c:pt>
                <c:pt idx="2913">
                  <c:v>0.29135</c:v>
                </c:pt>
                <c:pt idx="2914">
                  <c:v>0.29145</c:v>
                </c:pt>
                <c:pt idx="2915">
                  <c:v>0.29155</c:v>
                </c:pt>
                <c:pt idx="2916">
                  <c:v>0.29165</c:v>
                </c:pt>
                <c:pt idx="2917">
                  <c:v>0.29175</c:v>
                </c:pt>
                <c:pt idx="2918">
                  <c:v>0.29185</c:v>
                </c:pt>
                <c:pt idx="2919">
                  <c:v>0.29195</c:v>
                </c:pt>
                <c:pt idx="2920">
                  <c:v>0.29205</c:v>
                </c:pt>
                <c:pt idx="2921">
                  <c:v>0.29215</c:v>
                </c:pt>
                <c:pt idx="2922">
                  <c:v>0.29225</c:v>
                </c:pt>
                <c:pt idx="2923">
                  <c:v>0.29235</c:v>
                </c:pt>
                <c:pt idx="2924">
                  <c:v>0.29245</c:v>
                </c:pt>
                <c:pt idx="2925">
                  <c:v>0.29255</c:v>
                </c:pt>
                <c:pt idx="2926">
                  <c:v>0.29265</c:v>
                </c:pt>
                <c:pt idx="2927">
                  <c:v>0.29275</c:v>
                </c:pt>
                <c:pt idx="2928">
                  <c:v>0.29285</c:v>
                </c:pt>
                <c:pt idx="2929">
                  <c:v>0.29295</c:v>
                </c:pt>
                <c:pt idx="2930">
                  <c:v>0.29305</c:v>
                </c:pt>
                <c:pt idx="2931">
                  <c:v>0.29315</c:v>
                </c:pt>
                <c:pt idx="2932">
                  <c:v>0.29325</c:v>
                </c:pt>
                <c:pt idx="2933">
                  <c:v>0.29335</c:v>
                </c:pt>
                <c:pt idx="2934">
                  <c:v>0.29345</c:v>
                </c:pt>
                <c:pt idx="2935">
                  <c:v>0.29355</c:v>
                </c:pt>
                <c:pt idx="2936">
                  <c:v>0.29365</c:v>
                </c:pt>
                <c:pt idx="2937">
                  <c:v>0.29375</c:v>
                </c:pt>
                <c:pt idx="2938">
                  <c:v>0.29385</c:v>
                </c:pt>
                <c:pt idx="2939">
                  <c:v>0.29395</c:v>
                </c:pt>
                <c:pt idx="2940">
                  <c:v>0.29405</c:v>
                </c:pt>
                <c:pt idx="2941">
                  <c:v>0.29415</c:v>
                </c:pt>
                <c:pt idx="2942">
                  <c:v>0.29425</c:v>
                </c:pt>
                <c:pt idx="2943">
                  <c:v>0.29435</c:v>
                </c:pt>
                <c:pt idx="2944">
                  <c:v>0.29445</c:v>
                </c:pt>
                <c:pt idx="2945">
                  <c:v>0.29455</c:v>
                </c:pt>
                <c:pt idx="2946">
                  <c:v>0.29465</c:v>
                </c:pt>
                <c:pt idx="2947">
                  <c:v>0.29475</c:v>
                </c:pt>
                <c:pt idx="2948">
                  <c:v>0.29485</c:v>
                </c:pt>
                <c:pt idx="2949">
                  <c:v>0.29495</c:v>
                </c:pt>
                <c:pt idx="2950">
                  <c:v>0.29505</c:v>
                </c:pt>
                <c:pt idx="2951">
                  <c:v>0.29515</c:v>
                </c:pt>
                <c:pt idx="2952">
                  <c:v>0.29525</c:v>
                </c:pt>
                <c:pt idx="2953">
                  <c:v>0.29535</c:v>
                </c:pt>
                <c:pt idx="2954">
                  <c:v>0.29545</c:v>
                </c:pt>
                <c:pt idx="2955">
                  <c:v>0.29555</c:v>
                </c:pt>
                <c:pt idx="2956">
                  <c:v>0.29565</c:v>
                </c:pt>
                <c:pt idx="2957">
                  <c:v>0.29575</c:v>
                </c:pt>
                <c:pt idx="2958">
                  <c:v>0.29585</c:v>
                </c:pt>
                <c:pt idx="2959">
                  <c:v>0.29595</c:v>
                </c:pt>
                <c:pt idx="2960">
                  <c:v>0.29605</c:v>
                </c:pt>
                <c:pt idx="2961">
                  <c:v>0.29615</c:v>
                </c:pt>
                <c:pt idx="2962">
                  <c:v>0.29625</c:v>
                </c:pt>
                <c:pt idx="2963">
                  <c:v>0.29635</c:v>
                </c:pt>
                <c:pt idx="2964">
                  <c:v>0.29645</c:v>
                </c:pt>
                <c:pt idx="2965">
                  <c:v>0.29655</c:v>
                </c:pt>
                <c:pt idx="2966">
                  <c:v>0.29665</c:v>
                </c:pt>
                <c:pt idx="2967">
                  <c:v>0.29675</c:v>
                </c:pt>
                <c:pt idx="2968">
                  <c:v>0.29685</c:v>
                </c:pt>
                <c:pt idx="2969">
                  <c:v>0.29695</c:v>
                </c:pt>
                <c:pt idx="2970">
                  <c:v>0.29705</c:v>
                </c:pt>
                <c:pt idx="2971">
                  <c:v>0.29715</c:v>
                </c:pt>
                <c:pt idx="2972">
                  <c:v>0.29725</c:v>
                </c:pt>
                <c:pt idx="2973">
                  <c:v>0.29735</c:v>
                </c:pt>
                <c:pt idx="2974">
                  <c:v>0.29745</c:v>
                </c:pt>
                <c:pt idx="2975">
                  <c:v>0.29755</c:v>
                </c:pt>
                <c:pt idx="2976">
                  <c:v>0.29765</c:v>
                </c:pt>
                <c:pt idx="2977">
                  <c:v>0.29775</c:v>
                </c:pt>
                <c:pt idx="2978">
                  <c:v>0.29785</c:v>
                </c:pt>
                <c:pt idx="2979">
                  <c:v>0.29795</c:v>
                </c:pt>
                <c:pt idx="2980">
                  <c:v>0.29805</c:v>
                </c:pt>
                <c:pt idx="2981">
                  <c:v>0.29815</c:v>
                </c:pt>
                <c:pt idx="2982">
                  <c:v>0.29825</c:v>
                </c:pt>
                <c:pt idx="2983">
                  <c:v>0.29835</c:v>
                </c:pt>
                <c:pt idx="2984">
                  <c:v>0.29845</c:v>
                </c:pt>
                <c:pt idx="2985">
                  <c:v>0.29855</c:v>
                </c:pt>
                <c:pt idx="2986">
                  <c:v>0.29865</c:v>
                </c:pt>
                <c:pt idx="2987">
                  <c:v>0.29875</c:v>
                </c:pt>
                <c:pt idx="2988">
                  <c:v>0.29885</c:v>
                </c:pt>
                <c:pt idx="2989">
                  <c:v>0.29895</c:v>
                </c:pt>
                <c:pt idx="2990">
                  <c:v>0.29905</c:v>
                </c:pt>
                <c:pt idx="2991">
                  <c:v>0.29915</c:v>
                </c:pt>
                <c:pt idx="2992">
                  <c:v>0.29925</c:v>
                </c:pt>
                <c:pt idx="2993">
                  <c:v>0.29935</c:v>
                </c:pt>
                <c:pt idx="2994">
                  <c:v>0.29945</c:v>
                </c:pt>
                <c:pt idx="2995">
                  <c:v>0.29955</c:v>
                </c:pt>
                <c:pt idx="2996">
                  <c:v>0.29965</c:v>
                </c:pt>
                <c:pt idx="2997">
                  <c:v>0.29975</c:v>
                </c:pt>
                <c:pt idx="2998">
                  <c:v>0.29985</c:v>
                </c:pt>
                <c:pt idx="2999">
                  <c:v>0.29995</c:v>
                </c:pt>
              </c:numCache>
            </c:numRef>
          </c:xVal>
          <c:yVal>
            <c:numRef>
              <c:f>'Chart Data'!$B$2:$B$3001</c:f>
              <c:numCache>
                <c:formatCode>0.0</c:formatCode>
                <c:ptCount val="30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  <c:pt idx="300">
                  <c:v>1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1</c:v>
                </c:pt>
                <c:pt idx="314">
                  <c:v>1</c:v>
                </c:pt>
                <c:pt idx="315">
                  <c:v>1</c:v>
                </c:pt>
                <c:pt idx="316">
                  <c:v>1</c:v>
                </c:pt>
                <c:pt idx="317">
                  <c:v>1</c:v>
                </c:pt>
                <c:pt idx="318">
                  <c:v>1</c:v>
                </c:pt>
                <c:pt idx="319">
                  <c:v>1</c:v>
                </c:pt>
                <c:pt idx="320">
                  <c:v>1</c:v>
                </c:pt>
                <c:pt idx="321">
                  <c:v>1</c:v>
                </c:pt>
                <c:pt idx="322">
                  <c:v>1</c:v>
                </c:pt>
                <c:pt idx="323">
                  <c:v>1</c:v>
                </c:pt>
                <c:pt idx="324">
                  <c:v>1</c:v>
                </c:pt>
                <c:pt idx="325">
                  <c:v>1</c:v>
                </c:pt>
                <c:pt idx="326">
                  <c:v>1</c:v>
                </c:pt>
                <c:pt idx="327">
                  <c:v>1</c:v>
                </c:pt>
                <c:pt idx="328">
                  <c:v>1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1</c:v>
                </c:pt>
                <c:pt idx="333">
                  <c:v>1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1</c:v>
                </c:pt>
                <c:pt idx="349">
                  <c:v>1</c:v>
                </c:pt>
                <c:pt idx="350">
                  <c:v>1</c:v>
                </c:pt>
                <c:pt idx="351">
                  <c:v>1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1</c:v>
                </c:pt>
                <c:pt idx="356">
                  <c:v>1</c:v>
                </c:pt>
                <c:pt idx="357">
                  <c:v>1</c:v>
                </c:pt>
                <c:pt idx="358">
                  <c:v>1</c:v>
                </c:pt>
                <c:pt idx="359">
                  <c:v>1</c:v>
                </c:pt>
                <c:pt idx="360">
                  <c:v>1</c:v>
                </c:pt>
                <c:pt idx="361">
                  <c:v>1</c:v>
                </c:pt>
                <c:pt idx="362">
                  <c:v>1</c:v>
                </c:pt>
                <c:pt idx="363">
                  <c:v>1</c:v>
                </c:pt>
                <c:pt idx="364">
                  <c:v>1</c:v>
                </c:pt>
                <c:pt idx="365">
                  <c:v>1</c:v>
                </c:pt>
                <c:pt idx="366">
                  <c:v>1</c:v>
                </c:pt>
                <c:pt idx="367">
                  <c:v>1</c:v>
                </c:pt>
                <c:pt idx="368">
                  <c:v>1</c:v>
                </c:pt>
                <c:pt idx="369">
                  <c:v>1</c:v>
                </c:pt>
                <c:pt idx="370">
                  <c:v>1</c:v>
                </c:pt>
                <c:pt idx="371">
                  <c:v>1</c:v>
                </c:pt>
                <c:pt idx="372">
                  <c:v>1</c:v>
                </c:pt>
                <c:pt idx="373">
                  <c:v>1</c:v>
                </c:pt>
                <c:pt idx="374">
                  <c:v>1</c:v>
                </c:pt>
                <c:pt idx="375">
                  <c:v>1</c:v>
                </c:pt>
                <c:pt idx="376">
                  <c:v>1</c:v>
                </c:pt>
                <c:pt idx="377">
                  <c:v>1</c:v>
                </c:pt>
                <c:pt idx="378">
                  <c:v>1</c:v>
                </c:pt>
                <c:pt idx="379">
                  <c:v>1</c:v>
                </c:pt>
                <c:pt idx="380">
                  <c:v>1</c:v>
                </c:pt>
                <c:pt idx="381">
                  <c:v>1</c:v>
                </c:pt>
                <c:pt idx="382">
                  <c:v>1</c:v>
                </c:pt>
                <c:pt idx="383">
                  <c:v>1</c:v>
                </c:pt>
                <c:pt idx="384">
                  <c:v>1</c:v>
                </c:pt>
                <c:pt idx="385">
                  <c:v>1</c:v>
                </c:pt>
                <c:pt idx="386">
                  <c:v>1</c:v>
                </c:pt>
                <c:pt idx="387">
                  <c:v>1</c:v>
                </c:pt>
                <c:pt idx="388">
                  <c:v>1</c:v>
                </c:pt>
                <c:pt idx="389">
                  <c:v>1</c:v>
                </c:pt>
                <c:pt idx="390">
                  <c:v>1</c:v>
                </c:pt>
                <c:pt idx="391">
                  <c:v>1</c:v>
                </c:pt>
                <c:pt idx="392">
                  <c:v>1</c:v>
                </c:pt>
                <c:pt idx="393">
                  <c:v>1</c:v>
                </c:pt>
                <c:pt idx="394">
                  <c:v>1</c:v>
                </c:pt>
                <c:pt idx="395">
                  <c:v>1</c:v>
                </c:pt>
                <c:pt idx="396">
                  <c:v>1</c:v>
                </c:pt>
                <c:pt idx="397">
                  <c:v>1</c:v>
                </c:pt>
                <c:pt idx="398">
                  <c:v>1</c:v>
                </c:pt>
                <c:pt idx="399">
                  <c:v>1</c:v>
                </c:pt>
                <c:pt idx="400">
                  <c:v>1</c:v>
                </c:pt>
                <c:pt idx="401">
                  <c:v>1</c:v>
                </c:pt>
                <c:pt idx="402">
                  <c:v>1</c:v>
                </c:pt>
                <c:pt idx="403">
                  <c:v>1</c:v>
                </c:pt>
                <c:pt idx="404">
                  <c:v>1</c:v>
                </c:pt>
                <c:pt idx="405">
                  <c:v>1</c:v>
                </c:pt>
                <c:pt idx="406">
                  <c:v>1</c:v>
                </c:pt>
                <c:pt idx="407">
                  <c:v>1</c:v>
                </c:pt>
                <c:pt idx="408">
                  <c:v>1</c:v>
                </c:pt>
                <c:pt idx="409">
                  <c:v>1</c:v>
                </c:pt>
                <c:pt idx="410">
                  <c:v>1</c:v>
                </c:pt>
                <c:pt idx="411">
                  <c:v>1</c:v>
                </c:pt>
                <c:pt idx="412">
                  <c:v>1</c:v>
                </c:pt>
                <c:pt idx="413">
                  <c:v>1</c:v>
                </c:pt>
                <c:pt idx="414">
                  <c:v>1</c:v>
                </c:pt>
                <c:pt idx="415">
                  <c:v>1</c:v>
                </c:pt>
                <c:pt idx="416">
                  <c:v>1</c:v>
                </c:pt>
                <c:pt idx="417">
                  <c:v>1</c:v>
                </c:pt>
                <c:pt idx="418">
                  <c:v>1</c:v>
                </c:pt>
                <c:pt idx="419">
                  <c:v>1</c:v>
                </c:pt>
                <c:pt idx="420">
                  <c:v>1</c:v>
                </c:pt>
                <c:pt idx="421">
                  <c:v>1</c:v>
                </c:pt>
                <c:pt idx="422">
                  <c:v>1</c:v>
                </c:pt>
                <c:pt idx="423">
                  <c:v>1</c:v>
                </c:pt>
                <c:pt idx="424">
                  <c:v>1</c:v>
                </c:pt>
                <c:pt idx="425">
                  <c:v>1</c:v>
                </c:pt>
                <c:pt idx="426">
                  <c:v>1</c:v>
                </c:pt>
                <c:pt idx="427">
                  <c:v>1</c:v>
                </c:pt>
                <c:pt idx="428">
                  <c:v>1</c:v>
                </c:pt>
                <c:pt idx="429">
                  <c:v>1</c:v>
                </c:pt>
                <c:pt idx="430">
                  <c:v>1</c:v>
                </c:pt>
                <c:pt idx="431">
                  <c:v>1</c:v>
                </c:pt>
                <c:pt idx="432">
                  <c:v>1</c:v>
                </c:pt>
                <c:pt idx="433">
                  <c:v>1</c:v>
                </c:pt>
                <c:pt idx="434">
                  <c:v>1</c:v>
                </c:pt>
                <c:pt idx="435">
                  <c:v>1</c:v>
                </c:pt>
                <c:pt idx="436">
                  <c:v>1</c:v>
                </c:pt>
                <c:pt idx="437">
                  <c:v>1</c:v>
                </c:pt>
                <c:pt idx="438">
                  <c:v>1</c:v>
                </c:pt>
                <c:pt idx="439">
                  <c:v>1</c:v>
                </c:pt>
                <c:pt idx="440">
                  <c:v>1</c:v>
                </c:pt>
                <c:pt idx="441">
                  <c:v>1</c:v>
                </c:pt>
                <c:pt idx="442">
                  <c:v>1</c:v>
                </c:pt>
                <c:pt idx="443">
                  <c:v>1</c:v>
                </c:pt>
                <c:pt idx="444">
                  <c:v>1</c:v>
                </c:pt>
                <c:pt idx="445">
                  <c:v>1</c:v>
                </c:pt>
                <c:pt idx="446">
                  <c:v>1</c:v>
                </c:pt>
                <c:pt idx="447">
                  <c:v>1</c:v>
                </c:pt>
                <c:pt idx="448">
                  <c:v>1</c:v>
                </c:pt>
                <c:pt idx="449">
                  <c:v>1</c:v>
                </c:pt>
                <c:pt idx="450">
                  <c:v>1</c:v>
                </c:pt>
                <c:pt idx="451">
                  <c:v>1</c:v>
                </c:pt>
                <c:pt idx="452">
                  <c:v>1</c:v>
                </c:pt>
                <c:pt idx="453">
                  <c:v>1</c:v>
                </c:pt>
                <c:pt idx="454">
                  <c:v>1</c:v>
                </c:pt>
                <c:pt idx="455">
                  <c:v>1</c:v>
                </c:pt>
                <c:pt idx="456">
                  <c:v>1</c:v>
                </c:pt>
                <c:pt idx="457">
                  <c:v>1</c:v>
                </c:pt>
                <c:pt idx="458">
                  <c:v>1</c:v>
                </c:pt>
                <c:pt idx="459">
                  <c:v>1</c:v>
                </c:pt>
                <c:pt idx="460">
                  <c:v>1</c:v>
                </c:pt>
                <c:pt idx="461">
                  <c:v>1</c:v>
                </c:pt>
                <c:pt idx="462">
                  <c:v>1</c:v>
                </c:pt>
                <c:pt idx="463">
                  <c:v>1</c:v>
                </c:pt>
                <c:pt idx="464">
                  <c:v>1</c:v>
                </c:pt>
                <c:pt idx="465">
                  <c:v>1</c:v>
                </c:pt>
                <c:pt idx="466">
                  <c:v>1</c:v>
                </c:pt>
                <c:pt idx="467">
                  <c:v>1</c:v>
                </c:pt>
                <c:pt idx="468">
                  <c:v>1</c:v>
                </c:pt>
                <c:pt idx="469">
                  <c:v>1</c:v>
                </c:pt>
                <c:pt idx="470">
                  <c:v>1</c:v>
                </c:pt>
                <c:pt idx="471">
                  <c:v>1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1</c:v>
                </c:pt>
                <c:pt idx="580">
                  <c:v>1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1</c:v>
                </c:pt>
                <c:pt idx="586">
                  <c:v>1</c:v>
                </c:pt>
                <c:pt idx="587">
                  <c:v>1</c:v>
                </c:pt>
                <c:pt idx="588">
                  <c:v>1</c:v>
                </c:pt>
                <c:pt idx="589">
                  <c:v>1</c:v>
                </c:pt>
                <c:pt idx="590">
                  <c:v>1</c:v>
                </c:pt>
                <c:pt idx="591">
                  <c:v>1</c:v>
                </c:pt>
                <c:pt idx="592">
                  <c:v>1</c:v>
                </c:pt>
                <c:pt idx="593">
                  <c:v>1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1</c:v>
                </c:pt>
                <c:pt idx="603">
                  <c:v>1</c:v>
                </c:pt>
                <c:pt idx="604">
                  <c:v>1</c:v>
                </c:pt>
                <c:pt idx="605">
                  <c:v>1</c:v>
                </c:pt>
                <c:pt idx="606">
                  <c:v>1</c:v>
                </c:pt>
                <c:pt idx="607">
                  <c:v>1</c:v>
                </c:pt>
                <c:pt idx="608">
                  <c:v>1</c:v>
                </c:pt>
                <c:pt idx="609">
                  <c:v>1</c:v>
                </c:pt>
                <c:pt idx="610">
                  <c:v>1</c:v>
                </c:pt>
                <c:pt idx="611">
                  <c:v>1</c:v>
                </c:pt>
                <c:pt idx="612">
                  <c:v>1</c:v>
                </c:pt>
                <c:pt idx="613">
                  <c:v>1</c:v>
                </c:pt>
                <c:pt idx="614">
                  <c:v>1</c:v>
                </c:pt>
                <c:pt idx="615">
                  <c:v>1</c:v>
                </c:pt>
                <c:pt idx="616">
                  <c:v>1</c:v>
                </c:pt>
                <c:pt idx="617">
                  <c:v>1</c:v>
                </c:pt>
                <c:pt idx="618">
                  <c:v>1</c:v>
                </c:pt>
                <c:pt idx="619">
                  <c:v>1</c:v>
                </c:pt>
                <c:pt idx="620">
                  <c:v>1</c:v>
                </c:pt>
                <c:pt idx="621">
                  <c:v>1</c:v>
                </c:pt>
                <c:pt idx="622">
                  <c:v>1</c:v>
                </c:pt>
                <c:pt idx="623">
                  <c:v>1</c:v>
                </c:pt>
                <c:pt idx="624">
                  <c:v>1</c:v>
                </c:pt>
                <c:pt idx="625">
                  <c:v>1</c:v>
                </c:pt>
                <c:pt idx="626">
                  <c:v>1</c:v>
                </c:pt>
                <c:pt idx="627">
                  <c:v>1</c:v>
                </c:pt>
                <c:pt idx="628">
                  <c:v>1</c:v>
                </c:pt>
                <c:pt idx="629">
                  <c:v>1</c:v>
                </c:pt>
                <c:pt idx="630">
                  <c:v>1</c:v>
                </c:pt>
                <c:pt idx="631">
                  <c:v>1</c:v>
                </c:pt>
                <c:pt idx="632">
                  <c:v>1</c:v>
                </c:pt>
                <c:pt idx="633">
                  <c:v>1</c:v>
                </c:pt>
                <c:pt idx="634">
                  <c:v>1</c:v>
                </c:pt>
                <c:pt idx="635">
                  <c:v>1</c:v>
                </c:pt>
                <c:pt idx="636">
                  <c:v>1</c:v>
                </c:pt>
                <c:pt idx="637">
                  <c:v>1</c:v>
                </c:pt>
                <c:pt idx="638">
                  <c:v>1</c:v>
                </c:pt>
                <c:pt idx="639">
                  <c:v>1</c:v>
                </c:pt>
                <c:pt idx="640">
                  <c:v>1</c:v>
                </c:pt>
                <c:pt idx="641">
                  <c:v>1</c:v>
                </c:pt>
                <c:pt idx="642">
                  <c:v>1</c:v>
                </c:pt>
                <c:pt idx="643">
                  <c:v>1</c:v>
                </c:pt>
                <c:pt idx="644">
                  <c:v>1</c:v>
                </c:pt>
                <c:pt idx="645">
                  <c:v>1</c:v>
                </c:pt>
                <c:pt idx="646">
                  <c:v>1</c:v>
                </c:pt>
                <c:pt idx="647">
                  <c:v>1</c:v>
                </c:pt>
                <c:pt idx="648">
                  <c:v>1</c:v>
                </c:pt>
                <c:pt idx="649">
                  <c:v>1</c:v>
                </c:pt>
                <c:pt idx="650">
                  <c:v>1</c:v>
                </c:pt>
                <c:pt idx="651">
                  <c:v>1</c:v>
                </c:pt>
                <c:pt idx="652">
                  <c:v>1</c:v>
                </c:pt>
                <c:pt idx="653">
                  <c:v>1</c:v>
                </c:pt>
                <c:pt idx="654">
                  <c:v>1</c:v>
                </c:pt>
                <c:pt idx="655">
                  <c:v>1</c:v>
                </c:pt>
                <c:pt idx="656">
                  <c:v>1</c:v>
                </c:pt>
                <c:pt idx="657">
                  <c:v>1</c:v>
                </c:pt>
                <c:pt idx="658">
                  <c:v>1</c:v>
                </c:pt>
                <c:pt idx="659">
                  <c:v>1</c:v>
                </c:pt>
                <c:pt idx="660">
                  <c:v>1</c:v>
                </c:pt>
                <c:pt idx="661">
                  <c:v>1</c:v>
                </c:pt>
                <c:pt idx="662">
                  <c:v>1</c:v>
                </c:pt>
                <c:pt idx="663">
                  <c:v>1</c:v>
                </c:pt>
                <c:pt idx="664">
                  <c:v>1</c:v>
                </c:pt>
                <c:pt idx="665">
                  <c:v>1</c:v>
                </c:pt>
                <c:pt idx="666">
                  <c:v>1</c:v>
                </c:pt>
                <c:pt idx="667">
                  <c:v>1</c:v>
                </c:pt>
                <c:pt idx="668">
                  <c:v>1</c:v>
                </c:pt>
                <c:pt idx="669">
                  <c:v>1</c:v>
                </c:pt>
                <c:pt idx="670">
                  <c:v>1</c:v>
                </c:pt>
                <c:pt idx="671">
                  <c:v>1</c:v>
                </c:pt>
                <c:pt idx="672">
                  <c:v>1</c:v>
                </c:pt>
                <c:pt idx="673">
                  <c:v>1</c:v>
                </c:pt>
                <c:pt idx="674">
                  <c:v>1</c:v>
                </c:pt>
                <c:pt idx="675">
                  <c:v>1</c:v>
                </c:pt>
                <c:pt idx="676">
                  <c:v>1</c:v>
                </c:pt>
                <c:pt idx="677">
                  <c:v>1</c:v>
                </c:pt>
                <c:pt idx="678">
                  <c:v>1</c:v>
                </c:pt>
                <c:pt idx="679">
                  <c:v>1</c:v>
                </c:pt>
                <c:pt idx="680">
                  <c:v>1</c:v>
                </c:pt>
                <c:pt idx="681">
                  <c:v>1</c:v>
                </c:pt>
                <c:pt idx="682">
                  <c:v>1</c:v>
                </c:pt>
                <c:pt idx="683">
                  <c:v>1</c:v>
                </c:pt>
                <c:pt idx="684">
                  <c:v>1</c:v>
                </c:pt>
                <c:pt idx="685">
                  <c:v>1</c:v>
                </c:pt>
                <c:pt idx="686">
                  <c:v>1</c:v>
                </c:pt>
                <c:pt idx="687">
                  <c:v>1</c:v>
                </c:pt>
                <c:pt idx="688">
                  <c:v>1</c:v>
                </c:pt>
                <c:pt idx="689">
                  <c:v>1</c:v>
                </c:pt>
                <c:pt idx="690">
                  <c:v>1</c:v>
                </c:pt>
                <c:pt idx="691">
                  <c:v>1</c:v>
                </c:pt>
                <c:pt idx="692">
                  <c:v>1</c:v>
                </c:pt>
                <c:pt idx="693">
                  <c:v>1</c:v>
                </c:pt>
                <c:pt idx="694">
                  <c:v>1</c:v>
                </c:pt>
                <c:pt idx="695">
                  <c:v>1</c:v>
                </c:pt>
                <c:pt idx="696">
                  <c:v>1</c:v>
                </c:pt>
                <c:pt idx="697">
                  <c:v>1</c:v>
                </c:pt>
                <c:pt idx="698">
                  <c:v>1</c:v>
                </c:pt>
                <c:pt idx="699">
                  <c:v>1</c:v>
                </c:pt>
                <c:pt idx="700">
                  <c:v>1</c:v>
                </c:pt>
                <c:pt idx="701">
                  <c:v>1</c:v>
                </c:pt>
                <c:pt idx="702">
                  <c:v>1</c:v>
                </c:pt>
                <c:pt idx="703">
                  <c:v>1</c:v>
                </c:pt>
                <c:pt idx="704">
                  <c:v>1</c:v>
                </c:pt>
                <c:pt idx="705">
                  <c:v>1</c:v>
                </c:pt>
                <c:pt idx="706">
                  <c:v>1</c:v>
                </c:pt>
                <c:pt idx="707">
                  <c:v>1</c:v>
                </c:pt>
                <c:pt idx="708">
                  <c:v>1</c:v>
                </c:pt>
                <c:pt idx="709">
                  <c:v>1</c:v>
                </c:pt>
                <c:pt idx="710">
                  <c:v>1</c:v>
                </c:pt>
                <c:pt idx="711">
                  <c:v>1</c:v>
                </c:pt>
                <c:pt idx="712">
                  <c:v>1</c:v>
                </c:pt>
                <c:pt idx="713">
                  <c:v>1</c:v>
                </c:pt>
                <c:pt idx="714">
                  <c:v>1</c:v>
                </c:pt>
                <c:pt idx="715">
                  <c:v>1</c:v>
                </c:pt>
                <c:pt idx="716">
                  <c:v>1</c:v>
                </c:pt>
                <c:pt idx="717">
                  <c:v>1</c:v>
                </c:pt>
                <c:pt idx="718">
                  <c:v>1</c:v>
                </c:pt>
                <c:pt idx="719">
                  <c:v>1</c:v>
                </c:pt>
                <c:pt idx="720">
                  <c:v>1</c:v>
                </c:pt>
                <c:pt idx="721">
                  <c:v>1</c:v>
                </c:pt>
                <c:pt idx="722">
                  <c:v>1</c:v>
                </c:pt>
                <c:pt idx="723">
                  <c:v>1</c:v>
                </c:pt>
                <c:pt idx="724">
                  <c:v>1</c:v>
                </c:pt>
                <c:pt idx="725">
                  <c:v>1</c:v>
                </c:pt>
                <c:pt idx="726">
                  <c:v>1</c:v>
                </c:pt>
                <c:pt idx="727">
                  <c:v>1</c:v>
                </c:pt>
                <c:pt idx="728">
                  <c:v>1</c:v>
                </c:pt>
                <c:pt idx="729">
                  <c:v>1</c:v>
                </c:pt>
                <c:pt idx="730">
                  <c:v>1</c:v>
                </c:pt>
                <c:pt idx="731">
                  <c:v>1</c:v>
                </c:pt>
                <c:pt idx="732">
                  <c:v>1</c:v>
                </c:pt>
                <c:pt idx="733">
                  <c:v>1</c:v>
                </c:pt>
                <c:pt idx="734">
                  <c:v>1</c:v>
                </c:pt>
                <c:pt idx="735">
                  <c:v>1</c:v>
                </c:pt>
                <c:pt idx="736">
                  <c:v>1</c:v>
                </c:pt>
                <c:pt idx="737">
                  <c:v>1</c:v>
                </c:pt>
                <c:pt idx="738">
                  <c:v>1</c:v>
                </c:pt>
                <c:pt idx="739">
                  <c:v>1</c:v>
                </c:pt>
                <c:pt idx="740">
                  <c:v>1</c:v>
                </c:pt>
                <c:pt idx="741">
                  <c:v>1</c:v>
                </c:pt>
                <c:pt idx="742">
                  <c:v>1</c:v>
                </c:pt>
                <c:pt idx="743">
                  <c:v>1</c:v>
                </c:pt>
                <c:pt idx="744">
                  <c:v>1</c:v>
                </c:pt>
                <c:pt idx="745">
                  <c:v>1</c:v>
                </c:pt>
                <c:pt idx="746">
                  <c:v>1</c:v>
                </c:pt>
                <c:pt idx="747">
                  <c:v>1</c:v>
                </c:pt>
                <c:pt idx="748">
                  <c:v>1</c:v>
                </c:pt>
                <c:pt idx="749">
                  <c:v>1</c:v>
                </c:pt>
                <c:pt idx="750">
                  <c:v>1</c:v>
                </c:pt>
                <c:pt idx="751">
                  <c:v>1</c:v>
                </c:pt>
                <c:pt idx="752">
                  <c:v>1</c:v>
                </c:pt>
                <c:pt idx="753">
                  <c:v>1</c:v>
                </c:pt>
                <c:pt idx="754">
                  <c:v>1</c:v>
                </c:pt>
                <c:pt idx="755">
                  <c:v>1</c:v>
                </c:pt>
                <c:pt idx="756">
                  <c:v>1</c:v>
                </c:pt>
                <c:pt idx="757">
                  <c:v>1</c:v>
                </c:pt>
                <c:pt idx="758">
                  <c:v>1</c:v>
                </c:pt>
                <c:pt idx="759">
                  <c:v>1</c:v>
                </c:pt>
                <c:pt idx="760">
                  <c:v>1</c:v>
                </c:pt>
                <c:pt idx="761">
                  <c:v>1</c:v>
                </c:pt>
                <c:pt idx="762">
                  <c:v>1</c:v>
                </c:pt>
                <c:pt idx="763">
                  <c:v>1</c:v>
                </c:pt>
                <c:pt idx="764">
                  <c:v>1</c:v>
                </c:pt>
                <c:pt idx="765">
                  <c:v>1</c:v>
                </c:pt>
                <c:pt idx="766">
                  <c:v>1</c:v>
                </c:pt>
                <c:pt idx="767">
                  <c:v>1</c:v>
                </c:pt>
                <c:pt idx="768">
                  <c:v>1</c:v>
                </c:pt>
                <c:pt idx="769">
                  <c:v>1</c:v>
                </c:pt>
                <c:pt idx="770">
                  <c:v>1</c:v>
                </c:pt>
                <c:pt idx="771">
                  <c:v>1</c:v>
                </c:pt>
                <c:pt idx="772">
                  <c:v>1</c:v>
                </c:pt>
                <c:pt idx="773">
                  <c:v>1</c:v>
                </c:pt>
                <c:pt idx="774">
                  <c:v>1</c:v>
                </c:pt>
                <c:pt idx="775">
                  <c:v>1</c:v>
                </c:pt>
                <c:pt idx="776">
                  <c:v>1</c:v>
                </c:pt>
                <c:pt idx="777">
                  <c:v>1</c:v>
                </c:pt>
                <c:pt idx="778">
                  <c:v>1</c:v>
                </c:pt>
                <c:pt idx="779">
                  <c:v>1</c:v>
                </c:pt>
                <c:pt idx="780">
                  <c:v>1</c:v>
                </c:pt>
                <c:pt idx="781">
                  <c:v>1</c:v>
                </c:pt>
                <c:pt idx="782">
                  <c:v>1</c:v>
                </c:pt>
                <c:pt idx="783">
                  <c:v>1</c:v>
                </c:pt>
                <c:pt idx="784">
                  <c:v>1</c:v>
                </c:pt>
                <c:pt idx="785">
                  <c:v>1</c:v>
                </c:pt>
                <c:pt idx="786">
                  <c:v>1</c:v>
                </c:pt>
                <c:pt idx="787">
                  <c:v>1</c:v>
                </c:pt>
                <c:pt idx="788">
                  <c:v>1</c:v>
                </c:pt>
                <c:pt idx="789">
                  <c:v>1</c:v>
                </c:pt>
                <c:pt idx="790">
                  <c:v>1</c:v>
                </c:pt>
                <c:pt idx="791">
                  <c:v>1</c:v>
                </c:pt>
                <c:pt idx="792">
                  <c:v>1</c:v>
                </c:pt>
                <c:pt idx="793">
                  <c:v>1</c:v>
                </c:pt>
                <c:pt idx="794">
                  <c:v>1</c:v>
                </c:pt>
                <c:pt idx="795">
                  <c:v>1</c:v>
                </c:pt>
                <c:pt idx="796">
                  <c:v>1</c:v>
                </c:pt>
                <c:pt idx="797">
                  <c:v>1</c:v>
                </c:pt>
                <c:pt idx="798">
                  <c:v>1</c:v>
                </c:pt>
                <c:pt idx="799">
                  <c:v>1</c:v>
                </c:pt>
                <c:pt idx="800">
                  <c:v>1</c:v>
                </c:pt>
                <c:pt idx="801">
                  <c:v>1</c:v>
                </c:pt>
                <c:pt idx="802">
                  <c:v>1</c:v>
                </c:pt>
                <c:pt idx="803">
                  <c:v>1</c:v>
                </c:pt>
                <c:pt idx="804">
                  <c:v>1</c:v>
                </c:pt>
                <c:pt idx="805">
                  <c:v>1</c:v>
                </c:pt>
                <c:pt idx="806">
                  <c:v>1</c:v>
                </c:pt>
                <c:pt idx="807">
                  <c:v>1</c:v>
                </c:pt>
                <c:pt idx="808">
                  <c:v>1</c:v>
                </c:pt>
                <c:pt idx="809">
                  <c:v>1</c:v>
                </c:pt>
                <c:pt idx="810">
                  <c:v>1</c:v>
                </c:pt>
                <c:pt idx="811">
                  <c:v>1</c:v>
                </c:pt>
                <c:pt idx="812">
                  <c:v>1</c:v>
                </c:pt>
                <c:pt idx="813">
                  <c:v>1</c:v>
                </c:pt>
                <c:pt idx="814">
                  <c:v>1</c:v>
                </c:pt>
                <c:pt idx="815">
                  <c:v>1</c:v>
                </c:pt>
                <c:pt idx="816">
                  <c:v>1</c:v>
                </c:pt>
                <c:pt idx="817">
                  <c:v>1</c:v>
                </c:pt>
                <c:pt idx="818">
                  <c:v>1</c:v>
                </c:pt>
                <c:pt idx="819">
                  <c:v>1</c:v>
                </c:pt>
                <c:pt idx="820">
                  <c:v>1</c:v>
                </c:pt>
                <c:pt idx="821">
                  <c:v>1</c:v>
                </c:pt>
                <c:pt idx="822">
                  <c:v>1</c:v>
                </c:pt>
                <c:pt idx="823">
                  <c:v>1</c:v>
                </c:pt>
                <c:pt idx="824">
                  <c:v>1</c:v>
                </c:pt>
                <c:pt idx="825">
                  <c:v>1</c:v>
                </c:pt>
                <c:pt idx="826">
                  <c:v>1</c:v>
                </c:pt>
                <c:pt idx="827">
                  <c:v>1</c:v>
                </c:pt>
                <c:pt idx="828">
                  <c:v>1</c:v>
                </c:pt>
                <c:pt idx="829">
                  <c:v>1</c:v>
                </c:pt>
                <c:pt idx="830">
                  <c:v>1</c:v>
                </c:pt>
                <c:pt idx="831">
                  <c:v>1</c:v>
                </c:pt>
                <c:pt idx="832">
                  <c:v>1</c:v>
                </c:pt>
                <c:pt idx="833">
                  <c:v>1</c:v>
                </c:pt>
                <c:pt idx="834">
                  <c:v>1</c:v>
                </c:pt>
                <c:pt idx="835">
                  <c:v>1</c:v>
                </c:pt>
                <c:pt idx="836">
                  <c:v>1</c:v>
                </c:pt>
                <c:pt idx="837">
                  <c:v>1</c:v>
                </c:pt>
                <c:pt idx="838">
                  <c:v>1</c:v>
                </c:pt>
                <c:pt idx="839">
                  <c:v>1</c:v>
                </c:pt>
                <c:pt idx="840">
                  <c:v>1</c:v>
                </c:pt>
                <c:pt idx="841">
                  <c:v>1</c:v>
                </c:pt>
                <c:pt idx="842">
                  <c:v>1</c:v>
                </c:pt>
                <c:pt idx="843">
                  <c:v>1</c:v>
                </c:pt>
                <c:pt idx="844">
                  <c:v>1</c:v>
                </c:pt>
                <c:pt idx="845">
                  <c:v>1</c:v>
                </c:pt>
                <c:pt idx="846">
                  <c:v>1</c:v>
                </c:pt>
                <c:pt idx="847">
                  <c:v>1</c:v>
                </c:pt>
                <c:pt idx="848">
                  <c:v>1</c:v>
                </c:pt>
                <c:pt idx="849">
                  <c:v>1</c:v>
                </c:pt>
                <c:pt idx="850">
                  <c:v>1</c:v>
                </c:pt>
                <c:pt idx="851">
                  <c:v>1</c:v>
                </c:pt>
                <c:pt idx="852">
                  <c:v>1</c:v>
                </c:pt>
                <c:pt idx="853">
                  <c:v>1</c:v>
                </c:pt>
                <c:pt idx="854">
                  <c:v>1</c:v>
                </c:pt>
                <c:pt idx="855">
                  <c:v>1</c:v>
                </c:pt>
                <c:pt idx="856">
                  <c:v>1</c:v>
                </c:pt>
                <c:pt idx="857">
                  <c:v>1</c:v>
                </c:pt>
                <c:pt idx="858">
                  <c:v>1</c:v>
                </c:pt>
                <c:pt idx="859">
                  <c:v>1</c:v>
                </c:pt>
                <c:pt idx="860">
                  <c:v>1</c:v>
                </c:pt>
                <c:pt idx="861">
                  <c:v>1</c:v>
                </c:pt>
                <c:pt idx="862">
                  <c:v>1</c:v>
                </c:pt>
                <c:pt idx="863">
                  <c:v>1</c:v>
                </c:pt>
                <c:pt idx="864">
                  <c:v>1</c:v>
                </c:pt>
                <c:pt idx="865">
                  <c:v>1</c:v>
                </c:pt>
                <c:pt idx="866">
                  <c:v>1</c:v>
                </c:pt>
                <c:pt idx="867">
                  <c:v>1</c:v>
                </c:pt>
                <c:pt idx="868">
                  <c:v>1</c:v>
                </c:pt>
                <c:pt idx="869">
                  <c:v>1</c:v>
                </c:pt>
                <c:pt idx="870">
                  <c:v>1</c:v>
                </c:pt>
                <c:pt idx="871">
                  <c:v>1</c:v>
                </c:pt>
                <c:pt idx="872">
                  <c:v>1</c:v>
                </c:pt>
                <c:pt idx="873">
                  <c:v>1</c:v>
                </c:pt>
                <c:pt idx="874">
                  <c:v>1</c:v>
                </c:pt>
                <c:pt idx="875">
                  <c:v>1</c:v>
                </c:pt>
                <c:pt idx="876">
                  <c:v>1</c:v>
                </c:pt>
                <c:pt idx="877">
                  <c:v>1</c:v>
                </c:pt>
                <c:pt idx="878">
                  <c:v>1</c:v>
                </c:pt>
                <c:pt idx="879">
                  <c:v>1</c:v>
                </c:pt>
                <c:pt idx="880">
                  <c:v>1</c:v>
                </c:pt>
                <c:pt idx="881">
                  <c:v>1</c:v>
                </c:pt>
                <c:pt idx="882">
                  <c:v>1</c:v>
                </c:pt>
                <c:pt idx="883">
                  <c:v>1</c:v>
                </c:pt>
                <c:pt idx="884">
                  <c:v>1</c:v>
                </c:pt>
                <c:pt idx="885">
                  <c:v>1</c:v>
                </c:pt>
                <c:pt idx="886">
                  <c:v>1</c:v>
                </c:pt>
                <c:pt idx="887">
                  <c:v>1</c:v>
                </c:pt>
                <c:pt idx="888">
                  <c:v>1</c:v>
                </c:pt>
                <c:pt idx="889">
                  <c:v>1</c:v>
                </c:pt>
                <c:pt idx="890">
                  <c:v>1</c:v>
                </c:pt>
                <c:pt idx="891">
                  <c:v>1</c:v>
                </c:pt>
                <c:pt idx="892">
                  <c:v>1</c:v>
                </c:pt>
                <c:pt idx="893">
                  <c:v>1</c:v>
                </c:pt>
                <c:pt idx="894">
                  <c:v>1</c:v>
                </c:pt>
                <c:pt idx="895">
                  <c:v>1</c:v>
                </c:pt>
                <c:pt idx="896">
                  <c:v>1</c:v>
                </c:pt>
                <c:pt idx="897">
                  <c:v>1</c:v>
                </c:pt>
                <c:pt idx="898">
                  <c:v>1</c:v>
                </c:pt>
                <c:pt idx="899">
                  <c:v>1</c:v>
                </c:pt>
                <c:pt idx="900">
                  <c:v>1</c:v>
                </c:pt>
                <c:pt idx="901">
                  <c:v>1</c:v>
                </c:pt>
                <c:pt idx="902">
                  <c:v>1</c:v>
                </c:pt>
                <c:pt idx="903">
                  <c:v>1</c:v>
                </c:pt>
                <c:pt idx="904">
                  <c:v>1</c:v>
                </c:pt>
                <c:pt idx="905">
                  <c:v>1</c:v>
                </c:pt>
                <c:pt idx="906">
                  <c:v>1</c:v>
                </c:pt>
                <c:pt idx="907">
                  <c:v>1</c:v>
                </c:pt>
                <c:pt idx="908">
                  <c:v>1</c:v>
                </c:pt>
                <c:pt idx="909">
                  <c:v>1</c:v>
                </c:pt>
                <c:pt idx="910">
                  <c:v>1</c:v>
                </c:pt>
                <c:pt idx="911">
                  <c:v>1</c:v>
                </c:pt>
                <c:pt idx="912">
                  <c:v>1</c:v>
                </c:pt>
                <c:pt idx="913">
                  <c:v>1</c:v>
                </c:pt>
                <c:pt idx="914">
                  <c:v>1</c:v>
                </c:pt>
                <c:pt idx="915">
                  <c:v>1</c:v>
                </c:pt>
                <c:pt idx="916">
                  <c:v>1</c:v>
                </c:pt>
                <c:pt idx="917">
                  <c:v>1</c:v>
                </c:pt>
                <c:pt idx="918">
                  <c:v>1</c:v>
                </c:pt>
                <c:pt idx="919">
                  <c:v>1</c:v>
                </c:pt>
                <c:pt idx="920">
                  <c:v>1</c:v>
                </c:pt>
                <c:pt idx="921">
                  <c:v>1</c:v>
                </c:pt>
                <c:pt idx="922">
                  <c:v>1</c:v>
                </c:pt>
                <c:pt idx="923">
                  <c:v>1</c:v>
                </c:pt>
                <c:pt idx="924">
                  <c:v>1</c:v>
                </c:pt>
                <c:pt idx="925">
                  <c:v>1</c:v>
                </c:pt>
                <c:pt idx="926">
                  <c:v>1</c:v>
                </c:pt>
                <c:pt idx="927">
                  <c:v>1</c:v>
                </c:pt>
                <c:pt idx="928">
                  <c:v>1</c:v>
                </c:pt>
                <c:pt idx="929">
                  <c:v>1</c:v>
                </c:pt>
                <c:pt idx="930">
                  <c:v>1</c:v>
                </c:pt>
                <c:pt idx="931">
                  <c:v>1</c:v>
                </c:pt>
                <c:pt idx="932">
                  <c:v>1</c:v>
                </c:pt>
                <c:pt idx="933">
                  <c:v>1</c:v>
                </c:pt>
                <c:pt idx="934">
                  <c:v>1</c:v>
                </c:pt>
                <c:pt idx="935">
                  <c:v>1</c:v>
                </c:pt>
                <c:pt idx="936">
                  <c:v>1</c:v>
                </c:pt>
                <c:pt idx="937">
                  <c:v>1</c:v>
                </c:pt>
                <c:pt idx="938">
                  <c:v>1</c:v>
                </c:pt>
                <c:pt idx="939">
                  <c:v>1</c:v>
                </c:pt>
                <c:pt idx="940">
                  <c:v>1</c:v>
                </c:pt>
                <c:pt idx="941">
                  <c:v>1</c:v>
                </c:pt>
                <c:pt idx="942">
                  <c:v>1</c:v>
                </c:pt>
                <c:pt idx="943">
                  <c:v>1</c:v>
                </c:pt>
                <c:pt idx="944">
                  <c:v>1</c:v>
                </c:pt>
                <c:pt idx="945">
                  <c:v>1</c:v>
                </c:pt>
                <c:pt idx="946">
                  <c:v>1</c:v>
                </c:pt>
                <c:pt idx="947">
                  <c:v>1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  <c:pt idx="952">
                  <c:v>1</c:v>
                </c:pt>
                <c:pt idx="953">
                  <c:v>1</c:v>
                </c:pt>
                <c:pt idx="954">
                  <c:v>1</c:v>
                </c:pt>
                <c:pt idx="955">
                  <c:v>1</c:v>
                </c:pt>
                <c:pt idx="956">
                  <c:v>1</c:v>
                </c:pt>
                <c:pt idx="957">
                  <c:v>1</c:v>
                </c:pt>
                <c:pt idx="958">
                  <c:v>1</c:v>
                </c:pt>
                <c:pt idx="959">
                  <c:v>1</c:v>
                </c:pt>
                <c:pt idx="960">
                  <c:v>1</c:v>
                </c:pt>
                <c:pt idx="961">
                  <c:v>1</c:v>
                </c:pt>
                <c:pt idx="962">
                  <c:v>1</c:v>
                </c:pt>
                <c:pt idx="963">
                  <c:v>1</c:v>
                </c:pt>
                <c:pt idx="964">
                  <c:v>1</c:v>
                </c:pt>
                <c:pt idx="965">
                  <c:v>1</c:v>
                </c:pt>
                <c:pt idx="966">
                  <c:v>1</c:v>
                </c:pt>
                <c:pt idx="967">
                  <c:v>1</c:v>
                </c:pt>
                <c:pt idx="968">
                  <c:v>1</c:v>
                </c:pt>
                <c:pt idx="969">
                  <c:v>1</c:v>
                </c:pt>
                <c:pt idx="970">
                  <c:v>1</c:v>
                </c:pt>
                <c:pt idx="971">
                  <c:v>1</c:v>
                </c:pt>
                <c:pt idx="972">
                  <c:v>1</c:v>
                </c:pt>
                <c:pt idx="973">
                  <c:v>1</c:v>
                </c:pt>
                <c:pt idx="974">
                  <c:v>1</c:v>
                </c:pt>
                <c:pt idx="975">
                  <c:v>1</c:v>
                </c:pt>
                <c:pt idx="976">
                  <c:v>1</c:v>
                </c:pt>
                <c:pt idx="977">
                  <c:v>1</c:v>
                </c:pt>
                <c:pt idx="978">
                  <c:v>1</c:v>
                </c:pt>
                <c:pt idx="979">
                  <c:v>1</c:v>
                </c:pt>
                <c:pt idx="980">
                  <c:v>1</c:v>
                </c:pt>
                <c:pt idx="981">
                  <c:v>1</c:v>
                </c:pt>
                <c:pt idx="982">
                  <c:v>1</c:v>
                </c:pt>
                <c:pt idx="983">
                  <c:v>1</c:v>
                </c:pt>
                <c:pt idx="984">
                  <c:v>1</c:v>
                </c:pt>
                <c:pt idx="985">
                  <c:v>1</c:v>
                </c:pt>
                <c:pt idx="986">
                  <c:v>1</c:v>
                </c:pt>
                <c:pt idx="987">
                  <c:v>1</c:v>
                </c:pt>
                <c:pt idx="988">
                  <c:v>1</c:v>
                </c:pt>
                <c:pt idx="989">
                  <c:v>1</c:v>
                </c:pt>
                <c:pt idx="990">
                  <c:v>1</c:v>
                </c:pt>
                <c:pt idx="991">
                  <c:v>1</c:v>
                </c:pt>
                <c:pt idx="992">
                  <c:v>1</c:v>
                </c:pt>
                <c:pt idx="993">
                  <c:v>1</c:v>
                </c:pt>
                <c:pt idx="994">
                  <c:v>1</c:v>
                </c:pt>
                <c:pt idx="995">
                  <c:v>1</c:v>
                </c:pt>
                <c:pt idx="996">
                  <c:v>1</c:v>
                </c:pt>
                <c:pt idx="997">
                  <c:v>1</c:v>
                </c:pt>
                <c:pt idx="998">
                  <c:v>1</c:v>
                </c:pt>
                <c:pt idx="999">
                  <c:v>1</c:v>
                </c:pt>
                <c:pt idx="1000">
                  <c:v>1</c:v>
                </c:pt>
                <c:pt idx="1001">
                  <c:v>1</c:v>
                </c:pt>
                <c:pt idx="1002">
                  <c:v>1</c:v>
                </c:pt>
                <c:pt idx="1003">
                  <c:v>1</c:v>
                </c:pt>
                <c:pt idx="1004">
                  <c:v>1</c:v>
                </c:pt>
                <c:pt idx="1005">
                  <c:v>1</c:v>
                </c:pt>
                <c:pt idx="1006">
                  <c:v>1</c:v>
                </c:pt>
                <c:pt idx="1007">
                  <c:v>1</c:v>
                </c:pt>
                <c:pt idx="1008">
                  <c:v>1</c:v>
                </c:pt>
                <c:pt idx="1009">
                  <c:v>1</c:v>
                </c:pt>
                <c:pt idx="1010">
                  <c:v>1</c:v>
                </c:pt>
                <c:pt idx="1011">
                  <c:v>1</c:v>
                </c:pt>
                <c:pt idx="1012">
                  <c:v>1</c:v>
                </c:pt>
                <c:pt idx="1013">
                  <c:v>1</c:v>
                </c:pt>
                <c:pt idx="1014">
                  <c:v>1</c:v>
                </c:pt>
                <c:pt idx="1015">
                  <c:v>1</c:v>
                </c:pt>
                <c:pt idx="1016">
                  <c:v>1</c:v>
                </c:pt>
                <c:pt idx="1017">
                  <c:v>1</c:v>
                </c:pt>
                <c:pt idx="1018">
                  <c:v>1</c:v>
                </c:pt>
                <c:pt idx="1019">
                  <c:v>1</c:v>
                </c:pt>
                <c:pt idx="1020">
                  <c:v>1</c:v>
                </c:pt>
                <c:pt idx="1021">
                  <c:v>1</c:v>
                </c:pt>
                <c:pt idx="1022">
                  <c:v>1</c:v>
                </c:pt>
                <c:pt idx="1023">
                  <c:v>1</c:v>
                </c:pt>
                <c:pt idx="1024">
                  <c:v>1</c:v>
                </c:pt>
                <c:pt idx="1025">
                  <c:v>1</c:v>
                </c:pt>
                <c:pt idx="1026">
                  <c:v>1</c:v>
                </c:pt>
                <c:pt idx="1027">
                  <c:v>1</c:v>
                </c:pt>
                <c:pt idx="1028">
                  <c:v>1</c:v>
                </c:pt>
                <c:pt idx="1029">
                  <c:v>1</c:v>
                </c:pt>
                <c:pt idx="1030">
                  <c:v>1</c:v>
                </c:pt>
                <c:pt idx="1031">
                  <c:v>1</c:v>
                </c:pt>
                <c:pt idx="1032">
                  <c:v>1</c:v>
                </c:pt>
                <c:pt idx="1033">
                  <c:v>1</c:v>
                </c:pt>
                <c:pt idx="1034">
                  <c:v>1</c:v>
                </c:pt>
                <c:pt idx="1035">
                  <c:v>1</c:v>
                </c:pt>
                <c:pt idx="1036">
                  <c:v>1</c:v>
                </c:pt>
                <c:pt idx="1037">
                  <c:v>1</c:v>
                </c:pt>
                <c:pt idx="1038">
                  <c:v>1</c:v>
                </c:pt>
                <c:pt idx="1039">
                  <c:v>1</c:v>
                </c:pt>
                <c:pt idx="1040">
                  <c:v>1</c:v>
                </c:pt>
                <c:pt idx="1041">
                  <c:v>1</c:v>
                </c:pt>
                <c:pt idx="1042">
                  <c:v>1</c:v>
                </c:pt>
                <c:pt idx="1043">
                  <c:v>1</c:v>
                </c:pt>
                <c:pt idx="1044">
                  <c:v>1</c:v>
                </c:pt>
                <c:pt idx="1045">
                  <c:v>1</c:v>
                </c:pt>
                <c:pt idx="1046">
                  <c:v>1</c:v>
                </c:pt>
                <c:pt idx="1047">
                  <c:v>1</c:v>
                </c:pt>
                <c:pt idx="1048">
                  <c:v>1</c:v>
                </c:pt>
                <c:pt idx="1049">
                  <c:v>1</c:v>
                </c:pt>
                <c:pt idx="1050">
                  <c:v>1</c:v>
                </c:pt>
                <c:pt idx="1051">
                  <c:v>1</c:v>
                </c:pt>
                <c:pt idx="1052">
                  <c:v>1</c:v>
                </c:pt>
                <c:pt idx="1053">
                  <c:v>1</c:v>
                </c:pt>
                <c:pt idx="1054">
                  <c:v>1</c:v>
                </c:pt>
                <c:pt idx="1055">
                  <c:v>1</c:v>
                </c:pt>
                <c:pt idx="1056">
                  <c:v>1</c:v>
                </c:pt>
                <c:pt idx="1057">
                  <c:v>1</c:v>
                </c:pt>
                <c:pt idx="1058">
                  <c:v>1</c:v>
                </c:pt>
                <c:pt idx="1059">
                  <c:v>1</c:v>
                </c:pt>
                <c:pt idx="1060">
                  <c:v>1</c:v>
                </c:pt>
                <c:pt idx="1061">
                  <c:v>1</c:v>
                </c:pt>
                <c:pt idx="1062">
                  <c:v>1</c:v>
                </c:pt>
                <c:pt idx="1063">
                  <c:v>1</c:v>
                </c:pt>
                <c:pt idx="1064">
                  <c:v>1</c:v>
                </c:pt>
                <c:pt idx="1065">
                  <c:v>1</c:v>
                </c:pt>
                <c:pt idx="1066">
                  <c:v>1</c:v>
                </c:pt>
                <c:pt idx="1067">
                  <c:v>1</c:v>
                </c:pt>
                <c:pt idx="1068">
                  <c:v>1</c:v>
                </c:pt>
                <c:pt idx="1069">
                  <c:v>1</c:v>
                </c:pt>
                <c:pt idx="1070">
                  <c:v>1</c:v>
                </c:pt>
                <c:pt idx="1071">
                  <c:v>1</c:v>
                </c:pt>
                <c:pt idx="1072">
                  <c:v>1</c:v>
                </c:pt>
                <c:pt idx="1073">
                  <c:v>1</c:v>
                </c:pt>
                <c:pt idx="1074">
                  <c:v>1</c:v>
                </c:pt>
                <c:pt idx="1075">
                  <c:v>1</c:v>
                </c:pt>
                <c:pt idx="1076">
                  <c:v>1</c:v>
                </c:pt>
                <c:pt idx="1077">
                  <c:v>1</c:v>
                </c:pt>
                <c:pt idx="1078">
                  <c:v>1</c:v>
                </c:pt>
                <c:pt idx="1079">
                  <c:v>1</c:v>
                </c:pt>
                <c:pt idx="1080">
                  <c:v>1</c:v>
                </c:pt>
                <c:pt idx="1081">
                  <c:v>1</c:v>
                </c:pt>
                <c:pt idx="1082">
                  <c:v>1</c:v>
                </c:pt>
                <c:pt idx="1083">
                  <c:v>1</c:v>
                </c:pt>
                <c:pt idx="1084">
                  <c:v>1</c:v>
                </c:pt>
                <c:pt idx="1085">
                  <c:v>1</c:v>
                </c:pt>
                <c:pt idx="1086">
                  <c:v>1</c:v>
                </c:pt>
                <c:pt idx="1087">
                  <c:v>1</c:v>
                </c:pt>
                <c:pt idx="1088">
                  <c:v>1</c:v>
                </c:pt>
                <c:pt idx="1089">
                  <c:v>1</c:v>
                </c:pt>
                <c:pt idx="1090">
                  <c:v>1</c:v>
                </c:pt>
                <c:pt idx="1091">
                  <c:v>1</c:v>
                </c:pt>
                <c:pt idx="1092">
                  <c:v>1</c:v>
                </c:pt>
                <c:pt idx="1093">
                  <c:v>1</c:v>
                </c:pt>
                <c:pt idx="1094">
                  <c:v>1</c:v>
                </c:pt>
                <c:pt idx="1095">
                  <c:v>1</c:v>
                </c:pt>
                <c:pt idx="1096">
                  <c:v>1</c:v>
                </c:pt>
                <c:pt idx="1097">
                  <c:v>1</c:v>
                </c:pt>
                <c:pt idx="1098">
                  <c:v>1</c:v>
                </c:pt>
                <c:pt idx="1099">
                  <c:v>1</c:v>
                </c:pt>
                <c:pt idx="1100">
                  <c:v>1</c:v>
                </c:pt>
                <c:pt idx="1101">
                  <c:v>1</c:v>
                </c:pt>
                <c:pt idx="1102">
                  <c:v>1</c:v>
                </c:pt>
                <c:pt idx="1103">
                  <c:v>1</c:v>
                </c:pt>
                <c:pt idx="1104">
                  <c:v>1</c:v>
                </c:pt>
                <c:pt idx="1105">
                  <c:v>1</c:v>
                </c:pt>
                <c:pt idx="1106">
                  <c:v>1</c:v>
                </c:pt>
                <c:pt idx="1107">
                  <c:v>1</c:v>
                </c:pt>
                <c:pt idx="1108">
                  <c:v>1</c:v>
                </c:pt>
                <c:pt idx="1109">
                  <c:v>1</c:v>
                </c:pt>
                <c:pt idx="1110">
                  <c:v>1</c:v>
                </c:pt>
                <c:pt idx="1111">
                  <c:v>1</c:v>
                </c:pt>
                <c:pt idx="1112">
                  <c:v>1</c:v>
                </c:pt>
                <c:pt idx="1113">
                  <c:v>1</c:v>
                </c:pt>
                <c:pt idx="1114">
                  <c:v>1</c:v>
                </c:pt>
                <c:pt idx="1115">
                  <c:v>1</c:v>
                </c:pt>
                <c:pt idx="1116">
                  <c:v>1</c:v>
                </c:pt>
                <c:pt idx="1117">
                  <c:v>1</c:v>
                </c:pt>
                <c:pt idx="1118">
                  <c:v>1</c:v>
                </c:pt>
                <c:pt idx="1119">
                  <c:v>1</c:v>
                </c:pt>
                <c:pt idx="1120">
                  <c:v>1</c:v>
                </c:pt>
                <c:pt idx="1121">
                  <c:v>1</c:v>
                </c:pt>
                <c:pt idx="1122">
                  <c:v>1</c:v>
                </c:pt>
                <c:pt idx="1123">
                  <c:v>1</c:v>
                </c:pt>
                <c:pt idx="1124">
                  <c:v>1</c:v>
                </c:pt>
                <c:pt idx="1125">
                  <c:v>1</c:v>
                </c:pt>
                <c:pt idx="1126">
                  <c:v>1</c:v>
                </c:pt>
                <c:pt idx="1127">
                  <c:v>1</c:v>
                </c:pt>
                <c:pt idx="1128">
                  <c:v>1</c:v>
                </c:pt>
                <c:pt idx="1129">
                  <c:v>1</c:v>
                </c:pt>
                <c:pt idx="1130">
                  <c:v>1</c:v>
                </c:pt>
                <c:pt idx="1131">
                  <c:v>1</c:v>
                </c:pt>
                <c:pt idx="1132">
                  <c:v>1</c:v>
                </c:pt>
                <c:pt idx="1133">
                  <c:v>1</c:v>
                </c:pt>
                <c:pt idx="1134">
                  <c:v>1</c:v>
                </c:pt>
                <c:pt idx="1135">
                  <c:v>1</c:v>
                </c:pt>
                <c:pt idx="1136">
                  <c:v>1</c:v>
                </c:pt>
                <c:pt idx="1137">
                  <c:v>1</c:v>
                </c:pt>
                <c:pt idx="1138">
                  <c:v>1</c:v>
                </c:pt>
                <c:pt idx="1139">
                  <c:v>1</c:v>
                </c:pt>
                <c:pt idx="1140">
                  <c:v>1</c:v>
                </c:pt>
                <c:pt idx="1141">
                  <c:v>1</c:v>
                </c:pt>
                <c:pt idx="1142">
                  <c:v>1</c:v>
                </c:pt>
                <c:pt idx="1143">
                  <c:v>1</c:v>
                </c:pt>
                <c:pt idx="1144">
                  <c:v>1</c:v>
                </c:pt>
                <c:pt idx="1145">
                  <c:v>1</c:v>
                </c:pt>
                <c:pt idx="1146">
                  <c:v>1</c:v>
                </c:pt>
                <c:pt idx="1147">
                  <c:v>1</c:v>
                </c:pt>
                <c:pt idx="1148">
                  <c:v>1</c:v>
                </c:pt>
                <c:pt idx="1149">
                  <c:v>1</c:v>
                </c:pt>
                <c:pt idx="1150">
                  <c:v>1</c:v>
                </c:pt>
                <c:pt idx="1151">
                  <c:v>1</c:v>
                </c:pt>
                <c:pt idx="1152">
                  <c:v>1</c:v>
                </c:pt>
                <c:pt idx="1153">
                  <c:v>1</c:v>
                </c:pt>
                <c:pt idx="1154">
                  <c:v>1</c:v>
                </c:pt>
                <c:pt idx="1155">
                  <c:v>1</c:v>
                </c:pt>
                <c:pt idx="1156">
                  <c:v>1</c:v>
                </c:pt>
                <c:pt idx="1157">
                  <c:v>1</c:v>
                </c:pt>
                <c:pt idx="1158">
                  <c:v>1</c:v>
                </c:pt>
                <c:pt idx="1159">
                  <c:v>1</c:v>
                </c:pt>
                <c:pt idx="1160">
                  <c:v>1</c:v>
                </c:pt>
                <c:pt idx="1161">
                  <c:v>1</c:v>
                </c:pt>
                <c:pt idx="1162">
                  <c:v>1</c:v>
                </c:pt>
                <c:pt idx="1163">
                  <c:v>1</c:v>
                </c:pt>
                <c:pt idx="1164">
                  <c:v>1</c:v>
                </c:pt>
                <c:pt idx="1165">
                  <c:v>1</c:v>
                </c:pt>
                <c:pt idx="1166">
                  <c:v>1</c:v>
                </c:pt>
                <c:pt idx="1167">
                  <c:v>1</c:v>
                </c:pt>
                <c:pt idx="1168">
                  <c:v>1</c:v>
                </c:pt>
                <c:pt idx="1169">
                  <c:v>1</c:v>
                </c:pt>
                <c:pt idx="1170">
                  <c:v>1</c:v>
                </c:pt>
                <c:pt idx="1171">
                  <c:v>1</c:v>
                </c:pt>
                <c:pt idx="1172">
                  <c:v>1</c:v>
                </c:pt>
                <c:pt idx="1173">
                  <c:v>1</c:v>
                </c:pt>
                <c:pt idx="1174">
                  <c:v>1</c:v>
                </c:pt>
                <c:pt idx="1175">
                  <c:v>1</c:v>
                </c:pt>
                <c:pt idx="1176">
                  <c:v>1</c:v>
                </c:pt>
                <c:pt idx="1177">
                  <c:v>1</c:v>
                </c:pt>
                <c:pt idx="1178">
                  <c:v>1</c:v>
                </c:pt>
                <c:pt idx="1179">
                  <c:v>1</c:v>
                </c:pt>
                <c:pt idx="1180">
                  <c:v>1</c:v>
                </c:pt>
                <c:pt idx="1181">
                  <c:v>1</c:v>
                </c:pt>
                <c:pt idx="1182">
                  <c:v>1</c:v>
                </c:pt>
                <c:pt idx="1183">
                  <c:v>1</c:v>
                </c:pt>
                <c:pt idx="1184">
                  <c:v>1</c:v>
                </c:pt>
                <c:pt idx="1185">
                  <c:v>1</c:v>
                </c:pt>
                <c:pt idx="1186">
                  <c:v>1</c:v>
                </c:pt>
                <c:pt idx="1187">
                  <c:v>1</c:v>
                </c:pt>
                <c:pt idx="1188">
                  <c:v>1</c:v>
                </c:pt>
                <c:pt idx="1189">
                  <c:v>1</c:v>
                </c:pt>
                <c:pt idx="1190">
                  <c:v>1</c:v>
                </c:pt>
                <c:pt idx="1191">
                  <c:v>1</c:v>
                </c:pt>
                <c:pt idx="1192">
                  <c:v>1</c:v>
                </c:pt>
                <c:pt idx="1193">
                  <c:v>1</c:v>
                </c:pt>
                <c:pt idx="1194">
                  <c:v>1</c:v>
                </c:pt>
                <c:pt idx="1195">
                  <c:v>1</c:v>
                </c:pt>
                <c:pt idx="1196">
                  <c:v>1</c:v>
                </c:pt>
                <c:pt idx="1197">
                  <c:v>1</c:v>
                </c:pt>
                <c:pt idx="1198">
                  <c:v>1</c:v>
                </c:pt>
                <c:pt idx="1199">
                  <c:v>1</c:v>
                </c:pt>
                <c:pt idx="1200">
                  <c:v>1</c:v>
                </c:pt>
                <c:pt idx="1201">
                  <c:v>1</c:v>
                </c:pt>
                <c:pt idx="1202">
                  <c:v>1</c:v>
                </c:pt>
                <c:pt idx="1203">
                  <c:v>1</c:v>
                </c:pt>
                <c:pt idx="1204">
                  <c:v>1</c:v>
                </c:pt>
                <c:pt idx="1205">
                  <c:v>1</c:v>
                </c:pt>
                <c:pt idx="1206">
                  <c:v>1</c:v>
                </c:pt>
                <c:pt idx="1207">
                  <c:v>1</c:v>
                </c:pt>
                <c:pt idx="1208">
                  <c:v>1</c:v>
                </c:pt>
                <c:pt idx="1209">
                  <c:v>1</c:v>
                </c:pt>
                <c:pt idx="1210">
                  <c:v>1</c:v>
                </c:pt>
                <c:pt idx="1211">
                  <c:v>1</c:v>
                </c:pt>
                <c:pt idx="1212">
                  <c:v>1</c:v>
                </c:pt>
                <c:pt idx="1213">
                  <c:v>1</c:v>
                </c:pt>
                <c:pt idx="1214">
                  <c:v>1</c:v>
                </c:pt>
                <c:pt idx="1215">
                  <c:v>1</c:v>
                </c:pt>
                <c:pt idx="1216">
                  <c:v>1</c:v>
                </c:pt>
                <c:pt idx="1217">
                  <c:v>1</c:v>
                </c:pt>
                <c:pt idx="1218">
                  <c:v>1</c:v>
                </c:pt>
                <c:pt idx="1219">
                  <c:v>1</c:v>
                </c:pt>
                <c:pt idx="1220">
                  <c:v>1</c:v>
                </c:pt>
                <c:pt idx="1221">
                  <c:v>1</c:v>
                </c:pt>
                <c:pt idx="1222">
                  <c:v>1</c:v>
                </c:pt>
                <c:pt idx="1223">
                  <c:v>1</c:v>
                </c:pt>
                <c:pt idx="1224">
                  <c:v>1</c:v>
                </c:pt>
                <c:pt idx="1225">
                  <c:v>1</c:v>
                </c:pt>
                <c:pt idx="1226">
                  <c:v>1</c:v>
                </c:pt>
                <c:pt idx="1227">
                  <c:v>1</c:v>
                </c:pt>
                <c:pt idx="1228">
                  <c:v>1</c:v>
                </c:pt>
                <c:pt idx="1229">
                  <c:v>1</c:v>
                </c:pt>
                <c:pt idx="1230">
                  <c:v>1</c:v>
                </c:pt>
                <c:pt idx="1231">
                  <c:v>1</c:v>
                </c:pt>
                <c:pt idx="1232">
                  <c:v>1</c:v>
                </c:pt>
                <c:pt idx="1233">
                  <c:v>1</c:v>
                </c:pt>
                <c:pt idx="1234">
                  <c:v>1</c:v>
                </c:pt>
                <c:pt idx="1235">
                  <c:v>1</c:v>
                </c:pt>
                <c:pt idx="1236">
                  <c:v>1</c:v>
                </c:pt>
                <c:pt idx="1237">
                  <c:v>1</c:v>
                </c:pt>
                <c:pt idx="1238">
                  <c:v>1</c:v>
                </c:pt>
                <c:pt idx="1239">
                  <c:v>1</c:v>
                </c:pt>
                <c:pt idx="1240">
                  <c:v>1</c:v>
                </c:pt>
                <c:pt idx="1241">
                  <c:v>1</c:v>
                </c:pt>
                <c:pt idx="1242">
                  <c:v>1</c:v>
                </c:pt>
                <c:pt idx="1243">
                  <c:v>1</c:v>
                </c:pt>
                <c:pt idx="1244">
                  <c:v>1</c:v>
                </c:pt>
                <c:pt idx="1245">
                  <c:v>1</c:v>
                </c:pt>
                <c:pt idx="1246">
                  <c:v>1</c:v>
                </c:pt>
                <c:pt idx="1247">
                  <c:v>1</c:v>
                </c:pt>
                <c:pt idx="1248">
                  <c:v>1</c:v>
                </c:pt>
                <c:pt idx="1249">
                  <c:v>1</c:v>
                </c:pt>
                <c:pt idx="1250">
                  <c:v>1</c:v>
                </c:pt>
                <c:pt idx="1251">
                  <c:v>1</c:v>
                </c:pt>
                <c:pt idx="1252">
                  <c:v>1</c:v>
                </c:pt>
                <c:pt idx="1253">
                  <c:v>1</c:v>
                </c:pt>
                <c:pt idx="1254">
                  <c:v>1</c:v>
                </c:pt>
                <c:pt idx="1255">
                  <c:v>1</c:v>
                </c:pt>
                <c:pt idx="1256">
                  <c:v>1</c:v>
                </c:pt>
                <c:pt idx="1257">
                  <c:v>1</c:v>
                </c:pt>
                <c:pt idx="1258">
                  <c:v>1</c:v>
                </c:pt>
                <c:pt idx="1259">
                  <c:v>1</c:v>
                </c:pt>
                <c:pt idx="1260">
                  <c:v>1</c:v>
                </c:pt>
                <c:pt idx="1261">
                  <c:v>1</c:v>
                </c:pt>
                <c:pt idx="1262">
                  <c:v>1</c:v>
                </c:pt>
                <c:pt idx="1263">
                  <c:v>1</c:v>
                </c:pt>
                <c:pt idx="1264">
                  <c:v>1</c:v>
                </c:pt>
                <c:pt idx="1265">
                  <c:v>1</c:v>
                </c:pt>
                <c:pt idx="1266">
                  <c:v>1</c:v>
                </c:pt>
                <c:pt idx="1267">
                  <c:v>1</c:v>
                </c:pt>
                <c:pt idx="1268">
                  <c:v>1</c:v>
                </c:pt>
                <c:pt idx="1269">
                  <c:v>1</c:v>
                </c:pt>
                <c:pt idx="1270">
                  <c:v>1</c:v>
                </c:pt>
                <c:pt idx="1271">
                  <c:v>1</c:v>
                </c:pt>
                <c:pt idx="1272">
                  <c:v>1</c:v>
                </c:pt>
                <c:pt idx="1273">
                  <c:v>1</c:v>
                </c:pt>
                <c:pt idx="1274">
                  <c:v>1</c:v>
                </c:pt>
                <c:pt idx="1275">
                  <c:v>1</c:v>
                </c:pt>
                <c:pt idx="1276">
                  <c:v>1</c:v>
                </c:pt>
                <c:pt idx="1277">
                  <c:v>1</c:v>
                </c:pt>
                <c:pt idx="1278">
                  <c:v>1</c:v>
                </c:pt>
                <c:pt idx="1279">
                  <c:v>1</c:v>
                </c:pt>
                <c:pt idx="1280">
                  <c:v>1</c:v>
                </c:pt>
                <c:pt idx="1281">
                  <c:v>1</c:v>
                </c:pt>
                <c:pt idx="1282">
                  <c:v>1</c:v>
                </c:pt>
                <c:pt idx="1283">
                  <c:v>1</c:v>
                </c:pt>
                <c:pt idx="1284">
                  <c:v>1</c:v>
                </c:pt>
                <c:pt idx="1285">
                  <c:v>1</c:v>
                </c:pt>
                <c:pt idx="1286">
                  <c:v>1</c:v>
                </c:pt>
                <c:pt idx="1287">
                  <c:v>1</c:v>
                </c:pt>
                <c:pt idx="1288">
                  <c:v>1</c:v>
                </c:pt>
                <c:pt idx="1289">
                  <c:v>1</c:v>
                </c:pt>
                <c:pt idx="1290">
                  <c:v>1</c:v>
                </c:pt>
                <c:pt idx="1291">
                  <c:v>1</c:v>
                </c:pt>
                <c:pt idx="1292">
                  <c:v>1</c:v>
                </c:pt>
                <c:pt idx="1293">
                  <c:v>1</c:v>
                </c:pt>
                <c:pt idx="1294">
                  <c:v>1</c:v>
                </c:pt>
                <c:pt idx="1295">
                  <c:v>1</c:v>
                </c:pt>
                <c:pt idx="1296">
                  <c:v>1</c:v>
                </c:pt>
                <c:pt idx="1297">
                  <c:v>1</c:v>
                </c:pt>
                <c:pt idx="1298">
                  <c:v>1</c:v>
                </c:pt>
                <c:pt idx="1299">
                  <c:v>1</c:v>
                </c:pt>
                <c:pt idx="1300">
                  <c:v>1</c:v>
                </c:pt>
                <c:pt idx="1301">
                  <c:v>1</c:v>
                </c:pt>
                <c:pt idx="1302">
                  <c:v>1</c:v>
                </c:pt>
                <c:pt idx="1303">
                  <c:v>1</c:v>
                </c:pt>
                <c:pt idx="1304">
                  <c:v>1</c:v>
                </c:pt>
                <c:pt idx="1305">
                  <c:v>1</c:v>
                </c:pt>
                <c:pt idx="1306">
                  <c:v>1</c:v>
                </c:pt>
                <c:pt idx="1307">
                  <c:v>1</c:v>
                </c:pt>
                <c:pt idx="1308">
                  <c:v>1</c:v>
                </c:pt>
                <c:pt idx="1309">
                  <c:v>1</c:v>
                </c:pt>
                <c:pt idx="1310">
                  <c:v>1</c:v>
                </c:pt>
                <c:pt idx="1311">
                  <c:v>1</c:v>
                </c:pt>
                <c:pt idx="1312">
                  <c:v>1</c:v>
                </c:pt>
                <c:pt idx="1313">
                  <c:v>1</c:v>
                </c:pt>
                <c:pt idx="1314">
                  <c:v>1</c:v>
                </c:pt>
                <c:pt idx="1315">
                  <c:v>1</c:v>
                </c:pt>
                <c:pt idx="1316">
                  <c:v>1</c:v>
                </c:pt>
                <c:pt idx="1317">
                  <c:v>1</c:v>
                </c:pt>
                <c:pt idx="1318">
                  <c:v>1</c:v>
                </c:pt>
                <c:pt idx="1319">
                  <c:v>1</c:v>
                </c:pt>
                <c:pt idx="1320">
                  <c:v>1</c:v>
                </c:pt>
                <c:pt idx="1321">
                  <c:v>1</c:v>
                </c:pt>
                <c:pt idx="1322">
                  <c:v>1</c:v>
                </c:pt>
                <c:pt idx="1323">
                  <c:v>1</c:v>
                </c:pt>
                <c:pt idx="1324">
                  <c:v>1</c:v>
                </c:pt>
                <c:pt idx="1325">
                  <c:v>1</c:v>
                </c:pt>
                <c:pt idx="1326">
                  <c:v>1</c:v>
                </c:pt>
                <c:pt idx="1327">
                  <c:v>1</c:v>
                </c:pt>
                <c:pt idx="1328">
                  <c:v>1</c:v>
                </c:pt>
                <c:pt idx="1329">
                  <c:v>1</c:v>
                </c:pt>
                <c:pt idx="1330">
                  <c:v>1</c:v>
                </c:pt>
                <c:pt idx="1331">
                  <c:v>1</c:v>
                </c:pt>
                <c:pt idx="1332">
                  <c:v>1</c:v>
                </c:pt>
                <c:pt idx="1333">
                  <c:v>1</c:v>
                </c:pt>
                <c:pt idx="1334">
                  <c:v>1</c:v>
                </c:pt>
                <c:pt idx="1335">
                  <c:v>1</c:v>
                </c:pt>
                <c:pt idx="1336">
                  <c:v>1</c:v>
                </c:pt>
                <c:pt idx="1337">
                  <c:v>1</c:v>
                </c:pt>
                <c:pt idx="1338">
                  <c:v>1</c:v>
                </c:pt>
                <c:pt idx="1339">
                  <c:v>1</c:v>
                </c:pt>
                <c:pt idx="1340">
                  <c:v>1</c:v>
                </c:pt>
                <c:pt idx="1341">
                  <c:v>1</c:v>
                </c:pt>
                <c:pt idx="1342">
                  <c:v>1</c:v>
                </c:pt>
                <c:pt idx="1343">
                  <c:v>1</c:v>
                </c:pt>
                <c:pt idx="1344">
                  <c:v>1</c:v>
                </c:pt>
                <c:pt idx="1345">
                  <c:v>1</c:v>
                </c:pt>
                <c:pt idx="1346">
                  <c:v>1</c:v>
                </c:pt>
                <c:pt idx="1347">
                  <c:v>1</c:v>
                </c:pt>
                <c:pt idx="1348">
                  <c:v>1</c:v>
                </c:pt>
                <c:pt idx="1349">
                  <c:v>1</c:v>
                </c:pt>
                <c:pt idx="1350">
                  <c:v>1</c:v>
                </c:pt>
                <c:pt idx="1351">
                  <c:v>1</c:v>
                </c:pt>
                <c:pt idx="1352">
                  <c:v>1</c:v>
                </c:pt>
                <c:pt idx="1353">
                  <c:v>1</c:v>
                </c:pt>
                <c:pt idx="1354">
                  <c:v>1</c:v>
                </c:pt>
                <c:pt idx="1355">
                  <c:v>1</c:v>
                </c:pt>
                <c:pt idx="1356">
                  <c:v>1</c:v>
                </c:pt>
                <c:pt idx="1357">
                  <c:v>1</c:v>
                </c:pt>
                <c:pt idx="1358">
                  <c:v>1</c:v>
                </c:pt>
                <c:pt idx="1359">
                  <c:v>1</c:v>
                </c:pt>
                <c:pt idx="1360">
                  <c:v>1</c:v>
                </c:pt>
                <c:pt idx="1361">
                  <c:v>1</c:v>
                </c:pt>
                <c:pt idx="1362">
                  <c:v>1</c:v>
                </c:pt>
                <c:pt idx="1363">
                  <c:v>1</c:v>
                </c:pt>
                <c:pt idx="1364">
                  <c:v>1</c:v>
                </c:pt>
                <c:pt idx="1365">
                  <c:v>1</c:v>
                </c:pt>
                <c:pt idx="1366">
                  <c:v>1</c:v>
                </c:pt>
                <c:pt idx="1367">
                  <c:v>1</c:v>
                </c:pt>
                <c:pt idx="1368">
                  <c:v>1</c:v>
                </c:pt>
                <c:pt idx="1369">
                  <c:v>1</c:v>
                </c:pt>
                <c:pt idx="1370">
                  <c:v>1</c:v>
                </c:pt>
                <c:pt idx="1371">
                  <c:v>1</c:v>
                </c:pt>
                <c:pt idx="1372">
                  <c:v>1</c:v>
                </c:pt>
                <c:pt idx="1373">
                  <c:v>1</c:v>
                </c:pt>
                <c:pt idx="1374">
                  <c:v>1</c:v>
                </c:pt>
                <c:pt idx="1375">
                  <c:v>1</c:v>
                </c:pt>
                <c:pt idx="1376">
                  <c:v>1</c:v>
                </c:pt>
                <c:pt idx="1377">
                  <c:v>1</c:v>
                </c:pt>
                <c:pt idx="1378">
                  <c:v>1</c:v>
                </c:pt>
                <c:pt idx="1379">
                  <c:v>1</c:v>
                </c:pt>
                <c:pt idx="1380">
                  <c:v>1</c:v>
                </c:pt>
                <c:pt idx="1381">
                  <c:v>1</c:v>
                </c:pt>
                <c:pt idx="1382">
                  <c:v>1</c:v>
                </c:pt>
                <c:pt idx="1383">
                  <c:v>1</c:v>
                </c:pt>
                <c:pt idx="1384">
                  <c:v>1</c:v>
                </c:pt>
                <c:pt idx="1385">
                  <c:v>1</c:v>
                </c:pt>
                <c:pt idx="1386">
                  <c:v>1</c:v>
                </c:pt>
                <c:pt idx="1387">
                  <c:v>1</c:v>
                </c:pt>
                <c:pt idx="1388">
                  <c:v>1</c:v>
                </c:pt>
                <c:pt idx="1389">
                  <c:v>1</c:v>
                </c:pt>
                <c:pt idx="1390">
                  <c:v>1</c:v>
                </c:pt>
                <c:pt idx="1391">
                  <c:v>1</c:v>
                </c:pt>
                <c:pt idx="1392">
                  <c:v>1</c:v>
                </c:pt>
                <c:pt idx="1393">
                  <c:v>1</c:v>
                </c:pt>
                <c:pt idx="1394">
                  <c:v>1</c:v>
                </c:pt>
                <c:pt idx="1395">
                  <c:v>1</c:v>
                </c:pt>
                <c:pt idx="1396">
                  <c:v>1</c:v>
                </c:pt>
                <c:pt idx="1397">
                  <c:v>1</c:v>
                </c:pt>
                <c:pt idx="1398">
                  <c:v>1</c:v>
                </c:pt>
                <c:pt idx="1399">
                  <c:v>1</c:v>
                </c:pt>
                <c:pt idx="1400">
                  <c:v>1</c:v>
                </c:pt>
                <c:pt idx="1401">
                  <c:v>1</c:v>
                </c:pt>
                <c:pt idx="1402">
                  <c:v>1</c:v>
                </c:pt>
                <c:pt idx="1403">
                  <c:v>1</c:v>
                </c:pt>
                <c:pt idx="1404">
                  <c:v>1</c:v>
                </c:pt>
                <c:pt idx="1405">
                  <c:v>1</c:v>
                </c:pt>
                <c:pt idx="1406">
                  <c:v>1</c:v>
                </c:pt>
                <c:pt idx="1407">
                  <c:v>1</c:v>
                </c:pt>
                <c:pt idx="1408">
                  <c:v>1</c:v>
                </c:pt>
                <c:pt idx="1409">
                  <c:v>1</c:v>
                </c:pt>
                <c:pt idx="1410">
                  <c:v>1</c:v>
                </c:pt>
                <c:pt idx="1411">
                  <c:v>1</c:v>
                </c:pt>
                <c:pt idx="1412">
                  <c:v>1</c:v>
                </c:pt>
                <c:pt idx="1413">
                  <c:v>1</c:v>
                </c:pt>
                <c:pt idx="1414">
                  <c:v>1</c:v>
                </c:pt>
                <c:pt idx="1415">
                  <c:v>1</c:v>
                </c:pt>
                <c:pt idx="1416">
                  <c:v>1</c:v>
                </c:pt>
                <c:pt idx="1417">
                  <c:v>1</c:v>
                </c:pt>
                <c:pt idx="1418">
                  <c:v>1</c:v>
                </c:pt>
                <c:pt idx="1419">
                  <c:v>1</c:v>
                </c:pt>
                <c:pt idx="1420">
                  <c:v>1</c:v>
                </c:pt>
                <c:pt idx="1421">
                  <c:v>1</c:v>
                </c:pt>
                <c:pt idx="1422">
                  <c:v>1</c:v>
                </c:pt>
                <c:pt idx="1423">
                  <c:v>1</c:v>
                </c:pt>
                <c:pt idx="1424">
                  <c:v>1</c:v>
                </c:pt>
                <c:pt idx="1425">
                  <c:v>1</c:v>
                </c:pt>
                <c:pt idx="1426">
                  <c:v>1</c:v>
                </c:pt>
                <c:pt idx="1427">
                  <c:v>1</c:v>
                </c:pt>
                <c:pt idx="1428">
                  <c:v>1</c:v>
                </c:pt>
                <c:pt idx="1429">
                  <c:v>1</c:v>
                </c:pt>
                <c:pt idx="1430">
                  <c:v>1</c:v>
                </c:pt>
                <c:pt idx="1431">
                  <c:v>1</c:v>
                </c:pt>
                <c:pt idx="1432">
                  <c:v>1</c:v>
                </c:pt>
                <c:pt idx="1433">
                  <c:v>1</c:v>
                </c:pt>
                <c:pt idx="1434">
                  <c:v>1</c:v>
                </c:pt>
                <c:pt idx="1435">
                  <c:v>1</c:v>
                </c:pt>
                <c:pt idx="1436">
                  <c:v>1</c:v>
                </c:pt>
                <c:pt idx="1437">
                  <c:v>1</c:v>
                </c:pt>
                <c:pt idx="1438">
                  <c:v>1</c:v>
                </c:pt>
                <c:pt idx="1439">
                  <c:v>1</c:v>
                </c:pt>
                <c:pt idx="1440">
                  <c:v>1</c:v>
                </c:pt>
                <c:pt idx="1441">
                  <c:v>1</c:v>
                </c:pt>
                <c:pt idx="1442">
                  <c:v>1</c:v>
                </c:pt>
                <c:pt idx="1443">
                  <c:v>1</c:v>
                </c:pt>
                <c:pt idx="1444">
                  <c:v>1</c:v>
                </c:pt>
                <c:pt idx="1445">
                  <c:v>1</c:v>
                </c:pt>
                <c:pt idx="1446">
                  <c:v>1</c:v>
                </c:pt>
                <c:pt idx="1447">
                  <c:v>1</c:v>
                </c:pt>
                <c:pt idx="1448">
                  <c:v>1</c:v>
                </c:pt>
                <c:pt idx="1449">
                  <c:v>1</c:v>
                </c:pt>
                <c:pt idx="1450">
                  <c:v>1</c:v>
                </c:pt>
                <c:pt idx="1451">
                  <c:v>1</c:v>
                </c:pt>
                <c:pt idx="1452">
                  <c:v>1</c:v>
                </c:pt>
                <c:pt idx="1453">
                  <c:v>1</c:v>
                </c:pt>
                <c:pt idx="1454">
                  <c:v>1</c:v>
                </c:pt>
                <c:pt idx="1455">
                  <c:v>1</c:v>
                </c:pt>
                <c:pt idx="1456">
                  <c:v>1</c:v>
                </c:pt>
                <c:pt idx="1457">
                  <c:v>1</c:v>
                </c:pt>
                <c:pt idx="1458">
                  <c:v>1</c:v>
                </c:pt>
                <c:pt idx="1459">
                  <c:v>1</c:v>
                </c:pt>
                <c:pt idx="1460">
                  <c:v>1</c:v>
                </c:pt>
                <c:pt idx="1461">
                  <c:v>1</c:v>
                </c:pt>
                <c:pt idx="1462">
                  <c:v>1</c:v>
                </c:pt>
                <c:pt idx="1463">
                  <c:v>1</c:v>
                </c:pt>
                <c:pt idx="1464">
                  <c:v>1</c:v>
                </c:pt>
                <c:pt idx="1465">
                  <c:v>1</c:v>
                </c:pt>
                <c:pt idx="1466">
                  <c:v>1</c:v>
                </c:pt>
                <c:pt idx="1467">
                  <c:v>1</c:v>
                </c:pt>
                <c:pt idx="1468">
                  <c:v>1</c:v>
                </c:pt>
                <c:pt idx="1469">
                  <c:v>1</c:v>
                </c:pt>
                <c:pt idx="1470">
                  <c:v>1</c:v>
                </c:pt>
                <c:pt idx="1471">
                  <c:v>1</c:v>
                </c:pt>
                <c:pt idx="1472">
                  <c:v>1</c:v>
                </c:pt>
                <c:pt idx="1473">
                  <c:v>1</c:v>
                </c:pt>
                <c:pt idx="1474">
                  <c:v>1</c:v>
                </c:pt>
                <c:pt idx="1475">
                  <c:v>1</c:v>
                </c:pt>
                <c:pt idx="1476">
                  <c:v>1</c:v>
                </c:pt>
                <c:pt idx="1477">
                  <c:v>1</c:v>
                </c:pt>
                <c:pt idx="1478">
                  <c:v>1</c:v>
                </c:pt>
                <c:pt idx="1479">
                  <c:v>1</c:v>
                </c:pt>
                <c:pt idx="1480">
                  <c:v>1</c:v>
                </c:pt>
                <c:pt idx="1481">
                  <c:v>1</c:v>
                </c:pt>
                <c:pt idx="1482">
                  <c:v>1</c:v>
                </c:pt>
                <c:pt idx="1483">
                  <c:v>1</c:v>
                </c:pt>
                <c:pt idx="1484">
                  <c:v>1</c:v>
                </c:pt>
                <c:pt idx="1485">
                  <c:v>1</c:v>
                </c:pt>
                <c:pt idx="1486">
                  <c:v>1</c:v>
                </c:pt>
                <c:pt idx="1487">
                  <c:v>1</c:v>
                </c:pt>
                <c:pt idx="1488">
                  <c:v>1</c:v>
                </c:pt>
                <c:pt idx="1489">
                  <c:v>1</c:v>
                </c:pt>
                <c:pt idx="1490">
                  <c:v>1</c:v>
                </c:pt>
                <c:pt idx="1491">
                  <c:v>1</c:v>
                </c:pt>
                <c:pt idx="1492">
                  <c:v>1</c:v>
                </c:pt>
                <c:pt idx="1493">
                  <c:v>1</c:v>
                </c:pt>
                <c:pt idx="1494">
                  <c:v>1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  <c:pt idx="1620">
                  <c:v>1</c:v>
                </c:pt>
                <c:pt idx="1621">
                  <c:v>1</c:v>
                </c:pt>
                <c:pt idx="1622">
                  <c:v>1</c:v>
                </c:pt>
                <c:pt idx="1623">
                  <c:v>1</c:v>
                </c:pt>
                <c:pt idx="1624">
                  <c:v>1</c:v>
                </c:pt>
                <c:pt idx="1625">
                  <c:v>1</c:v>
                </c:pt>
                <c:pt idx="1626">
                  <c:v>1</c:v>
                </c:pt>
                <c:pt idx="1627">
                  <c:v>1</c:v>
                </c:pt>
                <c:pt idx="1628">
                  <c:v>1</c:v>
                </c:pt>
                <c:pt idx="1629">
                  <c:v>1</c:v>
                </c:pt>
                <c:pt idx="1630">
                  <c:v>1</c:v>
                </c:pt>
                <c:pt idx="1631">
                  <c:v>1</c:v>
                </c:pt>
                <c:pt idx="1632">
                  <c:v>1</c:v>
                </c:pt>
                <c:pt idx="1633">
                  <c:v>1</c:v>
                </c:pt>
                <c:pt idx="1634">
                  <c:v>1</c:v>
                </c:pt>
                <c:pt idx="1635">
                  <c:v>1</c:v>
                </c:pt>
                <c:pt idx="1636">
                  <c:v>1</c:v>
                </c:pt>
                <c:pt idx="1637">
                  <c:v>1</c:v>
                </c:pt>
                <c:pt idx="1638">
                  <c:v>1</c:v>
                </c:pt>
                <c:pt idx="1639">
                  <c:v>1</c:v>
                </c:pt>
                <c:pt idx="1640">
                  <c:v>1</c:v>
                </c:pt>
                <c:pt idx="1641">
                  <c:v>1</c:v>
                </c:pt>
                <c:pt idx="1642">
                  <c:v>1</c:v>
                </c:pt>
                <c:pt idx="1643">
                  <c:v>1</c:v>
                </c:pt>
                <c:pt idx="1644">
                  <c:v>1</c:v>
                </c:pt>
                <c:pt idx="1645">
                  <c:v>1</c:v>
                </c:pt>
                <c:pt idx="1646">
                  <c:v>1</c:v>
                </c:pt>
                <c:pt idx="1647">
                  <c:v>1</c:v>
                </c:pt>
                <c:pt idx="1648">
                  <c:v>1</c:v>
                </c:pt>
                <c:pt idx="1649">
                  <c:v>1</c:v>
                </c:pt>
                <c:pt idx="1650">
                  <c:v>1</c:v>
                </c:pt>
                <c:pt idx="1651">
                  <c:v>1</c:v>
                </c:pt>
                <c:pt idx="1652">
                  <c:v>1</c:v>
                </c:pt>
                <c:pt idx="1653">
                  <c:v>1</c:v>
                </c:pt>
                <c:pt idx="1654">
                  <c:v>1</c:v>
                </c:pt>
                <c:pt idx="1655">
                  <c:v>1</c:v>
                </c:pt>
                <c:pt idx="1656">
                  <c:v>1</c:v>
                </c:pt>
                <c:pt idx="1657">
                  <c:v>1</c:v>
                </c:pt>
                <c:pt idx="1658">
                  <c:v>1</c:v>
                </c:pt>
                <c:pt idx="1659">
                  <c:v>1</c:v>
                </c:pt>
                <c:pt idx="1660">
                  <c:v>1</c:v>
                </c:pt>
                <c:pt idx="1661">
                  <c:v>1</c:v>
                </c:pt>
                <c:pt idx="1662">
                  <c:v>1</c:v>
                </c:pt>
                <c:pt idx="1663">
                  <c:v>1</c:v>
                </c:pt>
                <c:pt idx="1664">
                  <c:v>1</c:v>
                </c:pt>
                <c:pt idx="1665">
                  <c:v>1</c:v>
                </c:pt>
                <c:pt idx="1666">
                  <c:v>1</c:v>
                </c:pt>
                <c:pt idx="1667">
                  <c:v>1</c:v>
                </c:pt>
                <c:pt idx="1668">
                  <c:v>1</c:v>
                </c:pt>
                <c:pt idx="1669">
                  <c:v>1</c:v>
                </c:pt>
                <c:pt idx="1670">
                  <c:v>1</c:v>
                </c:pt>
                <c:pt idx="1671">
                  <c:v>1</c:v>
                </c:pt>
                <c:pt idx="1672">
                  <c:v>1</c:v>
                </c:pt>
                <c:pt idx="1673">
                  <c:v>1</c:v>
                </c:pt>
                <c:pt idx="1674">
                  <c:v>1</c:v>
                </c:pt>
                <c:pt idx="1675">
                  <c:v>1</c:v>
                </c:pt>
                <c:pt idx="1676">
                  <c:v>1</c:v>
                </c:pt>
                <c:pt idx="1677">
                  <c:v>1</c:v>
                </c:pt>
                <c:pt idx="1678">
                  <c:v>1</c:v>
                </c:pt>
                <c:pt idx="1679">
                  <c:v>1</c:v>
                </c:pt>
                <c:pt idx="1680">
                  <c:v>1</c:v>
                </c:pt>
                <c:pt idx="1681">
                  <c:v>1</c:v>
                </c:pt>
                <c:pt idx="1682">
                  <c:v>1</c:v>
                </c:pt>
                <c:pt idx="1683">
                  <c:v>1</c:v>
                </c:pt>
                <c:pt idx="1684">
                  <c:v>1</c:v>
                </c:pt>
                <c:pt idx="1685">
                  <c:v>1</c:v>
                </c:pt>
                <c:pt idx="1686">
                  <c:v>1</c:v>
                </c:pt>
                <c:pt idx="1687">
                  <c:v>1</c:v>
                </c:pt>
                <c:pt idx="1688">
                  <c:v>1</c:v>
                </c:pt>
                <c:pt idx="1689">
                  <c:v>1</c:v>
                </c:pt>
                <c:pt idx="1690">
                  <c:v>1</c:v>
                </c:pt>
                <c:pt idx="1691">
                  <c:v>1</c:v>
                </c:pt>
                <c:pt idx="1692">
                  <c:v>1</c:v>
                </c:pt>
                <c:pt idx="1693">
                  <c:v>1</c:v>
                </c:pt>
                <c:pt idx="1694">
                  <c:v>1</c:v>
                </c:pt>
                <c:pt idx="1695">
                  <c:v>1</c:v>
                </c:pt>
                <c:pt idx="1696">
                  <c:v>1</c:v>
                </c:pt>
                <c:pt idx="1697">
                  <c:v>1</c:v>
                </c:pt>
                <c:pt idx="1698">
                  <c:v>1</c:v>
                </c:pt>
                <c:pt idx="1699">
                  <c:v>1</c:v>
                </c:pt>
                <c:pt idx="1700">
                  <c:v>1</c:v>
                </c:pt>
                <c:pt idx="1701">
                  <c:v>1</c:v>
                </c:pt>
                <c:pt idx="1702">
                  <c:v>1</c:v>
                </c:pt>
                <c:pt idx="1703">
                  <c:v>1</c:v>
                </c:pt>
                <c:pt idx="1704">
                  <c:v>1</c:v>
                </c:pt>
                <c:pt idx="1705">
                  <c:v>1</c:v>
                </c:pt>
                <c:pt idx="1706">
                  <c:v>1</c:v>
                </c:pt>
                <c:pt idx="1707">
                  <c:v>1</c:v>
                </c:pt>
                <c:pt idx="1708">
                  <c:v>1</c:v>
                </c:pt>
                <c:pt idx="1709">
                  <c:v>1</c:v>
                </c:pt>
                <c:pt idx="1710">
                  <c:v>1</c:v>
                </c:pt>
                <c:pt idx="1711">
                  <c:v>1</c:v>
                </c:pt>
                <c:pt idx="1712">
                  <c:v>1</c:v>
                </c:pt>
                <c:pt idx="1713">
                  <c:v>1</c:v>
                </c:pt>
                <c:pt idx="1714">
                  <c:v>1</c:v>
                </c:pt>
                <c:pt idx="1715">
                  <c:v>1</c:v>
                </c:pt>
                <c:pt idx="1716">
                  <c:v>1</c:v>
                </c:pt>
                <c:pt idx="1717">
                  <c:v>1</c:v>
                </c:pt>
                <c:pt idx="1718">
                  <c:v>1</c:v>
                </c:pt>
                <c:pt idx="1719">
                  <c:v>1</c:v>
                </c:pt>
                <c:pt idx="1720">
                  <c:v>1</c:v>
                </c:pt>
                <c:pt idx="1721">
                  <c:v>1</c:v>
                </c:pt>
                <c:pt idx="1722">
                  <c:v>1</c:v>
                </c:pt>
                <c:pt idx="1723">
                  <c:v>1</c:v>
                </c:pt>
                <c:pt idx="1724">
                  <c:v>1</c:v>
                </c:pt>
                <c:pt idx="1725">
                  <c:v>1</c:v>
                </c:pt>
                <c:pt idx="1726">
                  <c:v>1</c:v>
                </c:pt>
                <c:pt idx="1727">
                  <c:v>1</c:v>
                </c:pt>
                <c:pt idx="1728">
                  <c:v>1</c:v>
                </c:pt>
                <c:pt idx="1729">
                  <c:v>1</c:v>
                </c:pt>
                <c:pt idx="1730">
                  <c:v>1</c:v>
                </c:pt>
                <c:pt idx="1731">
                  <c:v>1</c:v>
                </c:pt>
                <c:pt idx="1732">
                  <c:v>1</c:v>
                </c:pt>
                <c:pt idx="1733">
                  <c:v>1</c:v>
                </c:pt>
                <c:pt idx="1734">
                  <c:v>1</c:v>
                </c:pt>
                <c:pt idx="1735">
                  <c:v>1</c:v>
                </c:pt>
                <c:pt idx="1736">
                  <c:v>1</c:v>
                </c:pt>
                <c:pt idx="1737">
                  <c:v>1</c:v>
                </c:pt>
                <c:pt idx="1738">
                  <c:v>1</c:v>
                </c:pt>
                <c:pt idx="1739">
                  <c:v>1</c:v>
                </c:pt>
                <c:pt idx="1740">
                  <c:v>1</c:v>
                </c:pt>
                <c:pt idx="1741">
                  <c:v>1</c:v>
                </c:pt>
                <c:pt idx="1742">
                  <c:v>1</c:v>
                </c:pt>
                <c:pt idx="1743">
                  <c:v>1</c:v>
                </c:pt>
                <c:pt idx="1744">
                  <c:v>1</c:v>
                </c:pt>
                <c:pt idx="1745">
                  <c:v>1</c:v>
                </c:pt>
                <c:pt idx="1746">
                  <c:v>1</c:v>
                </c:pt>
                <c:pt idx="1747">
                  <c:v>1</c:v>
                </c:pt>
                <c:pt idx="1748">
                  <c:v>1</c:v>
                </c:pt>
                <c:pt idx="1749">
                  <c:v>1</c:v>
                </c:pt>
                <c:pt idx="1750">
                  <c:v>1</c:v>
                </c:pt>
                <c:pt idx="1751">
                  <c:v>1</c:v>
                </c:pt>
                <c:pt idx="1752">
                  <c:v>1</c:v>
                </c:pt>
                <c:pt idx="1753">
                  <c:v>1</c:v>
                </c:pt>
                <c:pt idx="1754">
                  <c:v>1</c:v>
                </c:pt>
                <c:pt idx="1755">
                  <c:v>1</c:v>
                </c:pt>
                <c:pt idx="1756">
                  <c:v>1</c:v>
                </c:pt>
                <c:pt idx="1757">
                  <c:v>1</c:v>
                </c:pt>
                <c:pt idx="1758">
                  <c:v>1</c:v>
                </c:pt>
                <c:pt idx="1759">
                  <c:v>1</c:v>
                </c:pt>
                <c:pt idx="1760">
                  <c:v>1</c:v>
                </c:pt>
                <c:pt idx="1761">
                  <c:v>1</c:v>
                </c:pt>
                <c:pt idx="1762">
                  <c:v>1</c:v>
                </c:pt>
                <c:pt idx="1763">
                  <c:v>1</c:v>
                </c:pt>
                <c:pt idx="1764">
                  <c:v>1</c:v>
                </c:pt>
                <c:pt idx="1765">
                  <c:v>1</c:v>
                </c:pt>
                <c:pt idx="1766">
                  <c:v>1</c:v>
                </c:pt>
                <c:pt idx="1767">
                  <c:v>1</c:v>
                </c:pt>
                <c:pt idx="1768">
                  <c:v>1</c:v>
                </c:pt>
                <c:pt idx="1769">
                  <c:v>1</c:v>
                </c:pt>
                <c:pt idx="1770">
                  <c:v>1</c:v>
                </c:pt>
                <c:pt idx="1771">
                  <c:v>1</c:v>
                </c:pt>
                <c:pt idx="1772">
                  <c:v>1</c:v>
                </c:pt>
                <c:pt idx="1773">
                  <c:v>1</c:v>
                </c:pt>
                <c:pt idx="1774">
                  <c:v>1</c:v>
                </c:pt>
                <c:pt idx="1775">
                  <c:v>1</c:v>
                </c:pt>
                <c:pt idx="1776">
                  <c:v>1</c:v>
                </c:pt>
                <c:pt idx="1777">
                  <c:v>1</c:v>
                </c:pt>
                <c:pt idx="1778">
                  <c:v>1</c:v>
                </c:pt>
                <c:pt idx="1779">
                  <c:v>1</c:v>
                </c:pt>
                <c:pt idx="1780">
                  <c:v>1</c:v>
                </c:pt>
                <c:pt idx="1781">
                  <c:v>1</c:v>
                </c:pt>
                <c:pt idx="1782">
                  <c:v>1</c:v>
                </c:pt>
                <c:pt idx="1783">
                  <c:v>1</c:v>
                </c:pt>
                <c:pt idx="1784">
                  <c:v>1</c:v>
                </c:pt>
                <c:pt idx="1785">
                  <c:v>1</c:v>
                </c:pt>
                <c:pt idx="1786">
                  <c:v>1</c:v>
                </c:pt>
                <c:pt idx="1787">
                  <c:v>1</c:v>
                </c:pt>
                <c:pt idx="1788">
                  <c:v>1</c:v>
                </c:pt>
                <c:pt idx="1789">
                  <c:v>1</c:v>
                </c:pt>
                <c:pt idx="1790">
                  <c:v>1</c:v>
                </c:pt>
                <c:pt idx="1791">
                  <c:v>1</c:v>
                </c:pt>
                <c:pt idx="1792">
                  <c:v>1</c:v>
                </c:pt>
                <c:pt idx="1793">
                  <c:v>1</c:v>
                </c:pt>
                <c:pt idx="1794">
                  <c:v>1</c:v>
                </c:pt>
                <c:pt idx="1795">
                  <c:v>1</c:v>
                </c:pt>
                <c:pt idx="1796">
                  <c:v>1</c:v>
                </c:pt>
                <c:pt idx="1797">
                  <c:v>1</c:v>
                </c:pt>
                <c:pt idx="1798">
                  <c:v>1</c:v>
                </c:pt>
                <c:pt idx="1799">
                  <c:v>1</c:v>
                </c:pt>
                <c:pt idx="1800">
                  <c:v>1</c:v>
                </c:pt>
                <c:pt idx="1801">
                  <c:v>1</c:v>
                </c:pt>
                <c:pt idx="1802">
                  <c:v>1</c:v>
                </c:pt>
                <c:pt idx="1803">
                  <c:v>1</c:v>
                </c:pt>
                <c:pt idx="1804">
                  <c:v>1</c:v>
                </c:pt>
                <c:pt idx="1805">
                  <c:v>1</c:v>
                </c:pt>
                <c:pt idx="1806">
                  <c:v>1</c:v>
                </c:pt>
                <c:pt idx="1807">
                  <c:v>1</c:v>
                </c:pt>
                <c:pt idx="1808">
                  <c:v>1</c:v>
                </c:pt>
                <c:pt idx="1809">
                  <c:v>1</c:v>
                </c:pt>
                <c:pt idx="1810">
                  <c:v>1</c:v>
                </c:pt>
                <c:pt idx="1811">
                  <c:v>1</c:v>
                </c:pt>
                <c:pt idx="1812">
                  <c:v>1</c:v>
                </c:pt>
                <c:pt idx="1813">
                  <c:v>1</c:v>
                </c:pt>
                <c:pt idx="1814">
                  <c:v>1</c:v>
                </c:pt>
                <c:pt idx="1815">
                  <c:v>1</c:v>
                </c:pt>
                <c:pt idx="1816">
                  <c:v>1</c:v>
                </c:pt>
                <c:pt idx="1817">
                  <c:v>1</c:v>
                </c:pt>
                <c:pt idx="1818">
                  <c:v>1</c:v>
                </c:pt>
                <c:pt idx="1819">
                  <c:v>1</c:v>
                </c:pt>
                <c:pt idx="1820">
                  <c:v>1</c:v>
                </c:pt>
                <c:pt idx="1821">
                  <c:v>1</c:v>
                </c:pt>
                <c:pt idx="1822">
                  <c:v>1</c:v>
                </c:pt>
                <c:pt idx="1823">
                  <c:v>1</c:v>
                </c:pt>
                <c:pt idx="1824">
                  <c:v>1</c:v>
                </c:pt>
                <c:pt idx="1825">
                  <c:v>1</c:v>
                </c:pt>
                <c:pt idx="1826">
                  <c:v>1</c:v>
                </c:pt>
                <c:pt idx="1827">
                  <c:v>1</c:v>
                </c:pt>
                <c:pt idx="1828">
                  <c:v>1</c:v>
                </c:pt>
                <c:pt idx="1829">
                  <c:v>1</c:v>
                </c:pt>
                <c:pt idx="1830">
                  <c:v>1</c:v>
                </c:pt>
                <c:pt idx="1831">
                  <c:v>1</c:v>
                </c:pt>
                <c:pt idx="1832">
                  <c:v>1</c:v>
                </c:pt>
                <c:pt idx="1833">
                  <c:v>1</c:v>
                </c:pt>
                <c:pt idx="1834">
                  <c:v>1</c:v>
                </c:pt>
                <c:pt idx="1835">
                  <c:v>1</c:v>
                </c:pt>
                <c:pt idx="1836">
                  <c:v>1</c:v>
                </c:pt>
                <c:pt idx="1837">
                  <c:v>1</c:v>
                </c:pt>
                <c:pt idx="1838">
                  <c:v>1</c:v>
                </c:pt>
                <c:pt idx="1839">
                  <c:v>1</c:v>
                </c:pt>
                <c:pt idx="1840">
                  <c:v>1</c:v>
                </c:pt>
                <c:pt idx="1841">
                  <c:v>1</c:v>
                </c:pt>
                <c:pt idx="1842">
                  <c:v>1</c:v>
                </c:pt>
                <c:pt idx="1843">
                  <c:v>1</c:v>
                </c:pt>
                <c:pt idx="1844">
                  <c:v>1</c:v>
                </c:pt>
                <c:pt idx="1845">
                  <c:v>1</c:v>
                </c:pt>
                <c:pt idx="1846">
                  <c:v>1</c:v>
                </c:pt>
                <c:pt idx="1847">
                  <c:v>1</c:v>
                </c:pt>
                <c:pt idx="1848">
                  <c:v>1</c:v>
                </c:pt>
                <c:pt idx="1849">
                  <c:v>1</c:v>
                </c:pt>
                <c:pt idx="1850">
                  <c:v>1</c:v>
                </c:pt>
                <c:pt idx="1851">
                  <c:v>1</c:v>
                </c:pt>
                <c:pt idx="1852">
                  <c:v>1</c:v>
                </c:pt>
                <c:pt idx="1853">
                  <c:v>1</c:v>
                </c:pt>
                <c:pt idx="1854">
                  <c:v>1</c:v>
                </c:pt>
                <c:pt idx="1855">
                  <c:v>1</c:v>
                </c:pt>
                <c:pt idx="1856">
                  <c:v>1</c:v>
                </c:pt>
                <c:pt idx="1857">
                  <c:v>1</c:v>
                </c:pt>
                <c:pt idx="1858">
                  <c:v>1</c:v>
                </c:pt>
                <c:pt idx="1859">
                  <c:v>1</c:v>
                </c:pt>
                <c:pt idx="1860">
                  <c:v>1</c:v>
                </c:pt>
                <c:pt idx="1861">
                  <c:v>1</c:v>
                </c:pt>
                <c:pt idx="1862">
                  <c:v>1</c:v>
                </c:pt>
                <c:pt idx="1863">
                  <c:v>1</c:v>
                </c:pt>
                <c:pt idx="1864">
                  <c:v>1</c:v>
                </c:pt>
                <c:pt idx="1865">
                  <c:v>1</c:v>
                </c:pt>
                <c:pt idx="1866">
                  <c:v>1</c:v>
                </c:pt>
                <c:pt idx="1867">
                  <c:v>1</c:v>
                </c:pt>
                <c:pt idx="1868">
                  <c:v>1</c:v>
                </c:pt>
                <c:pt idx="1869">
                  <c:v>1</c:v>
                </c:pt>
                <c:pt idx="1870">
                  <c:v>1</c:v>
                </c:pt>
                <c:pt idx="1871">
                  <c:v>1</c:v>
                </c:pt>
                <c:pt idx="1872">
                  <c:v>1</c:v>
                </c:pt>
                <c:pt idx="1873">
                  <c:v>1</c:v>
                </c:pt>
                <c:pt idx="1874">
                  <c:v>1</c:v>
                </c:pt>
                <c:pt idx="1875">
                  <c:v>1</c:v>
                </c:pt>
                <c:pt idx="1876">
                  <c:v>1</c:v>
                </c:pt>
                <c:pt idx="1877">
                  <c:v>1</c:v>
                </c:pt>
                <c:pt idx="1878">
                  <c:v>1</c:v>
                </c:pt>
                <c:pt idx="1879">
                  <c:v>1</c:v>
                </c:pt>
                <c:pt idx="1880">
                  <c:v>1</c:v>
                </c:pt>
                <c:pt idx="1881">
                  <c:v>1</c:v>
                </c:pt>
                <c:pt idx="1882">
                  <c:v>1</c:v>
                </c:pt>
                <c:pt idx="1883">
                  <c:v>1</c:v>
                </c:pt>
                <c:pt idx="1884">
                  <c:v>1</c:v>
                </c:pt>
                <c:pt idx="1885">
                  <c:v>1</c:v>
                </c:pt>
                <c:pt idx="1886">
                  <c:v>1</c:v>
                </c:pt>
                <c:pt idx="1887">
                  <c:v>1</c:v>
                </c:pt>
                <c:pt idx="1888">
                  <c:v>1</c:v>
                </c:pt>
                <c:pt idx="1889">
                  <c:v>1</c:v>
                </c:pt>
                <c:pt idx="1890">
                  <c:v>1</c:v>
                </c:pt>
                <c:pt idx="1891">
                  <c:v>1</c:v>
                </c:pt>
                <c:pt idx="1892">
                  <c:v>1</c:v>
                </c:pt>
                <c:pt idx="1893">
                  <c:v>1</c:v>
                </c:pt>
                <c:pt idx="1894">
                  <c:v>1</c:v>
                </c:pt>
                <c:pt idx="1895">
                  <c:v>1</c:v>
                </c:pt>
                <c:pt idx="1896">
                  <c:v>1</c:v>
                </c:pt>
                <c:pt idx="1897">
                  <c:v>1</c:v>
                </c:pt>
                <c:pt idx="1898">
                  <c:v>1</c:v>
                </c:pt>
                <c:pt idx="1899">
                  <c:v>1</c:v>
                </c:pt>
                <c:pt idx="1900">
                  <c:v>1</c:v>
                </c:pt>
                <c:pt idx="1901">
                  <c:v>1</c:v>
                </c:pt>
                <c:pt idx="1902">
                  <c:v>1</c:v>
                </c:pt>
                <c:pt idx="1903">
                  <c:v>1</c:v>
                </c:pt>
                <c:pt idx="1904">
                  <c:v>1</c:v>
                </c:pt>
                <c:pt idx="1905">
                  <c:v>1</c:v>
                </c:pt>
                <c:pt idx="1906">
                  <c:v>1</c:v>
                </c:pt>
                <c:pt idx="1907">
                  <c:v>1</c:v>
                </c:pt>
                <c:pt idx="1908">
                  <c:v>1</c:v>
                </c:pt>
                <c:pt idx="1909">
                  <c:v>1</c:v>
                </c:pt>
                <c:pt idx="1910">
                  <c:v>1</c:v>
                </c:pt>
                <c:pt idx="1911">
                  <c:v>1</c:v>
                </c:pt>
                <c:pt idx="1912">
                  <c:v>1</c:v>
                </c:pt>
                <c:pt idx="1913">
                  <c:v>1</c:v>
                </c:pt>
                <c:pt idx="1914">
                  <c:v>1</c:v>
                </c:pt>
                <c:pt idx="1915">
                  <c:v>1</c:v>
                </c:pt>
                <c:pt idx="1916">
                  <c:v>1</c:v>
                </c:pt>
                <c:pt idx="1917">
                  <c:v>1</c:v>
                </c:pt>
                <c:pt idx="1918">
                  <c:v>1</c:v>
                </c:pt>
                <c:pt idx="1919">
                  <c:v>1</c:v>
                </c:pt>
                <c:pt idx="1920">
                  <c:v>1</c:v>
                </c:pt>
                <c:pt idx="1921">
                  <c:v>1</c:v>
                </c:pt>
                <c:pt idx="1922">
                  <c:v>1</c:v>
                </c:pt>
                <c:pt idx="1923">
                  <c:v>1</c:v>
                </c:pt>
                <c:pt idx="1924">
                  <c:v>1</c:v>
                </c:pt>
                <c:pt idx="1925">
                  <c:v>1</c:v>
                </c:pt>
                <c:pt idx="1926">
                  <c:v>1</c:v>
                </c:pt>
                <c:pt idx="1927">
                  <c:v>1</c:v>
                </c:pt>
                <c:pt idx="1928">
                  <c:v>1</c:v>
                </c:pt>
                <c:pt idx="1929">
                  <c:v>1</c:v>
                </c:pt>
                <c:pt idx="1930">
                  <c:v>1</c:v>
                </c:pt>
                <c:pt idx="1931">
                  <c:v>1</c:v>
                </c:pt>
                <c:pt idx="1932">
                  <c:v>1</c:v>
                </c:pt>
                <c:pt idx="1933">
                  <c:v>1</c:v>
                </c:pt>
                <c:pt idx="1934">
                  <c:v>1</c:v>
                </c:pt>
                <c:pt idx="1935">
                  <c:v>1</c:v>
                </c:pt>
                <c:pt idx="1936">
                  <c:v>1</c:v>
                </c:pt>
                <c:pt idx="1937">
                  <c:v>1</c:v>
                </c:pt>
                <c:pt idx="1938">
                  <c:v>1</c:v>
                </c:pt>
                <c:pt idx="1939">
                  <c:v>1</c:v>
                </c:pt>
                <c:pt idx="1940">
                  <c:v>1</c:v>
                </c:pt>
                <c:pt idx="1941">
                  <c:v>1</c:v>
                </c:pt>
                <c:pt idx="1942">
                  <c:v>1</c:v>
                </c:pt>
                <c:pt idx="1943">
                  <c:v>1</c:v>
                </c:pt>
                <c:pt idx="1944">
                  <c:v>1</c:v>
                </c:pt>
                <c:pt idx="1945">
                  <c:v>1</c:v>
                </c:pt>
                <c:pt idx="1946">
                  <c:v>1</c:v>
                </c:pt>
                <c:pt idx="1947">
                  <c:v>1</c:v>
                </c:pt>
                <c:pt idx="1948">
                  <c:v>1</c:v>
                </c:pt>
                <c:pt idx="1949">
                  <c:v>1</c:v>
                </c:pt>
                <c:pt idx="1950">
                  <c:v>1</c:v>
                </c:pt>
                <c:pt idx="1951">
                  <c:v>1</c:v>
                </c:pt>
                <c:pt idx="1952">
                  <c:v>1</c:v>
                </c:pt>
                <c:pt idx="1953">
                  <c:v>1</c:v>
                </c:pt>
                <c:pt idx="1954">
                  <c:v>1</c:v>
                </c:pt>
                <c:pt idx="1955">
                  <c:v>1</c:v>
                </c:pt>
                <c:pt idx="1956">
                  <c:v>1</c:v>
                </c:pt>
                <c:pt idx="1957">
                  <c:v>1</c:v>
                </c:pt>
                <c:pt idx="1958">
                  <c:v>1</c:v>
                </c:pt>
                <c:pt idx="1959">
                  <c:v>1</c:v>
                </c:pt>
                <c:pt idx="1960">
                  <c:v>1</c:v>
                </c:pt>
                <c:pt idx="1961">
                  <c:v>1</c:v>
                </c:pt>
                <c:pt idx="1962">
                  <c:v>1</c:v>
                </c:pt>
                <c:pt idx="1963">
                  <c:v>1</c:v>
                </c:pt>
                <c:pt idx="1964">
                  <c:v>1</c:v>
                </c:pt>
                <c:pt idx="1965">
                  <c:v>1</c:v>
                </c:pt>
                <c:pt idx="1966">
                  <c:v>1</c:v>
                </c:pt>
                <c:pt idx="1967">
                  <c:v>1</c:v>
                </c:pt>
                <c:pt idx="1968">
                  <c:v>1</c:v>
                </c:pt>
                <c:pt idx="1969">
                  <c:v>1</c:v>
                </c:pt>
                <c:pt idx="1970">
                  <c:v>1</c:v>
                </c:pt>
                <c:pt idx="1971">
                  <c:v>1</c:v>
                </c:pt>
                <c:pt idx="1972">
                  <c:v>1</c:v>
                </c:pt>
                <c:pt idx="1973">
                  <c:v>1</c:v>
                </c:pt>
                <c:pt idx="1974">
                  <c:v>1</c:v>
                </c:pt>
                <c:pt idx="1975">
                  <c:v>1</c:v>
                </c:pt>
                <c:pt idx="1976">
                  <c:v>1</c:v>
                </c:pt>
                <c:pt idx="1977">
                  <c:v>1</c:v>
                </c:pt>
                <c:pt idx="1978">
                  <c:v>1</c:v>
                </c:pt>
                <c:pt idx="1979">
                  <c:v>1</c:v>
                </c:pt>
                <c:pt idx="1980">
                  <c:v>1</c:v>
                </c:pt>
                <c:pt idx="1981">
                  <c:v>1</c:v>
                </c:pt>
                <c:pt idx="1982">
                  <c:v>1</c:v>
                </c:pt>
                <c:pt idx="1983">
                  <c:v>1</c:v>
                </c:pt>
                <c:pt idx="1984">
                  <c:v>1</c:v>
                </c:pt>
                <c:pt idx="1985">
                  <c:v>1</c:v>
                </c:pt>
                <c:pt idx="1986">
                  <c:v>1</c:v>
                </c:pt>
                <c:pt idx="1987">
                  <c:v>1</c:v>
                </c:pt>
                <c:pt idx="1988">
                  <c:v>1</c:v>
                </c:pt>
                <c:pt idx="1989">
                  <c:v>1</c:v>
                </c:pt>
                <c:pt idx="1990">
                  <c:v>1</c:v>
                </c:pt>
                <c:pt idx="1991">
                  <c:v>1</c:v>
                </c:pt>
                <c:pt idx="1992">
                  <c:v>1</c:v>
                </c:pt>
                <c:pt idx="1993">
                  <c:v>1</c:v>
                </c:pt>
                <c:pt idx="1994">
                  <c:v>1</c:v>
                </c:pt>
                <c:pt idx="1995">
                  <c:v>1</c:v>
                </c:pt>
                <c:pt idx="1996">
                  <c:v>1</c:v>
                </c:pt>
                <c:pt idx="1997">
                  <c:v>1</c:v>
                </c:pt>
                <c:pt idx="1998">
                  <c:v>1</c:v>
                </c:pt>
                <c:pt idx="1999">
                  <c:v>1</c:v>
                </c:pt>
                <c:pt idx="2000">
                  <c:v>1</c:v>
                </c:pt>
                <c:pt idx="2001">
                  <c:v>1</c:v>
                </c:pt>
                <c:pt idx="2002">
                  <c:v>1</c:v>
                </c:pt>
                <c:pt idx="2003">
                  <c:v>1</c:v>
                </c:pt>
                <c:pt idx="2004">
                  <c:v>1</c:v>
                </c:pt>
                <c:pt idx="2005">
                  <c:v>1</c:v>
                </c:pt>
                <c:pt idx="2006">
                  <c:v>1</c:v>
                </c:pt>
                <c:pt idx="2007">
                  <c:v>1</c:v>
                </c:pt>
                <c:pt idx="2008">
                  <c:v>1</c:v>
                </c:pt>
                <c:pt idx="2009">
                  <c:v>1</c:v>
                </c:pt>
                <c:pt idx="2010">
                  <c:v>1</c:v>
                </c:pt>
                <c:pt idx="2011">
                  <c:v>1</c:v>
                </c:pt>
                <c:pt idx="2012">
                  <c:v>1</c:v>
                </c:pt>
                <c:pt idx="2013">
                  <c:v>1</c:v>
                </c:pt>
                <c:pt idx="2014">
                  <c:v>1</c:v>
                </c:pt>
                <c:pt idx="2015">
                  <c:v>1</c:v>
                </c:pt>
                <c:pt idx="2016">
                  <c:v>1</c:v>
                </c:pt>
                <c:pt idx="2017">
                  <c:v>1</c:v>
                </c:pt>
                <c:pt idx="2018">
                  <c:v>1</c:v>
                </c:pt>
                <c:pt idx="2019">
                  <c:v>1</c:v>
                </c:pt>
                <c:pt idx="2020">
                  <c:v>1</c:v>
                </c:pt>
                <c:pt idx="2021">
                  <c:v>1</c:v>
                </c:pt>
                <c:pt idx="2022">
                  <c:v>1</c:v>
                </c:pt>
                <c:pt idx="2023">
                  <c:v>1</c:v>
                </c:pt>
                <c:pt idx="2024">
                  <c:v>1</c:v>
                </c:pt>
                <c:pt idx="2025">
                  <c:v>1</c:v>
                </c:pt>
                <c:pt idx="2026">
                  <c:v>1</c:v>
                </c:pt>
                <c:pt idx="2027">
                  <c:v>1</c:v>
                </c:pt>
                <c:pt idx="2028">
                  <c:v>1</c:v>
                </c:pt>
                <c:pt idx="2029">
                  <c:v>1</c:v>
                </c:pt>
                <c:pt idx="2030">
                  <c:v>1</c:v>
                </c:pt>
                <c:pt idx="2031">
                  <c:v>1</c:v>
                </c:pt>
                <c:pt idx="2032">
                  <c:v>1</c:v>
                </c:pt>
                <c:pt idx="2033">
                  <c:v>1</c:v>
                </c:pt>
                <c:pt idx="2034">
                  <c:v>1</c:v>
                </c:pt>
                <c:pt idx="2035">
                  <c:v>1</c:v>
                </c:pt>
                <c:pt idx="2036">
                  <c:v>1</c:v>
                </c:pt>
                <c:pt idx="2037">
                  <c:v>1</c:v>
                </c:pt>
                <c:pt idx="2038">
                  <c:v>1</c:v>
                </c:pt>
                <c:pt idx="2039">
                  <c:v>1</c:v>
                </c:pt>
                <c:pt idx="2040">
                  <c:v>1</c:v>
                </c:pt>
                <c:pt idx="2041">
                  <c:v>1</c:v>
                </c:pt>
                <c:pt idx="2042">
                  <c:v>1</c:v>
                </c:pt>
                <c:pt idx="2043">
                  <c:v>1</c:v>
                </c:pt>
                <c:pt idx="2044">
                  <c:v>1</c:v>
                </c:pt>
                <c:pt idx="2045">
                  <c:v>1</c:v>
                </c:pt>
                <c:pt idx="2046">
                  <c:v>1</c:v>
                </c:pt>
                <c:pt idx="2047">
                  <c:v>1</c:v>
                </c:pt>
                <c:pt idx="2048">
                  <c:v>1</c:v>
                </c:pt>
                <c:pt idx="2049">
                  <c:v>1</c:v>
                </c:pt>
                <c:pt idx="2050">
                  <c:v>1</c:v>
                </c:pt>
                <c:pt idx="2051">
                  <c:v>1</c:v>
                </c:pt>
                <c:pt idx="2052">
                  <c:v>1</c:v>
                </c:pt>
                <c:pt idx="2053">
                  <c:v>1</c:v>
                </c:pt>
                <c:pt idx="2054">
                  <c:v>1</c:v>
                </c:pt>
                <c:pt idx="2055">
                  <c:v>1</c:v>
                </c:pt>
                <c:pt idx="2056">
                  <c:v>1</c:v>
                </c:pt>
                <c:pt idx="2057">
                  <c:v>1</c:v>
                </c:pt>
                <c:pt idx="2058">
                  <c:v>1</c:v>
                </c:pt>
                <c:pt idx="2059">
                  <c:v>1</c:v>
                </c:pt>
                <c:pt idx="2060">
                  <c:v>1</c:v>
                </c:pt>
                <c:pt idx="2061">
                  <c:v>1</c:v>
                </c:pt>
                <c:pt idx="2062">
                  <c:v>1</c:v>
                </c:pt>
                <c:pt idx="2063">
                  <c:v>1</c:v>
                </c:pt>
                <c:pt idx="2064">
                  <c:v>1</c:v>
                </c:pt>
                <c:pt idx="2065">
                  <c:v>1</c:v>
                </c:pt>
                <c:pt idx="2066">
                  <c:v>1</c:v>
                </c:pt>
                <c:pt idx="2067">
                  <c:v>1</c:v>
                </c:pt>
                <c:pt idx="2068">
                  <c:v>1</c:v>
                </c:pt>
                <c:pt idx="2069">
                  <c:v>1</c:v>
                </c:pt>
                <c:pt idx="2070">
                  <c:v>1</c:v>
                </c:pt>
                <c:pt idx="2071">
                  <c:v>1</c:v>
                </c:pt>
                <c:pt idx="2072">
                  <c:v>1</c:v>
                </c:pt>
                <c:pt idx="2073">
                  <c:v>1</c:v>
                </c:pt>
                <c:pt idx="2074">
                  <c:v>1</c:v>
                </c:pt>
                <c:pt idx="2075">
                  <c:v>1</c:v>
                </c:pt>
                <c:pt idx="2076">
                  <c:v>1</c:v>
                </c:pt>
                <c:pt idx="2077">
                  <c:v>1</c:v>
                </c:pt>
                <c:pt idx="2078">
                  <c:v>1</c:v>
                </c:pt>
                <c:pt idx="2079">
                  <c:v>1</c:v>
                </c:pt>
                <c:pt idx="2080">
                  <c:v>1</c:v>
                </c:pt>
                <c:pt idx="2081">
                  <c:v>1</c:v>
                </c:pt>
                <c:pt idx="2082">
                  <c:v>1</c:v>
                </c:pt>
                <c:pt idx="2083">
                  <c:v>1</c:v>
                </c:pt>
                <c:pt idx="2084">
                  <c:v>1</c:v>
                </c:pt>
                <c:pt idx="2085">
                  <c:v>1</c:v>
                </c:pt>
                <c:pt idx="2086">
                  <c:v>1</c:v>
                </c:pt>
                <c:pt idx="2087">
                  <c:v>1</c:v>
                </c:pt>
                <c:pt idx="2088">
                  <c:v>1</c:v>
                </c:pt>
                <c:pt idx="2089">
                  <c:v>1</c:v>
                </c:pt>
                <c:pt idx="2090">
                  <c:v>1</c:v>
                </c:pt>
                <c:pt idx="2091">
                  <c:v>1</c:v>
                </c:pt>
                <c:pt idx="2092">
                  <c:v>1</c:v>
                </c:pt>
                <c:pt idx="2093">
                  <c:v>1</c:v>
                </c:pt>
                <c:pt idx="2094">
                  <c:v>1</c:v>
                </c:pt>
                <c:pt idx="2095">
                  <c:v>1</c:v>
                </c:pt>
                <c:pt idx="2096">
                  <c:v>1</c:v>
                </c:pt>
                <c:pt idx="2097">
                  <c:v>1</c:v>
                </c:pt>
                <c:pt idx="2098">
                  <c:v>1</c:v>
                </c:pt>
                <c:pt idx="2099">
                  <c:v>1</c:v>
                </c:pt>
                <c:pt idx="2100">
                  <c:v>1</c:v>
                </c:pt>
                <c:pt idx="2101">
                  <c:v>1</c:v>
                </c:pt>
                <c:pt idx="2102">
                  <c:v>1</c:v>
                </c:pt>
                <c:pt idx="2103">
                  <c:v>1</c:v>
                </c:pt>
                <c:pt idx="2104">
                  <c:v>1</c:v>
                </c:pt>
                <c:pt idx="2105">
                  <c:v>1</c:v>
                </c:pt>
                <c:pt idx="2106">
                  <c:v>1</c:v>
                </c:pt>
                <c:pt idx="2107">
                  <c:v>1</c:v>
                </c:pt>
                <c:pt idx="2108">
                  <c:v>1</c:v>
                </c:pt>
                <c:pt idx="2109">
                  <c:v>1</c:v>
                </c:pt>
                <c:pt idx="2110">
                  <c:v>1</c:v>
                </c:pt>
                <c:pt idx="2111">
                  <c:v>1</c:v>
                </c:pt>
                <c:pt idx="2112">
                  <c:v>1</c:v>
                </c:pt>
                <c:pt idx="2113">
                  <c:v>1</c:v>
                </c:pt>
                <c:pt idx="2114">
                  <c:v>1</c:v>
                </c:pt>
                <c:pt idx="2115">
                  <c:v>1</c:v>
                </c:pt>
                <c:pt idx="2116">
                  <c:v>1</c:v>
                </c:pt>
                <c:pt idx="2117">
                  <c:v>1</c:v>
                </c:pt>
                <c:pt idx="2118">
                  <c:v>1</c:v>
                </c:pt>
                <c:pt idx="2119">
                  <c:v>1</c:v>
                </c:pt>
                <c:pt idx="2120">
                  <c:v>1</c:v>
                </c:pt>
                <c:pt idx="2121">
                  <c:v>1</c:v>
                </c:pt>
                <c:pt idx="2122">
                  <c:v>1</c:v>
                </c:pt>
                <c:pt idx="2123">
                  <c:v>1</c:v>
                </c:pt>
                <c:pt idx="2124">
                  <c:v>1</c:v>
                </c:pt>
                <c:pt idx="2125">
                  <c:v>1</c:v>
                </c:pt>
                <c:pt idx="2126">
                  <c:v>1</c:v>
                </c:pt>
                <c:pt idx="2127">
                  <c:v>1</c:v>
                </c:pt>
                <c:pt idx="2128">
                  <c:v>1</c:v>
                </c:pt>
                <c:pt idx="2129">
                  <c:v>1</c:v>
                </c:pt>
                <c:pt idx="2130">
                  <c:v>1</c:v>
                </c:pt>
                <c:pt idx="2131">
                  <c:v>1</c:v>
                </c:pt>
                <c:pt idx="2132">
                  <c:v>1</c:v>
                </c:pt>
                <c:pt idx="2133">
                  <c:v>1</c:v>
                </c:pt>
                <c:pt idx="2134">
                  <c:v>1</c:v>
                </c:pt>
                <c:pt idx="2135">
                  <c:v>1</c:v>
                </c:pt>
                <c:pt idx="2136">
                  <c:v>1</c:v>
                </c:pt>
                <c:pt idx="2137">
                  <c:v>1</c:v>
                </c:pt>
                <c:pt idx="2138">
                  <c:v>1</c:v>
                </c:pt>
                <c:pt idx="2139">
                  <c:v>1</c:v>
                </c:pt>
                <c:pt idx="2140">
                  <c:v>1</c:v>
                </c:pt>
                <c:pt idx="2141">
                  <c:v>1</c:v>
                </c:pt>
                <c:pt idx="2142">
                  <c:v>1</c:v>
                </c:pt>
                <c:pt idx="2143">
                  <c:v>1</c:v>
                </c:pt>
                <c:pt idx="2144">
                  <c:v>1</c:v>
                </c:pt>
                <c:pt idx="2145">
                  <c:v>1</c:v>
                </c:pt>
                <c:pt idx="2146">
                  <c:v>1</c:v>
                </c:pt>
                <c:pt idx="2147">
                  <c:v>1</c:v>
                </c:pt>
                <c:pt idx="2148">
                  <c:v>1</c:v>
                </c:pt>
                <c:pt idx="2149">
                  <c:v>1</c:v>
                </c:pt>
                <c:pt idx="2150">
                  <c:v>1</c:v>
                </c:pt>
                <c:pt idx="2151">
                  <c:v>1</c:v>
                </c:pt>
                <c:pt idx="2152">
                  <c:v>1</c:v>
                </c:pt>
                <c:pt idx="2153">
                  <c:v>1</c:v>
                </c:pt>
                <c:pt idx="2154">
                  <c:v>1</c:v>
                </c:pt>
                <c:pt idx="2155">
                  <c:v>1</c:v>
                </c:pt>
                <c:pt idx="2156">
                  <c:v>1</c:v>
                </c:pt>
                <c:pt idx="2157">
                  <c:v>1</c:v>
                </c:pt>
                <c:pt idx="2158">
                  <c:v>1</c:v>
                </c:pt>
                <c:pt idx="2159">
                  <c:v>1</c:v>
                </c:pt>
                <c:pt idx="2160">
                  <c:v>1</c:v>
                </c:pt>
                <c:pt idx="2161">
                  <c:v>1</c:v>
                </c:pt>
                <c:pt idx="2162">
                  <c:v>1</c:v>
                </c:pt>
                <c:pt idx="2163">
                  <c:v>1</c:v>
                </c:pt>
                <c:pt idx="2164">
                  <c:v>1</c:v>
                </c:pt>
                <c:pt idx="2165">
                  <c:v>1</c:v>
                </c:pt>
                <c:pt idx="2166">
                  <c:v>1</c:v>
                </c:pt>
                <c:pt idx="2167">
                  <c:v>1</c:v>
                </c:pt>
                <c:pt idx="2168">
                  <c:v>1</c:v>
                </c:pt>
                <c:pt idx="2169">
                  <c:v>1</c:v>
                </c:pt>
                <c:pt idx="2170">
                  <c:v>1</c:v>
                </c:pt>
                <c:pt idx="2171">
                  <c:v>1</c:v>
                </c:pt>
                <c:pt idx="2172">
                  <c:v>1</c:v>
                </c:pt>
                <c:pt idx="2173">
                  <c:v>1</c:v>
                </c:pt>
                <c:pt idx="2174">
                  <c:v>1</c:v>
                </c:pt>
                <c:pt idx="2175">
                  <c:v>1</c:v>
                </c:pt>
                <c:pt idx="2176">
                  <c:v>1</c:v>
                </c:pt>
                <c:pt idx="2177">
                  <c:v>1</c:v>
                </c:pt>
                <c:pt idx="2178">
                  <c:v>1</c:v>
                </c:pt>
                <c:pt idx="2179">
                  <c:v>1</c:v>
                </c:pt>
                <c:pt idx="2180">
                  <c:v>1</c:v>
                </c:pt>
                <c:pt idx="2181">
                  <c:v>1</c:v>
                </c:pt>
                <c:pt idx="2182">
                  <c:v>1</c:v>
                </c:pt>
                <c:pt idx="2183">
                  <c:v>1</c:v>
                </c:pt>
                <c:pt idx="2184">
                  <c:v>1</c:v>
                </c:pt>
                <c:pt idx="2185">
                  <c:v>1</c:v>
                </c:pt>
                <c:pt idx="2186">
                  <c:v>1</c:v>
                </c:pt>
                <c:pt idx="2187">
                  <c:v>1</c:v>
                </c:pt>
                <c:pt idx="2188">
                  <c:v>1</c:v>
                </c:pt>
                <c:pt idx="2189">
                  <c:v>1</c:v>
                </c:pt>
                <c:pt idx="2190">
                  <c:v>1</c:v>
                </c:pt>
                <c:pt idx="2191">
                  <c:v>1</c:v>
                </c:pt>
                <c:pt idx="2192">
                  <c:v>1</c:v>
                </c:pt>
                <c:pt idx="2193">
                  <c:v>1</c:v>
                </c:pt>
                <c:pt idx="2194">
                  <c:v>1</c:v>
                </c:pt>
                <c:pt idx="2195">
                  <c:v>1</c:v>
                </c:pt>
                <c:pt idx="2196">
                  <c:v>1</c:v>
                </c:pt>
                <c:pt idx="2197">
                  <c:v>1</c:v>
                </c:pt>
                <c:pt idx="2198">
                  <c:v>1</c:v>
                </c:pt>
                <c:pt idx="2199">
                  <c:v>1</c:v>
                </c:pt>
                <c:pt idx="2200">
                  <c:v>1</c:v>
                </c:pt>
                <c:pt idx="2201">
                  <c:v>1</c:v>
                </c:pt>
                <c:pt idx="2202">
                  <c:v>1</c:v>
                </c:pt>
                <c:pt idx="2203">
                  <c:v>1</c:v>
                </c:pt>
                <c:pt idx="2204">
                  <c:v>1</c:v>
                </c:pt>
                <c:pt idx="2205">
                  <c:v>1</c:v>
                </c:pt>
                <c:pt idx="2206">
                  <c:v>1</c:v>
                </c:pt>
                <c:pt idx="2207">
                  <c:v>1</c:v>
                </c:pt>
                <c:pt idx="2208">
                  <c:v>1</c:v>
                </c:pt>
                <c:pt idx="2209">
                  <c:v>1</c:v>
                </c:pt>
                <c:pt idx="2210">
                  <c:v>1</c:v>
                </c:pt>
                <c:pt idx="2211">
                  <c:v>1</c:v>
                </c:pt>
                <c:pt idx="2212">
                  <c:v>1</c:v>
                </c:pt>
                <c:pt idx="2213">
                  <c:v>1</c:v>
                </c:pt>
                <c:pt idx="2214">
                  <c:v>1</c:v>
                </c:pt>
                <c:pt idx="2215">
                  <c:v>1</c:v>
                </c:pt>
                <c:pt idx="2216">
                  <c:v>1</c:v>
                </c:pt>
                <c:pt idx="2217">
                  <c:v>1</c:v>
                </c:pt>
                <c:pt idx="2218">
                  <c:v>1</c:v>
                </c:pt>
                <c:pt idx="2219">
                  <c:v>1</c:v>
                </c:pt>
                <c:pt idx="2220">
                  <c:v>1</c:v>
                </c:pt>
                <c:pt idx="2221">
                  <c:v>1</c:v>
                </c:pt>
                <c:pt idx="2222">
                  <c:v>1</c:v>
                </c:pt>
                <c:pt idx="2223">
                  <c:v>1</c:v>
                </c:pt>
                <c:pt idx="2224">
                  <c:v>1</c:v>
                </c:pt>
                <c:pt idx="2225">
                  <c:v>1</c:v>
                </c:pt>
                <c:pt idx="2226">
                  <c:v>1</c:v>
                </c:pt>
                <c:pt idx="2227">
                  <c:v>1</c:v>
                </c:pt>
                <c:pt idx="2228">
                  <c:v>1</c:v>
                </c:pt>
                <c:pt idx="2229">
                  <c:v>1</c:v>
                </c:pt>
                <c:pt idx="2230">
                  <c:v>1</c:v>
                </c:pt>
                <c:pt idx="2231">
                  <c:v>1</c:v>
                </c:pt>
                <c:pt idx="2232">
                  <c:v>1</c:v>
                </c:pt>
                <c:pt idx="2233">
                  <c:v>1</c:v>
                </c:pt>
                <c:pt idx="2234">
                  <c:v>1</c:v>
                </c:pt>
                <c:pt idx="2235">
                  <c:v>1</c:v>
                </c:pt>
                <c:pt idx="2236">
                  <c:v>1</c:v>
                </c:pt>
                <c:pt idx="2237">
                  <c:v>1</c:v>
                </c:pt>
                <c:pt idx="2238">
                  <c:v>1</c:v>
                </c:pt>
                <c:pt idx="2239">
                  <c:v>1</c:v>
                </c:pt>
                <c:pt idx="2240">
                  <c:v>1</c:v>
                </c:pt>
                <c:pt idx="2241">
                  <c:v>1</c:v>
                </c:pt>
                <c:pt idx="2242">
                  <c:v>1</c:v>
                </c:pt>
                <c:pt idx="2243">
                  <c:v>1</c:v>
                </c:pt>
                <c:pt idx="2244">
                  <c:v>1</c:v>
                </c:pt>
                <c:pt idx="2245">
                  <c:v>1</c:v>
                </c:pt>
                <c:pt idx="2246">
                  <c:v>1</c:v>
                </c:pt>
                <c:pt idx="2247">
                  <c:v>1</c:v>
                </c:pt>
                <c:pt idx="2248">
                  <c:v>1</c:v>
                </c:pt>
                <c:pt idx="2249">
                  <c:v>1</c:v>
                </c:pt>
                <c:pt idx="2250">
                  <c:v>1</c:v>
                </c:pt>
                <c:pt idx="2251">
                  <c:v>1</c:v>
                </c:pt>
                <c:pt idx="2252">
                  <c:v>1</c:v>
                </c:pt>
                <c:pt idx="2253">
                  <c:v>1</c:v>
                </c:pt>
                <c:pt idx="2254">
                  <c:v>1</c:v>
                </c:pt>
                <c:pt idx="2255">
                  <c:v>1</c:v>
                </c:pt>
                <c:pt idx="2256">
                  <c:v>1</c:v>
                </c:pt>
                <c:pt idx="2257">
                  <c:v>1</c:v>
                </c:pt>
                <c:pt idx="2258">
                  <c:v>1</c:v>
                </c:pt>
                <c:pt idx="2259">
                  <c:v>1</c:v>
                </c:pt>
                <c:pt idx="2260">
                  <c:v>1</c:v>
                </c:pt>
                <c:pt idx="2261">
                  <c:v>1</c:v>
                </c:pt>
                <c:pt idx="2262">
                  <c:v>1</c:v>
                </c:pt>
                <c:pt idx="2263">
                  <c:v>1</c:v>
                </c:pt>
                <c:pt idx="2264">
                  <c:v>1</c:v>
                </c:pt>
                <c:pt idx="2265">
                  <c:v>1</c:v>
                </c:pt>
                <c:pt idx="2266">
                  <c:v>1</c:v>
                </c:pt>
                <c:pt idx="2267">
                  <c:v>1</c:v>
                </c:pt>
                <c:pt idx="2268">
                  <c:v>1</c:v>
                </c:pt>
                <c:pt idx="2269">
                  <c:v>1</c:v>
                </c:pt>
                <c:pt idx="2270">
                  <c:v>1</c:v>
                </c:pt>
                <c:pt idx="2271">
                  <c:v>1</c:v>
                </c:pt>
                <c:pt idx="2272">
                  <c:v>1</c:v>
                </c:pt>
                <c:pt idx="2273">
                  <c:v>1</c:v>
                </c:pt>
                <c:pt idx="2274">
                  <c:v>1</c:v>
                </c:pt>
                <c:pt idx="2275">
                  <c:v>1</c:v>
                </c:pt>
                <c:pt idx="2276">
                  <c:v>1</c:v>
                </c:pt>
                <c:pt idx="2277">
                  <c:v>1</c:v>
                </c:pt>
                <c:pt idx="2278">
                  <c:v>1</c:v>
                </c:pt>
                <c:pt idx="2279">
                  <c:v>1</c:v>
                </c:pt>
                <c:pt idx="2280">
                  <c:v>1</c:v>
                </c:pt>
                <c:pt idx="2281">
                  <c:v>1</c:v>
                </c:pt>
                <c:pt idx="2282">
                  <c:v>1</c:v>
                </c:pt>
                <c:pt idx="2283">
                  <c:v>1</c:v>
                </c:pt>
                <c:pt idx="2284">
                  <c:v>1</c:v>
                </c:pt>
                <c:pt idx="2285">
                  <c:v>1</c:v>
                </c:pt>
                <c:pt idx="2286">
                  <c:v>1</c:v>
                </c:pt>
                <c:pt idx="2287">
                  <c:v>1</c:v>
                </c:pt>
                <c:pt idx="2288">
                  <c:v>1</c:v>
                </c:pt>
                <c:pt idx="2289">
                  <c:v>1</c:v>
                </c:pt>
                <c:pt idx="2290">
                  <c:v>1</c:v>
                </c:pt>
                <c:pt idx="2291">
                  <c:v>1</c:v>
                </c:pt>
                <c:pt idx="2292">
                  <c:v>1</c:v>
                </c:pt>
                <c:pt idx="2293">
                  <c:v>1</c:v>
                </c:pt>
                <c:pt idx="2294">
                  <c:v>1</c:v>
                </c:pt>
                <c:pt idx="2295">
                  <c:v>1</c:v>
                </c:pt>
                <c:pt idx="2296">
                  <c:v>1</c:v>
                </c:pt>
                <c:pt idx="2297">
                  <c:v>1</c:v>
                </c:pt>
                <c:pt idx="2298">
                  <c:v>1</c:v>
                </c:pt>
                <c:pt idx="2299">
                  <c:v>1</c:v>
                </c:pt>
                <c:pt idx="2300">
                  <c:v>1</c:v>
                </c:pt>
                <c:pt idx="2301">
                  <c:v>1</c:v>
                </c:pt>
                <c:pt idx="2302">
                  <c:v>1</c:v>
                </c:pt>
                <c:pt idx="2303">
                  <c:v>1</c:v>
                </c:pt>
                <c:pt idx="2304">
                  <c:v>1</c:v>
                </c:pt>
                <c:pt idx="2305">
                  <c:v>1</c:v>
                </c:pt>
                <c:pt idx="2306">
                  <c:v>1</c:v>
                </c:pt>
                <c:pt idx="2307">
                  <c:v>1</c:v>
                </c:pt>
                <c:pt idx="2308">
                  <c:v>1</c:v>
                </c:pt>
                <c:pt idx="2309">
                  <c:v>1</c:v>
                </c:pt>
                <c:pt idx="2310">
                  <c:v>1</c:v>
                </c:pt>
                <c:pt idx="2311">
                  <c:v>1</c:v>
                </c:pt>
                <c:pt idx="2312">
                  <c:v>1</c:v>
                </c:pt>
                <c:pt idx="2313">
                  <c:v>1</c:v>
                </c:pt>
                <c:pt idx="2314">
                  <c:v>1</c:v>
                </c:pt>
                <c:pt idx="2315">
                  <c:v>1</c:v>
                </c:pt>
                <c:pt idx="2316">
                  <c:v>1</c:v>
                </c:pt>
                <c:pt idx="2317">
                  <c:v>1</c:v>
                </c:pt>
                <c:pt idx="2318">
                  <c:v>1</c:v>
                </c:pt>
                <c:pt idx="2319">
                  <c:v>1</c:v>
                </c:pt>
                <c:pt idx="2320">
                  <c:v>1</c:v>
                </c:pt>
                <c:pt idx="2321">
                  <c:v>1</c:v>
                </c:pt>
                <c:pt idx="2322">
                  <c:v>1</c:v>
                </c:pt>
                <c:pt idx="2323">
                  <c:v>1</c:v>
                </c:pt>
                <c:pt idx="2324">
                  <c:v>1</c:v>
                </c:pt>
                <c:pt idx="2325">
                  <c:v>1</c:v>
                </c:pt>
                <c:pt idx="2326">
                  <c:v>1</c:v>
                </c:pt>
                <c:pt idx="2327">
                  <c:v>1</c:v>
                </c:pt>
                <c:pt idx="2328">
                  <c:v>1</c:v>
                </c:pt>
                <c:pt idx="2329">
                  <c:v>1</c:v>
                </c:pt>
                <c:pt idx="2330">
                  <c:v>1</c:v>
                </c:pt>
                <c:pt idx="2331">
                  <c:v>1</c:v>
                </c:pt>
                <c:pt idx="2332">
                  <c:v>1</c:v>
                </c:pt>
                <c:pt idx="2333">
                  <c:v>1</c:v>
                </c:pt>
                <c:pt idx="2334">
                  <c:v>1</c:v>
                </c:pt>
                <c:pt idx="2335">
                  <c:v>1</c:v>
                </c:pt>
                <c:pt idx="2336">
                  <c:v>1</c:v>
                </c:pt>
                <c:pt idx="2337">
                  <c:v>1</c:v>
                </c:pt>
                <c:pt idx="2338">
                  <c:v>1</c:v>
                </c:pt>
                <c:pt idx="2339">
                  <c:v>1</c:v>
                </c:pt>
                <c:pt idx="2340">
                  <c:v>1</c:v>
                </c:pt>
                <c:pt idx="2341">
                  <c:v>1</c:v>
                </c:pt>
                <c:pt idx="2342">
                  <c:v>1</c:v>
                </c:pt>
                <c:pt idx="2343">
                  <c:v>1</c:v>
                </c:pt>
                <c:pt idx="2344">
                  <c:v>1</c:v>
                </c:pt>
                <c:pt idx="2345">
                  <c:v>1</c:v>
                </c:pt>
                <c:pt idx="2346">
                  <c:v>1</c:v>
                </c:pt>
                <c:pt idx="2347">
                  <c:v>1</c:v>
                </c:pt>
                <c:pt idx="2348">
                  <c:v>1</c:v>
                </c:pt>
                <c:pt idx="2349">
                  <c:v>1</c:v>
                </c:pt>
                <c:pt idx="2350">
                  <c:v>1</c:v>
                </c:pt>
                <c:pt idx="2351">
                  <c:v>1</c:v>
                </c:pt>
                <c:pt idx="2352">
                  <c:v>1</c:v>
                </c:pt>
                <c:pt idx="2353">
                  <c:v>1</c:v>
                </c:pt>
                <c:pt idx="2354">
                  <c:v>1</c:v>
                </c:pt>
                <c:pt idx="2355">
                  <c:v>1</c:v>
                </c:pt>
                <c:pt idx="2356">
                  <c:v>1</c:v>
                </c:pt>
                <c:pt idx="2357">
                  <c:v>1</c:v>
                </c:pt>
                <c:pt idx="2358">
                  <c:v>1</c:v>
                </c:pt>
                <c:pt idx="2359">
                  <c:v>1</c:v>
                </c:pt>
                <c:pt idx="2360">
                  <c:v>1</c:v>
                </c:pt>
                <c:pt idx="2361">
                  <c:v>1</c:v>
                </c:pt>
                <c:pt idx="2362">
                  <c:v>1</c:v>
                </c:pt>
                <c:pt idx="2363">
                  <c:v>1</c:v>
                </c:pt>
                <c:pt idx="2364">
                  <c:v>1</c:v>
                </c:pt>
                <c:pt idx="2365">
                  <c:v>1</c:v>
                </c:pt>
                <c:pt idx="2366">
                  <c:v>1</c:v>
                </c:pt>
                <c:pt idx="2367">
                  <c:v>1</c:v>
                </c:pt>
                <c:pt idx="2368">
                  <c:v>1</c:v>
                </c:pt>
                <c:pt idx="2369">
                  <c:v>1</c:v>
                </c:pt>
                <c:pt idx="2370">
                  <c:v>1</c:v>
                </c:pt>
                <c:pt idx="2371">
                  <c:v>1</c:v>
                </c:pt>
                <c:pt idx="2372">
                  <c:v>1</c:v>
                </c:pt>
                <c:pt idx="2373">
                  <c:v>1</c:v>
                </c:pt>
                <c:pt idx="2374">
                  <c:v>1</c:v>
                </c:pt>
                <c:pt idx="2375">
                  <c:v>1</c:v>
                </c:pt>
                <c:pt idx="2376">
                  <c:v>1</c:v>
                </c:pt>
                <c:pt idx="2377">
                  <c:v>1</c:v>
                </c:pt>
                <c:pt idx="2378">
                  <c:v>1</c:v>
                </c:pt>
                <c:pt idx="2379">
                  <c:v>1</c:v>
                </c:pt>
                <c:pt idx="2380">
                  <c:v>1</c:v>
                </c:pt>
                <c:pt idx="2381">
                  <c:v>1</c:v>
                </c:pt>
                <c:pt idx="2382">
                  <c:v>1</c:v>
                </c:pt>
                <c:pt idx="2383">
                  <c:v>1</c:v>
                </c:pt>
                <c:pt idx="2384">
                  <c:v>1</c:v>
                </c:pt>
                <c:pt idx="2385">
                  <c:v>1</c:v>
                </c:pt>
                <c:pt idx="2386">
                  <c:v>1</c:v>
                </c:pt>
                <c:pt idx="2387">
                  <c:v>1</c:v>
                </c:pt>
                <c:pt idx="2388">
                  <c:v>1</c:v>
                </c:pt>
                <c:pt idx="2389">
                  <c:v>1</c:v>
                </c:pt>
                <c:pt idx="2390">
                  <c:v>1</c:v>
                </c:pt>
                <c:pt idx="2391">
                  <c:v>1</c:v>
                </c:pt>
                <c:pt idx="2392">
                  <c:v>1</c:v>
                </c:pt>
                <c:pt idx="2393">
                  <c:v>1</c:v>
                </c:pt>
                <c:pt idx="2394">
                  <c:v>1</c:v>
                </c:pt>
                <c:pt idx="2395">
                  <c:v>1</c:v>
                </c:pt>
                <c:pt idx="2396">
                  <c:v>1</c:v>
                </c:pt>
                <c:pt idx="2397">
                  <c:v>1</c:v>
                </c:pt>
                <c:pt idx="2398">
                  <c:v>1</c:v>
                </c:pt>
                <c:pt idx="2399">
                  <c:v>1</c:v>
                </c:pt>
                <c:pt idx="2400">
                  <c:v>1</c:v>
                </c:pt>
                <c:pt idx="2401">
                  <c:v>1</c:v>
                </c:pt>
                <c:pt idx="2402">
                  <c:v>1</c:v>
                </c:pt>
                <c:pt idx="2403">
                  <c:v>1</c:v>
                </c:pt>
                <c:pt idx="2404">
                  <c:v>1</c:v>
                </c:pt>
                <c:pt idx="2405">
                  <c:v>1</c:v>
                </c:pt>
                <c:pt idx="2406">
                  <c:v>1</c:v>
                </c:pt>
                <c:pt idx="2407">
                  <c:v>1</c:v>
                </c:pt>
                <c:pt idx="2408">
                  <c:v>1</c:v>
                </c:pt>
                <c:pt idx="2409">
                  <c:v>1</c:v>
                </c:pt>
                <c:pt idx="2410">
                  <c:v>1</c:v>
                </c:pt>
                <c:pt idx="2411">
                  <c:v>1</c:v>
                </c:pt>
                <c:pt idx="2412">
                  <c:v>1</c:v>
                </c:pt>
                <c:pt idx="2413">
                  <c:v>1</c:v>
                </c:pt>
                <c:pt idx="2414">
                  <c:v>1</c:v>
                </c:pt>
                <c:pt idx="2415">
                  <c:v>1</c:v>
                </c:pt>
                <c:pt idx="2416">
                  <c:v>1</c:v>
                </c:pt>
                <c:pt idx="2417">
                  <c:v>1</c:v>
                </c:pt>
                <c:pt idx="2418">
                  <c:v>1</c:v>
                </c:pt>
                <c:pt idx="2419">
                  <c:v>1</c:v>
                </c:pt>
                <c:pt idx="2420">
                  <c:v>1</c:v>
                </c:pt>
                <c:pt idx="2421">
                  <c:v>1</c:v>
                </c:pt>
                <c:pt idx="2422">
                  <c:v>1</c:v>
                </c:pt>
                <c:pt idx="2423">
                  <c:v>1</c:v>
                </c:pt>
                <c:pt idx="2424">
                  <c:v>1</c:v>
                </c:pt>
                <c:pt idx="2425">
                  <c:v>1</c:v>
                </c:pt>
                <c:pt idx="2426">
                  <c:v>1</c:v>
                </c:pt>
                <c:pt idx="2427">
                  <c:v>1</c:v>
                </c:pt>
                <c:pt idx="2428">
                  <c:v>1</c:v>
                </c:pt>
                <c:pt idx="2429">
                  <c:v>1</c:v>
                </c:pt>
                <c:pt idx="2430">
                  <c:v>1</c:v>
                </c:pt>
                <c:pt idx="2431">
                  <c:v>1</c:v>
                </c:pt>
                <c:pt idx="2432">
                  <c:v>1</c:v>
                </c:pt>
                <c:pt idx="2433">
                  <c:v>1</c:v>
                </c:pt>
                <c:pt idx="2434">
                  <c:v>1</c:v>
                </c:pt>
                <c:pt idx="2435">
                  <c:v>1</c:v>
                </c:pt>
                <c:pt idx="2436">
                  <c:v>1</c:v>
                </c:pt>
                <c:pt idx="2437">
                  <c:v>1</c:v>
                </c:pt>
                <c:pt idx="2438">
                  <c:v>1</c:v>
                </c:pt>
                <c:pt idx="2439">
                  <c:v>1</c:v>
                </c:pt>
                <c:pt idx="2440">
                  <c:v>1</c:v>
                </c:pt>
                <c:pt idx="2441">
                  <c:v>1</c:v>
                </c:pt>
                <c:pt idx="2442">
                  <c:v>1</c:v>
                </c:pt>
                <c:pt idx="2443">
                  <c:v>1</c:v>
                </c:pt>
                <c:pt idx="2444">
                  <c:v>1</c:v>
                </c:pt>
                <c:pt idx="2445">
                  <c:v>1</c:v>
                </c:pt>
                <c:pt idx="2446">
                  <c:v>1</c:v>
                </c:pt>
                <c:pt idx="2447">
                  <c:v>1</c:v>
                </c:pt>
                <c:pt idx="2448">
                  <c:v>1</c:v>
                </c:pt>
                <c:pt idx="2449">
                  <c:v>1</c:v>
                </c:pt>
                <c:pt idx="2450">
                  <c:v>1</c:v>
                </c:pt>
                <c:pt idx="2451">
                  <c:v>1</c:v>
                </c:pt>
                <c:pt idx="2452">
                  <c:v>1</c:v>
                </c:pt>
                <c:pt idx="2453">
                  <c:v>1</c:v>
                </c:pt>
                <c:pt idx="2454">
                  <c:v>1</c:v>
                </c:pt>
                <c:pt idx="2455">
                  <c:v>1</c:v>
                </c:pt>
                <c:pt idx="2456">
                  <c:v>1</c:v>
                </c:pt>
                <c:pt idx="2457">
                  <c:v>1</c:v>
                </c:pt>
                <c:pt idx="2458">
                  <c:v>1</c:v>
                </c:pt>
                <c:pt idx="2459">
                  <c:v>1</c:v>
                </c:pt>
                <c:pt idx="2460">
                  <c:v>1</c:v>
                </c:pt>
                <c:pt idx="2461">
                  <c:v>1</c:v>
                </c:pt>
                <c:pt idx="2462">
                  <c:v>1</c:v>
                </c:pt>
                <c:pt idx="2463">
                  <c:v>1</c:v>
                </c:pt>
                <c:pt idx="2464">
                  <c:v>1</c:v>
                </c:pt>
                <c:pt idx="2465">
                  <c:v>1</c:v>
                </c:pt>
                <c:pt idx="2466">
                  <c:v>1</c:v>
                </c:pt>
                <c:pt idx="2467">
                  <c:v>1</c:v>
                </c:pt>
                <c:pt idx="2468">
                  <c:v>1</c:v>
                </c:pt>
                <c:pt idx="2469">
                  <c:v>1</c:v>
                </c:pt>
                <c:pt idx="2470">
                  <c:v>1</c:v>
                </c:pt>
                <c:pt idx="2471">
                  <c:v>1</c:v>
                </c:pt>
                <c:pt idx="2472">
                  <c:v>1</c:v>
                </c:pt>
                <c:pt idx="2473">
                  <c:v>1</c:v>
                </c:pt>
                <c:pt idx="2474">
                  <c:v>1</c:v>
                </c:pt>
                <c:pt idx="2475">
                  <c:v>1</c:v>
                </c:pt>
                <c:pt idx="2476">
                  <c:v>1</c:v>
                </c:pt>
                <c:pt idx="2477">
                  <c:v>1</c:v>
                </c:pt>
                <c:pt idx="2478">
                  <c:v>1</c:v>
                </c:pt>
                <c:pt idx="2479">
                  <c:v>1</c:v>
                </c:pt>
                <c:pt idx="2480">
                  <c:v>1</c:v>
                </c:pt>
                <c:pt idx="2481">
                  <c:v>1</c:v>
                </c:pt>
                <c:pt idx="2482">
                  <c:v>1</c:v>
                </c:pt>
                <c:pt idx="2483">
                  <c:v>1</c:v>
                </c:pt>
                <c:pt idx="2484">
                  <c:v>1</c:v>
                </c:pt>
                <c:pt idx="2485">
                  <c:v>1</c:v>
                </c:pt>
                <c:pt idx="2486">
                  <c:v>1</c:v>
                </c:pt>
                <c:pt idx="2487">
                  <c:v>1</c:v>
                </c:pt>
                <c:pt idx="2488">
                  <c:v>1</c:v>
                </c:pt>
                <c:pt idx="2489">
                  <c:v>1</c:v>
                </c:pt>
                <c:pt idx="2490">
                  <c:v>1</c:v>
                </c:pt>
                <c:pt idx="2491">
                  <c:v>1</c:v>
                </c:pt>
                <c:pt idx="2492">
                  <c:v>1</c:v>
                </c:pt>
                <c:pt idx="2493">
                  <c:v>1</c:v>
                </c:pt>
                <c:pt idx="2494">
                  <c:v>1</c:v>
                </c:pt>
                <c:pt idx="2495">
                  <c:v>1</c:v>
                </c:pt>
                <c:pt idx="2496">
                  <c:v>1</c:v>
                </c:pt>
                <c:pt idx="2497">
                  <c:v>1</c:v>
                </c:pt>
                <c:pt idx="2498">
                  <c:v>1</c:v>
                </c:pt>
                <c:pt idx="2499">
                  <c:v>1</c:v>
                </c:pt>
                <c:pt idx="2500">
                  <c:v>1</c:v>
                </c:pt>
                <c:pt idx="2501">
                  <c:v>1</c:v>
                </c:pt>
                <c:pt idx="2502">
                  <c:v>1</c:v>
                </c:pt>
                <c:pt idx="2503">
                  <c:v>1</c:v>
                </c:pt>
                <c:pt idx="2504">
                  <c:v>1</c:v>
                </c:pt>
                <c:pt idx="2505">
                  <c:v>1</c:v>
                </c:pt>
                <c:pt idx="2506">
                  <c:v>1</c:v>
                </c:pt>
                <c:pt idx="2507">
                  <c:v>1</c:v>
                </c:pt>
                <c:pt idx="2508">
                  <c:v>1</c:v>
                </c:pt>
                <c:pt idx="2509">
                  <c:v>1</c:v>
                </c:pt>
                <c:pt idx="2510">
                  <c:v>1</c:v>
                </c:pt>
                <c:pt idx="2511">
                  <c:v>1</c:v>
                </c:pt>
                <c:pt idx="2512">
                  <c:v>1</c:v>
                </c:pt>
                <c:pt idx="2513">
                  <c:v>1</c:v>
                </c:pt>
                <c:pt idx="2514">
                  <c:v>1</c:v>
                </c:pt>
                <c:pt idx="2515">
                  <c:v>1</c:v>
                </c:pt>
                <c:pt idx="2516">
                  <c:v>1</c:v>
                </c:pt>
                <c:pt idx="2517">
                  <c:v>1</c:v>
                </c:pt>
                <c:pt idx="2518">
                  <c:v>1</c:v>
                </c:pt>
                <c:pt idx="2519">
                  <c:v>1</c:v>
                </c:pt>
                <c:pt idx="2520">
                  <c:v>1</c:v>
                </c:pt>
                <c:pt idx="2521">
                  <c:v>1</c:v>
                </c:pt>
                <c:pt idx="2522">
                  <c:v>1</c:v>
                </c:pt>
                <c:pt idx="2523">
                  <c:v>1</c:v>
                </c:pt>
                <c:pt idx="2524">
                  <c:v>1</c:v>
                </c:pt>
                <c:pt idx="2525">
                  <c:v>1</c:v>
                </c:pt>
                <c:pt idx="2526">
                  <c:v>1</c:v>
                </c:pt>
                <c:pt idx="2527">
                  <c:v>1</c:v>
                </c:pt>
                <c:pt idx="2528">
                  <c:v>1</c:v>
                </c:pt>
                <c:pt idx="2529">
                  <c:v>1</c:v>
                </c:pt>
                <c:pt idx="2530">
                  <c:v>1</c:v>
                </c:pt>
                <c:pt idx="2531">
                  <c:v>1</c:v>
                </c:pt>
                <c:pt idx="2532">
                  <c:v>1</c:v>
                </c:pt>
                <c:pt idx="2533">
                  <c:v>1</c:v>
                </c:pt>
                <c:pt idx="2534">
                  <c:v>1</c:v>
                </c:pt>
                <c:pt idx="2535">
                  <c:v>1</c:v>
                </c:pt>
                <c:pt idx="2536">
                  <c:v>1</c:v>
                </c:pt>
                <c:pt idx="2537">
                  <c:v>1</c:v>
                </c:pt>
                <c:pt idx="2538">
                  <c:v>1</c:v>
                </c:pt>
                <c:pt idx="2539">
                  <c:v>1</c:v>
                </c:pt>
                <c:pt idx="2540">
                  <c:v>1</c:v>
                </c:pt>
                <c:pt idx="2541">
                  <c:v>1</c:v>
                </c:pt>
                <c:pt idx="2542">
                  <c:v>1</c:v>
                </c:pt>
                <c:pt idx="2543">
                  <c:v>1</c:v>
                </c:pt>
                <c:pt idx="2544">
                  <c:v>1</c:v>
                </c:pt>
                <c:pt idx="2545">
                  <c:v>1</c:v>
                </c:pt>
                <c:pt idx="2546">
                  <c:v>1</c:v>
                </c:pt>
                <c:pt idx="2547">
                  <c:v>1</c:v>
                </c:pt>
                <c:pt idx="2548">
                  <c:v>1</c:v>
                </c:pt>
                <c:pt idx="2549">
                  <c:v>1</c:v>
                </c:pt>
                <c:pt idx="2550">
                  <c:v>1</c:v>
                </c:pt>
                <c:pt idx="2551">
                  <c:v>1</c:v>
                </c:pt>
                <c:pt idx="2552">
                  <c:v>1</c:v>
                </c:pt>
                <c:pt idx="2553">
                  <c:v>1</c:v>
                </c:pt>
                <c:pt idx="2554">
                  <c:v>1</c:v>
                </c:pt>
                <c:pt idx="2555">
                  <c:v>1</c:v>
                </c:pt>
                <c:pt idx="2556">
                  <c:v>1</c:v>
                </c:pt>
                <c:pt idx="2557">
                  <c:v>1</c:v>
                </c:pt>
                <c:pt idx="2558">
                  <c:v>1</c:v>
                </c:pt>
                <c:pt idx="2559">
                  <c:v>1</c:v>
                </c:pt>
                <c:pt idx="2560">
                  <c:v>1</c:v>
                </c:pt>
                <c:pt idx="2561">
                  <c:v>1</c:v>
                </c:pt>
                <c:pt idx="2562">
                  <c:v>1</c:v>
                </c:pt>
                <c:pt idx="2563">
                  <c:v>1</c:v>
                </c:pt>
                <c:pt idx="2564">
                  <c:v>1</c:v>
                </c:pt>
                <c:pt idx="2565">
                  <c:v>1</c:v>
                </c:pt>
                <c:pt idx="2566">
                  <c:v>1</c:v>
                </c:pt>
                <c:pt idx="2567">
                  <c:v>1</c:v>
                </c:pt>
                <c:pt idx="2568">
                  <c:v>1</c:v>
                </c:pt>
                <c:pt idx="2569">
                  <c:v>1</c:v>
                </c:pt>
                <c:pt idx="2570">
                  <c:v>1</c:v>
                </c:pt>
                <c:pt idx="2571">
                  <c:v>1</c:v>
                </c:pt>
                <c:pt idx="2572">
                  <c:v>1</c:v>
                </c:pt>
                <c:pt idx="2573">
                  <c:v>1</c:v>
                </c:pt>
                <c:pt idx="2574">
                  <c:v>1</c:v>
                </c:pt>
                <c:pt idx="2575">
                  <c:v>1</c:v>
                </c:pt>
                <c:pt idx="2576">
                  <c:v>1</c:v>
                </c:pt>
                <c:pt idx="2577">
                  <c:v>1</c:v>
                </c:pt>
                <c:pt idx="2578">
                  <c:v>1</c:v>
                </c:pt>
                <c:pt idx="2579">
                  <c:v>1</c:v>
                </c:pt>
                <c:pt idx="2580">
                  <c:v>1</c:v>
                </c:pt>
                <c:pt idx="2581">
                  <c:v>1</c:v>
                </c:pt>
                <c:pt idx="2582">
                  <c:v>1</c:v>
                </c:pt>
                <c:pt idx="2583">
                  <c:v>1</c:v>
                </c:pt>
                <c:pt idx="2584">
                  <c:v>1</c:v>
                </c:pt>
                <c:pt idx="2585">
                  <c:v>1</c:v>
                </c:pt>
                <c:pt idx="2586">
                  <c:v>1</c:v>
                </c:pt>
                <c:pt idx="2587">
                  <c:v>1</c:v>
                </c:pt>
                <c:pt idx="2588">
                  <c:v>1</c:v>
                </c:pt>
                <c:pt idx="2589">
                  <c:v>1</c:v>
                </c:pt>
                <c:pt idx="2590">
                  <c:v>1</c:v>
                </c:pt>
                <c:pt idx="2591">
                  <c:v>1</c:v>
                </c:pt>
                <c:pt idx="2592">
                  <c:v>1</c:v>
                </c:pt>
                <c:pt idx="2593">
                  <c:v>1</c:v>
                </c:pt>
                <c:pt idx="2594">
                  <c:v>1</c:v>
                </c:pt>
                <c:pt idx="2595">
                  <c:v>1</c:v>
                </c:pt>
                <c:pt idx="2596">
                  <c:v>1</c:v>
                </c:pt>
                <c:pt idx="2597">
                  <c:v>1</c:v>
                </c:pt>
                <c:pt idx="2598">
                  <c:v>1</c:v>
                </c:pt>
                <c:pt idx="2599">
                  <c:v>1</c:v>
                </c:pt>
                <c:pt idx="2600">
                  <c:v>1</c:v>
                </c:pt>
                <c:pt idx="2601">
                  <c:v>1</c:v>
                </c:pt>
                <c:pt idx="2602">
                  <c:v>1</c:v>
                </c:pt>
                <c:pt idx="2603">
                  <c:v>1</c:v>
                </c:pt>
                <c:pt idx="2604">
                  <c:v>1</c:v>
                </c:pt>
                <c:pt idx="2605">
                  <c:v>1</c:v>
                </c:pt>
                <c:pt idx="2606">
                  <c:v>1</c:v>
                </c:pt>
                <c:pt idx="2607">
                  <c:v>1</c:v>
                </c:pt>
                <c:pt idx="2608">
                  <c:v>1</c:v>
                </c:pt>
                <c:pt idx="2609">
                  <c:v>1</c:v>
                </c:pt>
                <c:pt idx="2610">
                  <c:v>1</c:v>
                </c:pt>
                <c:pt idx="2611">
                  <c:v>1</c:v>
                </c:pt>
                <c:pt idx="2612">
                  <c:v>1</c:v>
                </c:pt>
                <c:pt idx="2613">
                  <c:v>1</c:v>
                </c:pt>
                <c:pt idx="2614">
                  <c:v>1</c:v>
                </c:pt>
                <c:pt idx="2615">
                  <c:v>1</c:v>
                </c:pt>
                <c:pt idx="2616">
                  <c:v>1</c:v>
                </c:pt>
                <c:pt idx="2617">
                  <c:v>1</c:v>
                </c:pt>
                <c:pt idx="2618">
                  <c:v>1</c:v>
                </c:pt>
                <c:pt idx="2619">
                  <c:v>1</c:v>
                </c:pt>
                <c:pt idx="2620">
                  <c:v>1</c:v>
                </c:pt>
                <c:pt idx="2621">
                  <c:v>1</c:v>
                </c:pt>
                <c:pt idx="2622">
                  <c:v>1</c:v>
                </c:pt>
                <c:pt idx="2623">
                  <c:v>1</c:v>
                </c:pt>
                <c:pt idx="2624">
                  <c:v>1</c:v>
                </c:pt>
                <c:pt idx="2625">
                  <c:v>1</c:v>
                </c:pt>
                <c:pt idx="2626">
                  <c:v>1</c:v>
                </c:pt>
                <c:pt idx="2627">
                  <c:v>1</c:v>
                </c:pt>
                <c:pt idx="2628">
                  <c:v>1</c:v>
                </c:pt>
                <c:pt idx="2629">
                  <c:v>1</c:v>
                </c:pt>
                <c:pt idx="2630">
                  <c:v>1</c:v>
                </c:pt>
                <c:pt idx="2631">
                  <c:v>1</c:v>
                </c:pt>
                <c:pt idx="2632">
                  <c:v>1</c:v>
                </c:pt>
                <c:pt idx="2633">
                  <c:v>1</c:v>
                </c:pt>
                <c:pt idx="2634">
                  <c:v>1</c:v>
                </c:pt>
                <c:pt idx="2635">
                  <c:v>1</c:v>
                </c:pt>
                <c:pt idx="2636">
                  <c:v>1</c:v>
                </c:pt>
                <c:pt idx="2637">
                  <c:v>1</c:v>
                </c:pt>
                <c:pt idx="2638">
                  <c:v>1</c:v>
                </c:pt>
                <c:pt idx="2639">
                  <c:v>1</c:v>
                </c:pt>
                <c:pt idx="2640">
                  <c:v>1</c:v>
                </c:pt>
                <c:pt idx="2641">
                  <c:v>1</c:v>
                </c:pt>
                <c:pt idx="2642">
                  <c:v>1</c:v>
                </c:pt>
                <c:pt idx="2643">
                  <c:v>1</c:v>
                </c:pt>
                <c:pt idx="2644">
                  <c:v>1</c:v>
                </c:pt>
                <c:pt idx="2645">
                  <c:v>1</c:v>
                </c:pt>
                <c:pt idx="2646">
                  <c:v>1</c:v>
                </c:pt>
                <c:pt idx="2647">
                  <c:v>1</c:v>
                </c:pt>
                <c:pt idx="2648">
                  <c:v>1</c:v>
                </c:pt>
                <c:pt idx="2649">
                  <c:v>1</c:v>
                </c:pt>
                <c:pt idx="2650">
                  <c:v>1</c:v>
                </c:pt>
                <c:pt idx="2651">
                  <c:v>1</c:v>
                </c:pt>
                <c:pt idx="2652">
                  <c:v>1</c:v>
                </c:pt>
                <c:pt idx="2653">
                  <c:v>1</c:v>
                </c:pt>
                <c:pt idx="2654">
                  <c:v>1</c:v>
                </c:pt>
                <c:pt idx="2655">
                  <c:v>1</c:v>
                </c:pt>
                <c:pt idx="2656">
                  <c:v>1</c:v>
                </c:pt>
                <c:pt idx="2657">
                  <c:v>1</c:v>
                </c:pt>
                <c:pt idx="2658">
                  <c:v>1</c:v>
                </c:pt>
                <c:pt idx="2659">
                  <c:v>1</c:v>
                </c:pt>
                <c:pt idx="2660">
                  <c:v>1</c:v>
                </c:pt>
                <c:pt idx="2661">
                  <c:v>1</c:v>
                </c:pt>
                <c:pt idx="2662">
                  <c:v>1</c:v>
                </c:pt>
                <c:pt idx="2663">
                  <c:v>1</c:v>
                </c:pt>
                <c:pt idx="2664">
                  <c:v>1</c:v>
                </c:pt>
                <c:pt idx="2665">
                  <c:v>1</c:v>
                </c:pt>
                <c:pt idx="2666">
                  <c:v>1</c:v>
                </c:pt>
                <c:pt idx="2667">
                  <c:v>1</c:v>
                </c:pt>
                <c:pt idx="2668">
                  <c:v>1</c:v>
                </c:pt>
                <c:pt idx="2669">
                  <c:v>1</c:v>
                </c:pt>
                <c:pt idx="2670">
                  <c:v>1</c:v>
                </c:pt>
                <c:pt idx="2671">
                  <c:v>1</c:v>
                </c:pt>
                <c:pt idx="2672">
                  <c:v>1</c:v>
                </c:pt>
                <c:pt idx="2673">
                  <c:v>1</c:v>
                </c:pt>
                <c:pt idx="2674">
                  <c:v>1</c:v>
                </c:pt>
                <c:pt idx="2675">
                  <c:v>1</c:v>
                </c:pt>
                <c:pt idx="2676">
                  <c:v>1</c:v>
                </c:pt>
                <c:pt idx="2677">
                  <c:v>1</c:v>
                </c:pt>
                <c:pt idx="2678">
                  <c:v>1</c:v>
                </c:pt>
                <c:pt idx="2679">
                  <c:v>1</c:v>
                </c:pt>
                <c:pt idx="2680">
                  <c:v>1</c:v>
                </c:pt>
                <c:pt idx="2681">
                  <c:v>1</c:v>
                </c:pt>
                <c:pt idx="2682">
                  <c:v>1</c:v>
                </c:pt>
                <c:pt idx="2683">
                  <c:v>1</c:v>
                </c:pt>
                <c:pt idx="2684">
                  <c:v>1</c:v>
                </c:pt>
                <c:pt idx="2685">
                  <c:v>1</c:v>
                </c:pt>
                <c:pt idx="2686">
                  <c:v>1</c:v>
                </c:pt>
                <c:pt idx="2687">
                  <c:v>1</c:v>
                </c:pt>
                <c:pt idx="2688">
                  <c:v>1</c:v>
                </c:pt>
                <c:pt idx="2689">
                  <c:v>1</c:v>
                </c:pt>
                <c:pt idx="2690">
                  <c:v>1</c:v>
                </c:pt>
                <c:pt idx="2691">
                  <c:v>1</c:v>
                </c:pt>
                <c:pt idx="2692">
                  <c:v>1</c:v>
                </c:pt>
                <c:pt idx="2693">
                  <c:v>1</c:v>
                </c:pt>
                <c:pt idx="2694">
                  <c:v>1</c:v>
                </c:pt>
                <c:pt idx="2695">
                  <c:v>1</c:v>
                </c:pt>
                <c:pt idx="2696">
                  <c:v>1</c:v>
                </c:pt>
                <c:pt idx="2697">
                  <c:v>1</c:v>
                </c:pt>
                <c:pt idx="2698">
                  <c:v>1</c:v>
                </c:pt>
                <c:pt idx="2699">
                  <c:v>1</c:v>
                </c:pt>
                <c:pt idx="2700">
                  <c:v>1</c:v>
                </c:pt>
                <c:pt idx="2701">
                  <c:v>1</c:v>
                </c:pt>
                <c:pt idx="2702">
                  <c:v>1</c:v>
                </c:pt>
                <c:pt idx="2703">
                  <c:v>1</c:v>
                </c:pt>
                <c:pt idx="2704">
                  <c:v>1</c:v>
                </c:pt>
                <c:pt idx="2705">
                  <c:v>1</c:v>
                </c:pt>
                <c:pt idx="2706">
                  <c:v>1</c:v>
                </c:pt>
                <c:pt idx="2707">
                  <c:v>1</c:v>
                </c:pt>
                <c:pt idx="2708">
                  <c:v>1</c:v>
                </c:pt>
                <c:pt idx="2709">
                  <c:v>1</c:v>
                </c:pt>
                <c:pt idx="2710">
                  <c:v>1</c:v>
                </c:pt>
                <c:pt idx="2711">
                  <c:v>1</c:v>
                </c:pt>
                <c:pt idx="2712">
                  <c:v>1</c:v>
                </c:pt>
                <c:pt idx="2713">
                  <c:v>1</c:v>
                </c:pt>
                <c:pt idx="2714">
                  <c:v>1</c:v>
                </c:pt>
                <c:pt idx="2715">
                  <c:v>1</c:v>
                </c:pt>
                <c:pt idx="2716">
                  <c:v>1</c:v>
                </c:pt>
                <c:pt idx="2717">
                  <c:v>1</c:v>
                </c:pt>
                <c:pt idx="2718">
                  <c:v>1</c:v>
                </c:pt>
                <c:pt idx="2719">
                  <c:v>1</c:v>
                </c:pt>
                <c:pt idx="2720">
                  <c:v>1</c:v>
                </c:pt>
                <c:pt idx="2721">
                  <c:v>1</c:v>
                </c:pt>
                <c:pt idx="2722">
                  <c:v>1</c:v>
                </c:pt>
                <c:pt idx="2723">
                  <c:v>1</c:v>
                </c:pt>
                <c:pt idx="2724">
                  <c:v>1</c:v>
                </c:pt>
                <c:pt idx="2725">
                  <c:v>1</c:v>
                </c:pt>
                <c:pt idx="2726">
                  <c:v>1</c:v>
                </c:pt>
                <c:pt idx="2727">
                  <c:v>1</c:v>
                </c:pt>
                <c:pt idx="2728">
                  <c:v>1</c:v>
                </c:pt>
                <c:pt idx="2729">
                  <c:v>1</c:v>
                </c:pt>
                <c:pt idx="2730">
                  <c:v>1</c:v>
                </c:pt>
                <c:pt idx="2731">
                  <c:v>1</c:v>
                </c:pt>
                <c:pt idx="2732">
                  <c:v>1</c:v>
                </c:pt>
                <c:pt idx="2733">
                  <c:v>1</c:v>
                </c:pt>
                <c:pt idx="2734">
                  <c:v>1</c:v>
                </c:pt>
                <c:pt idx="2735">
                  <c:v>1</c:v>
                </c:pt>
                <c:pt idx="2736">
                  <c:v>1</c:v>
                </c:pt>
                <c:pt idx="2737">
                  <c:v>1</c:v>
                </c:pt>
                <c:pt idx="2738">
                  <c:v>1</c:v>
                </c:pt>
                <c:pt idx="2739">
                  <c:v>1</c:v>
                </c:pt>
                <c:pt idx="2740">
                  <c:v>1</c:v>
                </c:pt>
                <c:pt idx="2741">
                  <c:v>1</c:v>
                </c:pt>
                <c:pt idx="2742">
                  <c:v>1</c:v>
                </c:pt>
                <c:pt idx="2743">
                  <c:v>1</c:v>
                </c:pt>
                <c:pt idx="2744">
                  <c:v>1</c:v>
                </c:pt>
                <c:pt idx="2745">
                  <c:v>1</c:v>
                </c:pt>
                <c:pt idx="2746">
                  <c:v>1</c:v>
                </c:pt>
                <c:pt idx="2747">
                  <c:v>1</c:v>
                </c:pt>
                <c:pt idx="2748">
                  <c:v>1</c:v>
                </c:pt>
                <c:pt idx="2749">
                  <c:v>1</c:v>
                </c:pt>
                <c:pt idx="2750">
                  <c:v>1</c:v>
                </c:pt>
                <c:pt idx="2751">
                  <c:v>1</c:v>
                </c:pt>
                <c:pt idx="2752">
                  <c:v>1</c:v>
                </c:pt>
                <c:pt idx="2753">
                  <c:v>1</c:v>
                </c:pt>
                <c:pt idx="2754">
                  <c:v>1</c:v>
                </c:pt>
                <c:pt idx="2755">
                  <c:v>1</c:v>
                </c:pt>
                <c:pt idx="2756">
                  <c:v>1</c:v>
                </c:pt>
                <c:pt idx="2757">
                  <c:v>1</c:v>
                </c:pt>
                <c:pt idx="2758">
                  <c:v>1</c:v>
                </c:pt>
                <c:pt idx="2759">
                  <c:v>1</c:v>
                </c:pt>
                <c:pt idx="2760">
                  <c:v>1</c:v>
                </c:pt>
                <c:pt idx="2761">
                  <c:v>1</c:v>
                </c:pt>
                <c:pt idx="2762">
                  <c:v>1</c:v>
                </c:pt>
                <c:pt idx="2763">
                  <c:v>1</c:v>
                </c:pt>
                <c:pt idx="2764">
                  <c:v>1</c:v>
                </c:pt>
                <c:pt idx="2765">
                  <c:v>1</c:v>
                </c:pt>
                <c:pt idx="2766">
                  <c:v>1</c:v>
                </c:pt>
                <c:pt idx="2767">
                  <c:v>1</c:v>
                </c:pt>
                <c:pt idx="2768">
                  <c:v>1</c:v>
                </c:pt>
                <c:pt idx="2769">
                  <c:v>1</c:v>
                </c:pt>
                <c:pt idx="2770">
                  <c:v>1</c:v>
                </c:pt>
                <c:pt idx="2771">
                  <c:v>1</c:v>
                </c:pt>
                <c:pt idx="2772">
                  <c:v>1</c:v>
                </c:pt>
                <c:pt idx="2773">
                  <c:v>1</c:v>
                </c:pt>
                <c:pt idx="2774">
                  <c:v>1</c:v>
                </c:pt>
                <c:pt idx="2775">
                  <c:v>1</c:v>
                </c:pt>
                <c:pt idx="2776">
                  <c:v>1</c:v>
                </c:pt>
                <c:pt idx="2777">
                  <c:v>1</c:v>
                </c:pt>
                <c:pt idx="2778">
                  <c:v>1</c:v>
                </c:pt>
                <c:pt idx="2779">
                  <c:v>1</c:v>
                </c:pt>
                <c:pt idx="2780">
                  <c:v>1</c:v>
                </c:pt>
                <c:pt idx="2781">
                  <c:v>1</c:v>
                </c:pt>
                <c:pt idx="2782">
                  <c:v>1</c:v>
                </c:pt>
                <c:pt idx="2783">
                  <c:v>1</c:v>
                </c:pt>
                <c:pt idx="2784">
                  <c:v>1</c:v>
                </c:pt>
                <c:pt idx="2785">
                  <c:v>1</c:v>
                </c:pt>
                <c:pt idx="2786">
                  <c:v>1</c:v>
                </c:pt>
                <c:pt idx="2787">
                  <c:v>1</c:v>
                </c:pt>
                <c:pt idx="2788">
                  <c:v>1</c:v>
                </c:pt>
                <c:pt idx="2789">
                  <c:v>1</c:v>
                </c:pt>
                <c:pt idx="2790">
                  <c:v>1</c:v>
                </c:pt>
                <c:pt idx="2791">
                  <c:v>1</c:v>
                </c:pt>
                <c:pt idx="2792">
                  <c:v>1</c:v>
                </c:pt>
                <c:pt idx="2793">
                  <c:v>1</c:v>
                </c:pt>
                <c:pt idx="2794">
                  <c:v>1</c:v>
                </c:pt>
                <c:pt idx="2795">
                  <c:v>1</c:v>
                </c:pt>
                <c:pt idx="2796">
                  <c:v>1</c:v>
                </c:pt>
                <c:pt idx="2797">
                  <c:v>1</c:v>
                </c:pt>
                <c:pt idx="2798">
                  <c:v>1</c:v>
                </c:pt>
                <c:pt idx="2799">
                  <c:v>1</c:v>
                </c:pt>
                <c:pt idx="2800">
                  <c:v>1</c:v>
                </c:pt>
                <c:pt idx="2801">
                  <c:v>1</c:v>
                </c:pt>
                <c:pt idx="2802">
                  <c:v>1</c:v>
                </c:pt>
                <c:pt idx="2803">
                  <c:v>1</c:v>
                </c:pt>
                <c:pt idx="2804">
                  <c:v>1</c:v>
                </c:pt>
                <c:pt idx="2805">
                  <c:v>1</c:v>
                </c:pt>
                <c:pt idx="2806">
                  <c:v>1</c:v>
                </c:pt>
                <c:pt idx="2807">
                  <c:v>1</c:v>
                </c:pt>
                <c:pt idx="2808">
                  <c:v>1</c:v>
                </c:pt>
                <c:pt idx="2809">
                  <c:v>1</c:v>
                </c:pt>
                <c:pt idx="2810">
                  <c:v>1</c:v>
                </c:pt>
                <c:pt idx="2811">
                  <c:v>1</c:v>
                </c:pt>
                <c:pt idx="2812">
                  <c:v>1</c:v>
                </c:pt>
                <c:pt idx="2813">
                  <c:v>1</c:v>
                </c:pt>
                <c:pt idx="2814">
                  <c:v>1</c:v>
                </c:pt>
                <c:pt idx="2815">
                  <c:v>1</c:v>
                </c:pt>
                <c:pt idx="2816">
                  <c:v>1</c:v>
                </c:pt>
                <c:pt idx="2817">
                  <c:v>1</c:v>
                </c:pt>
                <c:pt idx="2818">
                  <c:v>1</c:v>
                </c:pt>
                <c:pt idx="2819">
                  <c:v>1</c:v>
                </c:pt>
                <c:pt idx="2820">
                  <c:v>1</c:v>
                </c:pt>
                <c:pt idx="2821">
                  <c:v>1</c:v>
                </c:pt>
                <c:pt idx="2822">
                  <c:v>1</c:v>
                </c:pt>
                <c:pt idx="2823">
                  <c:v>1</c:v>
                </c:pt>
                <c:pt idx="2824">
                  <c:v>1</c:v>
                </c:pt>
                <c:pt idx="2825">
                  <c:v>1</c:v>
                </c:pt>
                <c:pt idx="2826">
                  <c:v>1</c:v>
                </c:pt>
                <c:pt idx="2827">
                  <c:v>1</c:v>
                </c:pt>
                <c:pt idx="2828">
                  <c:v>1</c:v>
                </c:pt>
                <c:pt idx="2829">
                  <c:v>1</c:v>
                </c:pt>
                <c:pt idx="2830">
                  <c:v>1</c:v>
                </c:pt>
                <c:pt idx="2831">
                  <c:v>1</c:v>
                </c:pt>
                <c:pt idx="2832">
                  <c:v>1</c:v>
                </c:pt>
                <c:pt idx="2833">
                  <c:v>1</c:v>
                </c:pt>
                <c:pt idx="2834">
                  <c:v>1</c:v>
                </c:pt>
                <c:pt idx="2835">
                  <c:v>1</c:v>
                </c:pt>
                <c:pt idx="2836">
                  <c:v>1</c:v>
                </c:pt>
                <c:pt idx="2837">
                  <c:v>1</c:v>
                </c:pt>
                <c:pt idx="2838">
                  <c:v>1</c:v>
                </c:pt>
                <c:pt idx="2839">
                  <c:v>1</c:v>
                </c:pt>
                <c:pt idx="2840">
                  <c:v>1</c:v>
                </c:pt>
                <c:pt idx="2841">
                  <c:v>1</c:v>
                </c:pt>
                <c:pt idx="2842">
                  <c:v>1</c:v>
                </c:pt>
                <c:pt idx="2843">
                  <c:v>1</c:v>
                </c:pt>
                <c:pt idx="2844">
                  <c:v>1</c:v>
                </c:pt>
                <c:pt idx="2845">
                  <c:v>1</c:v>
                </c:pt>
                <c:pt idx="2846">
                  <c:v>1</c:v>
                </c:pt>
                <c:pt idx="2847">
                  <c:v>1</c:v>
                </c:pt>
                <c:pt idx="2848">
                  <c:v>1</c:v>
                </c:pt>
                <c:pt idx="2849">
                  <c:v>1</c:v>
                </c:pt>
                <c:pt idx="2850">
                  <c:v>1</c:v>
                </c:pt>
                <c:pt idx="2851">
                  <c:v>1</c:v>
                </c:pt>
                <c:pt idx="2852">
                  <c:v>1</c:v>
                </c:pt>
                <c:pt idx="2853">
                  <c:v>1</c:v>
                </c:pt>
                <c:pt idx="2854">
                  <c:v>1</c:v>
                </c:pt>
                <c:pt idx="2855">
                  <c:v>1</c:v>
                </c:pt>
                <c:pt idx="2856">
                  <c:v>1</c:v>
                </c:pt>
                <c:pt idx="2857">
                  <c:v>1</c:v>
                </c:pt>
                <c:pt idx="2858">
                  <c:v>1</c:v>
                </c:pt>
                <c:pt idx="2859">
                  <c:v>1</c:v>
                </c:pt>
                <c:pt idx="2860">
                  <c:v>1</c:v>
                </c:pt>
                <c:pt idx="2861">
                  <c:v>1</c:v>
                </c:pt>
                <c:pt idx="2862">
                  <c:v>1</c:v>
                </c:pt>
                <c:pt idx="2863">
                  <c:v>1</c:v>
                </c:pt>
                <c:pt idx="2864">
                  <c:v>1</c:v>
                </c:pt>
                <c:pt idx="2865">
                  <c:v>1</c:v>
                </c:pt>
                <c:pt idx="2866">
                  <c:v>1</c:v>
                </c:pt>
                <c:pt idx="2867">
                  <c:v>1</c:v>
                </c:pt>
                <c:pt idx="2868">
                  <c:v>1</c:v>
                </c:pt>
                <c:pt idx="2869">
                  <c:v>1</c:v>
                </c:pt>
                <c:pt idx="2870">
                  <c:v>1</c:v>
                </c:pt>
                <c:pt idx="2871">
                  <c:v>1</c:v>
                </c:pt>
                <c:pt idx="2872">
                  <c:v>1</c:v>
                </c:pt>
                <c:pt idx="2873">
                  <c:v>1</c:v>
                </c:pt>
                <c:pt idx="2874">
                  <c:v>1</c:v>
                </c:pt>
                <c:pt idx="2875">
                  <c:v>1</c:v>
                </c:pt>
                <c:pt idx="2876">
                  <c:v>1</c:v>
                </c:pt>
                <c:pt idx="2877">
                  <c:v>1</c:v>
                </c:pt>
                <c:pt idx="2878">
                  <c:v>1</c:v>
                </c:pt>
                <c:pt idx="2879">
                  <c:v>1</c:v>
                </c:pt>
                <c:pt idx="2880">
                  <c:v>1</c:v>
                </c:pt>
                <c:pt idx="2881">
                  <c:v>1</c:v>
                </c:pt>
                <c:pt idx="2882">
                  <c:v>1</c:v>
                </c:pt>
                <c:pt idx="2883">
                  <c:v>1</c:v>
                </c:pt>
                <c:pt idx="2884">
                  <c:v>1</c:v>
                </c:pt>
                <c:pt idx="2885">
                  <c:v>1</c:v>
                </c:pt>
                <c:pt idx="2886">
                  <c:v>1</c:v>
                </c:pt>
                <c:pt idx="2887">
                  <c:v>1</c:v>
                </c:pt>
                <c:pt idx="2888">
                  <c:v>1</c:v>
                </c:pt>
                <c:pt idx="2889">
                  <c:v>1</c:v>
                </c:pt>
                <c:pt idx="2890">
                  <c:v>1</c:v>
                </c:pt>
                <c:pt idx="2891">
                  <c:v>1</c:v>
                </c:pt>
                <c:pt idx="2892">
                  <c:v>1</c:v>
                </c:pt>
                <c:pt idx="2893">
                  <c:v>1</c:v>
                </c:pt>
                <c:pt idx="2894">
                  <c:v>1</c:v>
                </c:pt>
                <c:pt idx="2895">
                  <c:v>1</c:v>
                </c:pt>
                <c:pt idx="2896">
                  <c:v>1</c:v>
                </c:pt>
                <c:pt idx="2897">
                  <c:v>1</c:v>
                </c:pt>
                <c:pt idx="2898">
                  <c:v>1</c:v>
                </c:pt>
                <c:pt idx="2899">
                  <c:v>1</c:v>
                </c:pt>
                <c:pt idx="2900">
                  <c:v>1</c:v>
                </c:pt>
                <c:pt idx="2901">
                  <c:v>1</c:v>
                </c:pt>
                <c:pt idx="2902">
                  <c:v>1</c:v>
                </c:pt>
                <c:pt idx="2903">
                  <c:v>1</c:v>
                </c:pt>
                <c:pt idx="2904">
                  <c:v>1</c:v>
                </c:pt>
                <c:pt idx="2905">
                  <c:v>1</c:v>
                </c:pt>
                <c:pt idx="2906">
                  <c:v>1</c:v>
                </c:pt>
                <c:pt idx="2907">
                  <c:v>1</c:v>
                </c:pt>
                <c:pt idx="2908">
                  <c:v>1</c:v>
                </c:pt>
                <c:pt idx="2909">
                  <c:v>1</c:v>
                </c:pt>
                <c:pt idx="2910">
                  <c:v>1</c:v>
                </c:pt>
                <c:pt idx="2911">
                  <c:v>1</c:v>
                </c:pt>
                <c:pt idx="2912">
                  <c:v>1</c:v>
                </c:pt>
                <c:pt idx="2913">
                  <c:v>1</c:v>
                </c:pt>
                <c:pt idx="2914">
                  <c:v>1</c:v>
                </c:pt>
                <c:pt idx="2915">
                  <c:v>1</c:v>
                </c:pt>
                <c:pt idx="2916">
                  <c:v>1</c:v>
                </c:pt>
                <c:pt idx="2917">
                  <c:v>1</c:v>
                </c:pt>
                <c:pt idx="2918">
                  <c:v>1</c:v>
                </c:pt>
                <c:pt idx="2919">
                  <c:v>1</c:v>
                </c:pt>
                <c:pt idx="2920">
                  <c:v>1</c:v>
                </c:pt>
                <c:pt idx="2921">
                  <c:v>1</c:v>
                </c:pt>
                <c:pt idx="2922">
                  <c:v>1</c:v>
                </c:pt>
                <c:pt idx="2923">
                  <c:v>1</c:v>
                </c:pt>
                <c:pt idx="2924">
                  <c:v>1</c:v>
                </c:pt>
                <c:pt idx="2925">
                  <c:v>1</c:v>
                </c:pt>
                <c:pt idx="2926">
                  <c:v>1</c:v>
                </c:pt>
                <c:pt idx="2927">
                  <c:v>1</c:v>
                </c:pt>
                <c:pt idx="2928">
                  <c:v>1</c:v>
                </c:pt>
                <c:pt idx="2929">
                  <c:v>1</c:v>
                </c:pt>
                <c:pt idx="2930">
                  <c:v>1</c:v>
                </c:pt>
                <c:pt idx="2931">
                  <c:v>1</c:v>
                </c:pt>
                <c:pt idx="2932">
                  <c:v>1</c:v>
                </c:pt>
                <c:pt idx="2933">
                  <c:v>1</c:v>
                </c:pt>
                <c:pt idx="2934">
                  <c:v>1</c:v>
                </c:pt>
                <c:pt idx="2935">
                  <c:v>1</c:v>
                </c:pt>
                <c:pt idx="2936">
                  <c:v>1</c:v>
                </c:pt>
                <c:pt idx="2937">
                  <c:v>1</c:v>
                </c:pt>
                <c:pt idx="2938">
                  <c:v>1</c:v>
                </c:pt>
                <c:pt idx="2939">
                  <c:v>1</c:v>
                </c:pt>
                <c:pt idx="2940">
                  <c:v>1</c:v>
                </c:pt>
                <c:pt idx="2941">
                  <c:v>1</c:v>
                </c:pt>
                <c:pt idx="2942">
                  <c:v>1</c:v>
                </c:pt>
                <c:pt idx="2943">
                  <c:v>1</c:v>
                </c:pt>
                <c:pt idx="2944">
                  <c:v>1</c:v>
                </c:pt>
                <c:pt idx="2945">
                  <c:v>1</c:v>
                </c:pt>
                <c:pt idx="2946">
                  <c:v>1</c:v>
                </c:pt>
                <c:pt idx="2947">
                  <c:v>1</c:v>
                </c:pt>
                <c:pt idx="2948">
                  <c:v>1</c:v>
                </c:pt>
                <c:pt idx="2949">
                  <c:v>1</c:v>
                </c:pt>
                <c:pt idx="2950">
                  <c:v>1</c:v>
                </c:pt>
                <c:pt idx="2951">
                  <c:v>1</c:v>
                </c:pt>
                <c:pt idx="2952">
                  <c:v>1</c:v>
                </c:pt>
                <c:pt idx="2953">
                  <c:v>1</c:v>
                </c:pt>
                <c:pt idx="2954">
                  <c:v>1</c:v>
                </c:pt>
                <c:pt idx="2955">
                  <c:v>1</c:v>
                </c:pt>
                <c:pt idx="2956">
                  <c:v>1</c:v>
                </c:pt>
                <c:pt idx="2957">
                  <c:v>1</c:v>
                </c:pt>
                <c:pt idx="2958">
                  <c:v>1</c:v>
                </c:pt>
                <c:pt idx="2959">
                  <c:v>1</c:v>
                </c:pt>
                <c:pt idx="2960">
                  <c:v>1</c:v>
                </c:pt>
                <c:pt idx="2961">
                  <c:v>1</c:v>
                </c:pt>
                <c:pt idx="2962">
                  <c:v>1</c:v>
                </c:pt>
                <c:pt idx="2963">
                  <c:v>1</c:v>
                </c:pt>
                <c:pt idx="2964">
                  <c:v>1</c:v>
                </c:pt>
                <c:pt idx="2965">
                  <c:v>1</c:v>
                </c:pt>
                <c:pt idx="2966">
                  <c:v>1</c:v>
                </c:pt>
                <c:pt idx="2967">
                  <c:v>1</c:v>
                </c:pt>
                <c:pt idx="2968">
                  <c:v>1</c:v>
                </c:pt>
                <c:pt idx="2969">
                  <c:v>1</c:v>
                </c:pt>
                <c:pt idx="2970">
                  <c:v>1</c:v>
                </c:pt>
                <c:pt idx="2971">
                  <c:v>1</c:v>
                </c:pt>
                <c:pt idx="2972">
                  <c:v>1</c:v>
                </c:pt>
                <c:pt idx="2973">
                  <c:v>1</c:v>
                </c:pt>
                <c:pt idx="2974">
                  <c:v>1</c:v>
                </c:pt>
                <c:pt idx="2975">
                  <c:v>1</c:v>
                </c:pt>
                <c:pt idx="2976">
                  <c:v>1</c:v>
                </c:pt>
                <c:pt idx="2977">
                  <c:v>1</c:v>
                </c:pt>
                <c:pt idx="2978">
                  <c:v>1</c:v>
                </c:pt>
                <c:pt idx="2979">
                  <c:v>1</c:v>
                </c:pt>
                <c:pt idx="2980">
                  <c:v>1</c:v>
                </c:pt>
                <c:pt idx="2981">
                  <c:v>1</c:v>
                </c:pt>
                <c:pt idx="2982">
                  <c:v>1</c:v>
                </c:pt>
                <c:pt idx="2983">
                  <c:v>1</c:v>
                </c:pt>
                <c:pt idx="2984">
                  <c:v>1</c:v>
                </c:pt>
                <c:pt idx="2985">
                  <c:v>1</c:v>
                </c:pt>
                <c:pt idx="2986">
                  <c:v>1</c:v>
                </c:pt>
                <c:pt idx="2987">
                  <c:v>1</c:v>
                </c:pt>
                <c:pt idx="2988">
                  <c:v>1</c:v>
                </c:pt>
                <c:pt idx="2989">
                  <c:v>1</c:v>
                </c:pt>
                <c:pt idx="2990">
                  <c:v>1</c:v>
                </c:pt>
                <c:pt idx="2991">
                  <c:v>1</c:v>
                </c:pt>
                <c:pt idx="2992">
                  <c:v>1</c:v>
                </c:pt>
                <c:pt idx="2993">
                  <c:v>1</c:v>
                </c:pt>
                <c:pt idx="2994">
                  <c:v>1</c:v>
                </c:pt>
                <c:pt idx="2995">
                  <c:v>1</c:v>
                </c:pt>
                <c:pt idx="2996">
                  <c:v>1</c:v>
                </c:pt>
                <c:pt idx="2997">
                  <c:v>1</c:v>
                </c:pt>
                <c:pt idx="2998">
                  <c:v>1</c:v>
                </c:pt>
                <c:pt idx="2999">
                  <c:v>1</c:v>
                </c:pt>
              </c:numCache>
            </c:numRef>
          </c:yVal>
        </c:ser>
        <c:ser>
          <c:idx val="1"/>
          <c:order val="1"/>
          <c:tx>
            <c:v>含誤差的量測速度</c:v>
          </c:tx>
          <c:spPr>
            <a:ln xmlns:a="http://schemas.openxmlformats.org/drawingml/2006/main" w="28575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Data'!$C$2:$C$3001</c:f>
              <c:numCache>
                <c:formatCode>General</c:formatCode>
                <c:ptCount val="3000"/>
                <c:pt idx="0">
                  <c:v>5E-05</c:v>
                </c:pt>
                <c:pt idx="1">
                  <c:v>0.00015</c:v>
                </c:pt>
                <c:pt idx="2">
                  <c:v>0.00025</c:v>
                </c:pt>
                <c:pt idx="3">
                  <c:v>0.00035</c:v>
                </c:pt>
                <c:pt idx="4">
                  <c:v>0.00045</c:v>
                </c:pt>
                <c:pt idx="5">
                  <c:v>0.00055</c:v>
                </c:pt>
                <c:pt idx="6">
                  <c:v>0.00065</c:v>
                </c:pt>
                <c:pt idx="7">
                  <c:v>0.00075</c:v>
                </c:pt>
                <c:pt idx="8">
                  <c:v>0.00085</c:v>
                </c:pt>
                <c:pt idx="9">
                  <c:v>0.00095</c:v>
                </c:pt>
                <c:pt idx="10">
                  <c:v>0.00105</c:v>
                </c:pt>
                <c:pt idx="11">
                  <c:v>0.00115</c:v>
                </c:pt>
                <c:pt idx="12">
                  <c:v>0.00125</c:v>
                </c:pt>
                <c:pt idx="13">
                  <c:v>0.00135</c:v>
                </c:pt>
                <c:pt idx="14">
                  <c:v>0.00145</c:v>
                </c:pt>
                <c:pt idx="15">
                  <c:v>0.00155</c:v>
                </c:pt>
                <c:pt idx="16">
                  <c:v>0.00165</c:v>
                </c:pt>
                <c:pt idx="17">
                  <c:v>0.00175</c:v>
                </c:pt>
                <c:pt idx="18">
                  <c:v>0.00185</c:v>
                </c:pt>
                <c:pt idx="19">
                  <c:v>0.00195</c:v>
                </c:pt>
                <c:pt idx="20">
                  <c:v>0.00205</c:v>
                </c:pt>
                <c:pt idx="21">
                  <c:v>0.00215</c:v>
                </c:pt>
                <c:pt idx="22">
                  <c:v>0.00225</c:v>
                </c:pt>
                <c:pt idx="23">
                  <c:v>0.00235</c:v>
                </c:pt>
                <c:pt idx="24">
                  <c:v>0.00245</c:v>
                </c:pt>
                <c:pt idx="25">
                  <c:v>0.00255</c:v>
                </c:pt>
                <c:pt idx="26">
                  <c:v>0.00265</c:v>
                </c:pt>
                <c:pt idx="27">
                  <c:v>0.00275</c:v>
                </c:pt>
                <c:pt idx="28">
                  <c:v>0.00285</c:v>
                </c:pt>
                <c:pt idx="29">
                  <c:v>0.00295</c:v>
                </c:pt>
                <c:pt idx="30">
                  <c:v>0.00305</c:v>
                </c:pt>
                <c:pt idx="31">
                  <c:v>0.00315</c:v>
                </c:pt>
                <c:pt idx="32">
                  <c:v>0.00325</c:v>
                </c:pt>
                <c:pt idx="33">
                  <c:v>0.00335</c:v>
                </c:pt>
                <c:pt idx="34">
                  <c:v>0.00345</c:v>
                </c:pt>
                <c:pt idx="35">
                  <c:v>0.00355</c:v>
                </c:pt>
                <c:pt idx="36">
                  <c:v>0.00365</c:v>
                </c:pt>
                <c:pt idx="37">
                  <c:v>0.00375</c:v>
                </c:pt>
                <c:pt idx="38">
                  <c:v>0.00385</c:v>
                </c:pt>
                <c:pt idx="39">
                  <c:v>0.00395</c:v>
                </c:pt>
                <c:pt idx="40">
                  <c:v>0.00405</c:v>
                </c:pt>
                <c:pt idx="41">
                  <c:v>0.00415</c:v>
                </c:pt>
                <c:pt idx="42">
                  <c:v>0.00425</c:v>
                </c:pt>
                <c:pt idx="43">
                  <c:v>0.00435</c:v>
                </c:pt>
                <c:pt idx="44">
                  <c:v>0.00445</c:v>
                </c:pt>
                <c:pt idx="45">
                  <c:v>0.00455</c:v>
                </c:pt>
                <c:pt idx="46">
                  <c:v>0.00465</c:v>
                </c:pt>
                <c:pt idx="47">
                  <c:v>0.00475</c:v>
                </c:pt>
                <c:pt idx="48">
                  <c:v>0.00485</c:v>
                </c:pt>
                <c:pt idx="49">
                  <c:v>0.00495</c:v>
                </c:pt>
                <c:pt idx="50">
                  <c:v>0.00505</c:v>
                </c:pt>
                <c:pt idx="51">
                  <c:v>0.00515</c:v>
                </c:pt>
                <c:pt idx="52">
                  <c:v>0.00525</c:v>
                </c:pt>
                <c:pt idx="53">
                  <c:v>0.00535</c:v>
                </c:pt>
                <c:pt idx="54">
                  <c:v>0.00545</c:v>
                </c:pt>
                <c:pt idx="55">
                  <c:v>0.00555</c:v>
                </c:pt>
                <c:pt idx="56">
                  <c:v>0.00565</c:v>
                </c:pt>
                <c:pt idx="57">
                  <c:v>0.00575</c:v>
                </c:pt>
                <c:pt idx="58">
                  <c:v>0.00585</c:v>
                </c:pt>
                <c:pt idx="59">
                  <c:v>0.00595</c:v>
                </c:pt>
                <c:pt idx="60">
                  <c:v>0.00605</c:v>
                </c:pt>
                <c:pt idx="61">
                  <c:v>0.00615</c:v>
                </c:pt>
                <c:pt idx="62">
                  <c:v>0.00625</c:v>
                </c:pt>
                <c:pt idx="63">
                  <c:v>0.00635</c:v>
                </c:pt>
                <c:pt idx="64">
                  <c:v>0.00645</c:v>
                </c:pt>
                <c:pt idx="65">
                  <c:v>0.00655</c:v>
                </c:pt>
                <c:pt idx="66">
                  <c:v>0.00665</c:v>
                </c:pt>
                <c:pt idx="67">
                  <c:v>0.00675</c:v>
                </c:pt>
                <c:pt idx="68">
                  <c:v>0.00685</c:v>
                </c:pt>
                <c:pt idx="69">
                  <c:v>0.00695</c:v>
                </c:pt>
                <c:pt idx="70">
                  <c:v>0.00705</c:v>
                </c:pt>
                <c:pt idx="71">
                  <c:v>0.00715</c:v>
                </c:pt>
                <c:pt idx="72">
                  <c:v>0.00725</c:v>
                </c:pt>
                <c:pt idx="73">
                  <c:v>0.00735</c:v>
                </c:pt>
                <c:pt idx="74">
                  <c:v>0.00745</c:v>
                </c:pt>
                <c:pt idx="75">
                  <c:v>0.00755</c:v>
                </c:pt>
                <c:pt idx="76">
                  <c:v>0.00765</c:v>
                </c:pt>
                <c:pt idx="77">
                  <c:v>0.00775</c:v>
                </c:pt>
                <c:pt idx="78">
                  <c:v>0.00785</c:v>
                </c:pt>
                <c:pt idx="79">
                  <c:v>0.00795</c:v>
                </c:pt>
                <c:pt idx="80">
                  <c:v>0.00805</c:v>
                </c:pt>
                <c:pt idx="81">
                  <c:v>0.00815</c:v>
                </c:pt>
                <c:pt idx="82">
                  <c:v>0.00825</c:v>
                </c:pt>
                <c:pt idx="83">
                  <c:v>0.00835</c:v>
                </c:pt>
                <c:pt idx="84">
                  <c:v>0.00845</c:v>
                </c:pt>
                <c:pt idx="85">
                  <c:v>0.00855</c:v>
                </c:pt>
                <c:pt idx="86">
                  <c:v>0.00865</c:v>
                </c:pt>
                <c:pt idx="87">
                  <c:v>0.00875</c:v>
                </c:pt>
                <c:pt idx="88">
                  <c:v>0.00885</c:v>
                </c:pt>
                <c:pt idx="89">
                  <c:v>0.00895</c:v>
                </c:pt>
                <c:pt idx="90">
                  <c:v>0.00905</c:v>
                </c:pt>
                <c:pt idx="91">
                  <c:v>0.00915</c:v>
                </c:pt>
                <c:pt idx="92">
                  <c:v>0.00925</c:v>
                </c:pt>
                <c:pt idx="93">
                  <c:v>0.00935</c:v>
                </c:pt>
                <c:pt idx="94">
                  <c:v>0.00945</c:v>
                </c:pt>
                <c:pt idx="95">
                  <c:v>0.00955</c:v>
                </c:pt>
                <c:pt idx="96">
                  <c:v>0.00965</c:v>
                </c:pt>
                <c:pt idx="97">
                  <c:v>0.00975</c:v>
                </c:pt>
                <c:pt idx="98">
                  <c:v>0.00985</c:v>
                </c:pt>
                <c:pt idx="99">
                  <c:v>0.00995</c:v>
                </c:pt>
                <c:pt idx="100">
                  <c:v>0.01005</c:v>
                </c:pt>
                <c:pt idx="101">
                  <c:v>0.01015</c:v>
                </c:pt>
                <c:pt idx="102">
                  <c:v>0.01025</c:v>
                </c:pt>
                <c:pt idx="103">
                  <c:v>0.01035</c:v>
                </c:pt>
                <c:pt idx="104">
                  <c:v>0.01045</c:v>
                </c:pt>
                <c:pt idx="105">
                  <c:v>0.01055</c:v>
                </c:pt>
                <c:pt idx="106">
                  <c:v>0.01065</c:v>
                </c:pt>
                <c:pt idx="107">
                  <c:v>0.01075</c:v>
                </c:pt>
                <c:pt idx="108">
                  <c:v>0.01085</c:v>
                </c:pt>
                <c:pt idx="109">
                  <c:v>0.01095</c:v>
                </c:pt>
                <c:pt idx="110">
                  <c:v>0.01105</c:v>
                </c:pt>
                <c:pt idx="111">
                  <c:v>0.01115</c:v>
                </c:pt>
                <c:pt idx="112">
                  <c:v>0.01125</c:v>
                </c:pt>
                <c:pt idx="113">
                  <c:v>0.01135</c:v>
                </c:pt>
                <c:pt idx="114">
                  <c:v>0.01145</c:v>
                </c:pt>
                <c:pt idx="115">
                  <c:v>0.01155</c:v>
                </c:pt>
                <c:pt idx="116">
                  <c:v>0.01165</c:v>
                </c:pt>
                <c:pt idx="117">
                  <c:v>0.01175</c:v>
                </c:pt>
                <c:pt idx="118">
                  <c:v>0.01185</c:v>
                </c:pt>
                <c:pt idx="119">
                  <c:v>0.01195</c:v>
                </c:pt>
                <c:pt idx="120">
                  <c:v>0.01205</c:v>
                </c:pt>
                <c:pt idx="121">
                  <c:v>0.01215</c:v>
                </c:pt>
                <c:pt idx="122">
                  <c:v>0.01225</c:v>
                </c:pt>
                <c:pt idx="123">
                  <c:v>0.01235</c:v>
                </c:pt>
                <c:pt idx="124">
                  <c:v>0.01245</c:v>
                </c:pt>
                <c:pt idx="125">
                  <c:v>0.01255</c:v>
                </c:pt>
                <c:pt idx="126">
                  <c:v>0.01265</c:v>
                </c:pt>
                <c:pt idx="127">
                  <c:v>0.01275</c:v>
                </c:pt>
                <c:pt idx="128">
                  <c:v>0.01285</c:v>
                </c:pt>
                <c:pt idx="129">
                  <c:v>0.01295</c:v>
                </c:pt>
                <c:pt idx="130">
                  <c:v>0.01305</c:v>
                </c:pt>
                <c:pt idx="131">
                  <c:v>0.01315</c:v>
                </c:pt>
                <c:pt idx="132">
                  <c:v>0.01325</c:v>
                </c:pt>
                <c:pt idx="133">
                  <c:v>0.01335</c:v>
                </c:pt>
                <c:pt idx="134">
                  <c:v>0.01345</c:v>
                </c:pt>
                <c:pt idx="135">
                  <c:v>0.01355</c:v>
                </c:pt>
                <c:pt idx="136">
                  <c:v>0.01365</c:v>
                </c:pt>
                <c:pt idx="137">
                  <c:v>0.01375</c:v>
                </c:pt>
                <c:pt idx="138">
                  <c:v>0.01385</c:v>
                </c:pt>
                <c:pt idx="139">
                  <c:v>0.01395</c:v>
                </c:pt>
                <c:pt idx="140">
                  <c:v>0.01405</c:v>
                </c:pt>
                <c:pt idx="141">
                  <c:v>0.01415</c:v>
                </c:pt>
                <c:pt idx="142">
                  <c:v>0.01425</c:v>
                </c:pt>
                <c:pt idx="143">
                  <c:v>0.01435</c:v>
                </c:pt>
                <c:pt idx="144">
                  <c:v>0.01445</c:v>
                </c:pt>
                <c:pt idx="145">
                  <c:v>0.01455</c:v>
                </c:pt>
                <c:pt idx="146">
                  <c:v>0.01465</c:v>
                </c:pt>
                <c:pt idx="147">
                  <c:v>0.01475</c:v>
                </c:pt>
                <c:pt idx="148">
                  <c:v>0.01485</c:v>
                </c:pt>
                <c:pt idx="149">
                  <c:v>0.01495</c:v>
                </c:pt>
                <c:pt idx="150">
                  <c:v>0.01505</c:v>
                </c:pt>
                <c:pt idx="151">
                  <c:v>0.01515</c:v>
                </c:pt>
                <c:pt idx="152">
                  <c:v>0.01525</c:v>
                </c:pt>
                <c:pt idx="153">
                  <c:v>0.01535</c:v>
                </c:pt>
                <c:pt idx="154">
                  <c:v>0.01545</c:v>
                </c:pt>
                <c:pt idx="155">
                  <c:v>0.01555</c:v>
                </c:pt>
                <c:pt idx="156">
                  <c:v>0.01565</c:v>
                </c:pt>
                <c:pt idx="157">
                  <c:v>0.01575</c:v>
                </c:pt>
                <c:pt idx="158">
                  <c:v>0.01585</c:v>
                </c:pt>
                <c:pt idx="159">
                  <c:v>0.01595</c:v>
                </c:pt>
                <c:pt idx="160">
                  <c:v>0.01605</c:v>
                </c:pt>
                <c:pt idx="161">
                  <c:v>0.01615</c:v>
                </c:pt>
                <c:pt idx="162">
                  <c:v>0.01625</c:v>
                </c:pt>
                <c:pt idx="163">
                  <c:v>0.01635</c:v>
                </c:pt>
                <c:pt idx="164">
                  <c:v>0.01645</c:v>
                </c:pt>
                <c:pt idx="165">
                  <c:v>0.01655</c:v>
                </c:pt>
                <c:pt idx="166">
                  <c:v>0.01665</c:v>
                </c:pt>
                <c:pt idx="167">
                  <c:v>0.01675</c:v>
                </c:pt>
                <c:pt idx="168">
                  <c:v>0.01685</c:v>
                </c:pt>
                <c:pt idx="169">
                  <c:v>0.01695</c:v>
                </c:pt>
                <c:pt idx="170">
                  <c:v>0.01705</c:v>
                </c:pt>
                <c:pt idx="171">
                  <c:v>0.01715</c:v>
                </c:pt>
                <c:pt idx="172">
                  <c:v>0.01725</c:v>
                </c:pt>
                <c:pt idx="173">
                  <c:v>0.01735</c:v>
                </c:pt>
                <c:pt idx="174">
                  <c:v>0.01745</c:v>
                </c:pt>
                <c:pt idx="175">
                  <c:v>0.01755</c:v>
                </c:pt>
                <c:pt idx="176">
                  <c:v>0.01765</c:v>
                </c:pt>
                <c:pt idx="177">
                  <c:v>0.01775</c:v>
                </c:pt>
                <c:pt idx="178">
                  <c:v>0.01785</c:v>
                </c:pt>
                <c:pt idx="179">
                  <c:v>0.01795</c:v>
                </c:pt>
                <c:pt idx="180">
                  <c:v>0.01805</c:v>
                </c:pt>
                <c:pt idx="181">
                  <c:v>0.01815</c:v>
                </c:pt>
                <c:pt idx="182">
                  <c:v>0.01825</c:v>
                </c:pt>
                <c:pt idx="183">
                  <c:v>0.01835</c:v>
                </c:pt>
                <c:pt idx="184">
                  <c:v>0.01845</c:v>
                </c:pt>
                <c:pt idx="185">
                  <c:v>0.01855</c:v>
                </c:pt>
                <c:pt idx="186">
                  <c:v>0.01865</c:v>
                </c:pt>
                <c:pt idx="187">
                  <c:v>0.01875</c:v>
                </c:pt>
                <c:pt idx="188">
                  <c:v>0.01885</c:v>
                </c:pt>
                <c:pt idx="189">
                  <c:v>0.01895</c:v>
                </c:pt>
                <c:pt idx="190">
                  <c:v>0.01905</c:v>
                </c:pt>
                <c:pt idx="191">
                  <c:v>0.01915</c:v>
                </c:pt>
                <c:pt idx="192">
                  <c:v>0.01925</c:v>
                </c:pt>
                <c:pt idx="193">
                  <c:v>0.01935</c:v>
                </c:pt>
                <c:pt idx="194">
                  <c:v>0.01945</c:v>
                </c:pt>
                <c:pt idx="195">
                  <c:v>0.01955</c:v>
                </c:pt>
                <c:pt idx="196">
                  <c:v>0.01965</c:v>
                </c:pt>
                <c:pt idx="197">
                  <c:v>0.01975</c:v>
                </c:pt>
                <c:pt idx="198">
                  <c:v>0.01985</c:v>
                </c:pt>
                <c:pt idx="199">
                  <c:v>0.01995</c:v>
                </c:pt>
                <c:pt idx="200">
                  <c:v>0.02005</c:v>
                </c:pt>
                <c:pt idx="201">
                  <c:v>0.02015</c:v>
                </c:pt>
                <c:pt idx="202">
                  <c:v>0.02025</c:v>
                </c:pt>
                <c:pt idx="203">
                  <c:v>0.02035</c:v>
                </c:pt>
                <c:pt idx="204">
                  <c:v>0.02045</c:v>
                </c:pt>
                <c:pt idx="205">
                  <c:v>0.02055</c:v>
                </c:pt>
                <c:pt idx="206">
                  <c:v>0.02065</c:v>
                </c:pt>
                <c:pt idx="207">
                  <c:v>0.02075</c:v>
                </c:pt>
                <c:pt idx="208">
                  <c:v>0.02085</c:v>
                </c:pt>
                <c:pt idx="209">
                  <c:v>0.02095</c:v>
                </c:pt>
                <c:pt idx="210">
                  <c:v>0.02105</c:v>
                </c:pt>
                <c:pt idx="211">
                  <c:v>0.02115</c:v>
                </c:pt>
                <c:pt idx="212">
                  <c:v>0.02125</c:v>
                </c:pt>
                <c:pt idx="213">
                  <c:v>0.02135</c:v>
                </c:pt>
                <c:pt idx="214">
                  <c:v>0.02145</c:v>
                </c:pt>
                <c:pt idx="215">
                  <c:v>0.02155</c:v>
                </c:pt>
                <c:pt idx="216">
                  <c:v>0.02165</c:v>
                </c:pt>
                <c:pt idx="217">
                  <c:v>0.02175</c:v>
                </c:pt>
                <c:pt idx="218">
                  <c:v>0.02185</c:v>
                </c:pt>
                <c:pt idx="219">
                  <c:v>0.02195</c:v>
                </c:pt>
                <c:pt idx="220">
                  <c:v>0.02205</c:v>
                </c:pt>
                <c:pt idx="221">
                  <c:v>0.02215</c:v>
                </c:pt>
                <c:pt idx="222">
                  <c:v>0.02225</c:v>
                </c:pt>
                <c:pt idx="223">
                  <c:v>0.02235</c:v>
                </c:pt>
                <c:pt idx="224">
                  <c:v>0.02245</c:v>
                </c:pt>
                <c:pt idx="225">
                  <c:v>0.02255</c:v>
                </c:pt>
                <c:pt idx="226">
                  <c:v>0.02265</c:v>
                </c:pt>
                <c:pt idx="227">
                  <c:v>0.02275</c:v>
                </c:pt>
                <c:pt idx="228">
                  <c:v>0.02285</c:v>
                </c:pt>
                <c:pt idx="229">
                  <c:v>0.02295</c:v>
                </c:pt>
                <c:pt idx="230">
                  <c:v>0.02305</c:v>
                </c:pt>
                <c:pt idx="231">
                  <c:v>0.02315</c:v>
                </c:pt>
                <c:pt idx="232">
                  <c:v>0.02325</c:v>
                </c:pt>
                <c:pt idx="233">
                  <c:v>0.02335</c:v>
                </c:pt>
                <c:pt idx="234">
                  <c:v>0.02345</c:v>
                </c:pt>
                <c:pt idx="235">
                  <c:v>0.02355</c:v>
                </c:pt>
                <c:pt idx="236">
                  <c:v>0.02365</c:v>
                </c:pt>
                <c:pt idx="237">
                  <c:v>0.02375</c:v>
                </c:pt>
                <c:pt idx="238">
                  <c:v>0.02385</c:v>
                </c:pt>
                <c:pt idx="239">
                  <c:v>0.02395</c:v>
                </c:pt>
                <c:pt idx="240">
                  <c:v>0.02405</c:v>
                </c:pt>
                <c:pt idx="241">
                  <c:v>0.02415</c:v>
                </c:pt>
                <c:pt idx="242">
                  <c:v>0.02425</c:v>
                </c:pt>
                <c:pt idx="243">
                  <c:v>0.02435</c:v>
                </c:pt>
                <c:pt idx="244">
                  <c:v>0.02445</c:v>
                </c:pt>
                <c:pt idx="245">
                  <c:v>0.02455</c:v>
                </c:pt>
                <c:pt idx="246">
                  <c:v>0.02465</c:v>
                </c:pt>
                <c:pt idx="247">
                  <c:v>0.02475</c:v>
                </c:pt>
                <c:pt idx="248">
                  <c:v>0.02485</c:v>
                </c:pt>
                <c:pt idx="249">
                  <c:v>0.02495</c:v>
                </c:pt>
                <c:pt idx="250">
                  <c:v>0.02505</c:v>
                </c:pt>
                <c:pt idx="251">
                  <c:v>0.02515</c:v>
                </c:pt>
                <c:pt idx="252">
                  <c:v>0.02525</c:v>
                </c:pt>
                <c:pt idx="253">
                  <c:v>0.02535</c:v>
                </c:pt>
                <c:pt idx="254">
                  <c:v>0.02545</c:v>
                </c:pt>
                <c:pt idx="255">
                  <c:v>0.02555</c:v>
                </c:pt>
                <c:pt idx="256">
                  <c:v>0.02565</c:v>
                </c:pt>
                <c:pt idx="257">
                  <c:v>0.02575</c:v>
                </c:pt>
                <c:pt idx="258">
                  <c:v>0.02585</c:v>
                </c:pt>
                <c:pt idx="259">
                  <c:v>0.02595</c:v>
                </c:pt>
                <c:pt idx="260">
                  <c:v>0.02605</c:v>
                </c:pt>
                <c:pt idx="261">
                  <c:v>0.02615</c:v>
                </c:pt>
                <c:pt idx="262">
                  <c:v>0.02625</c:v>
                </c:pt>
                <c:pt idx="263">
                  <c:v>0.02635</c:v>
                </c:pt>
                <c:pt idx="264">
                  <c:v>0.02645</c:v>
                </c:pt>
                <c:pt idx="265">
                  <c:v>0.02655</c:v>
                </c:pt>
                <c:pt idx="266">
                  <c:v>0.02665</c:v>
                </c:pt>
                <c:pt idx="267">
                  <c:v>0.02675</c:v>
                </c:pt>
                <c:pt idx="268">
                  <c:v>0.02685</c:v>
                </c:pt>
                <c:pt idx="269">
                  <c:v>0.02695</c:v>
                </c:pt>
                <c:pt idx="270">
                  <c:v>0.02705</c:v>
                </c:pt>
                <c:pt idx="271">
                  <c:v>0.02715</c:v>
                </c:pt>
                <c:pt idx="272">
                  <c:v>0.02725</c:v>
                </c:pt>
                <c:pt idx="273">
                  <c:v>0.02735</c:v>
                </c:pt>
                <c:pt idx="274">
                  <c:v>0.02745</c:v>
                </c:pt>
                <c:pt idx="275">
                  <c:v>0.02755</c:v>
                </c:pt>
                <c:pt idx="276">
                  <c:v>0.02765</c:v>
                </c:pt>
                <c:pt idx="277">
                  <c:v>0.02775</c:v>
                </c:pt>
                <c:pt idx="278">
                  <c:v>0.02785</c:v>
                </c:pt>
                <c:pt idx="279">
                  <c:v>0.02795</c:v>
                </c:pt>
                <c:pt idx="280">
                  <c:v>0.02805</c:v>
                </c:pt>
                <c:pt idx="281">
                  <c:v>0.02815</c:v>
                </c:pt>
                <c:pt idx="282">
                  <c:v>0.02825</c:v>
                </c:pt>
                <c:pt idx="283">
                  <c:v>0.02835</c:v>
                </c:pt>
                <c:pt idx="284">
                  <c:v>0.02845</c:v>
                </c:pt>
                <c:pt idx="285">
                  <c:v>0.02855</c:v>
                </c:pt>
                <c:pt idx="286">
                  <c:v>0.02865</c:v>
                </c:pt>
                <c:pt idx="287">
                  <c:v>0.02875</c:v>
                </c:pt>
                <c:pt idx="288">
                  <c:v>0.02885</c:v>
                </c:pt>
                <c:pt idx="289">
                  <c:v>0.02895</c:v>
                </c:pt>
                <c:pt idx="290">
                  <c:v>0.02905</c:v>
                </c:pt>
                <c:pt idx="291">
                  <c:v>0.02915</c:v>
                </c:pt>
                <c:pt idx="292">
                  <c:v>0.02925</c:v>
                </c:pt>
                <c:pt idx="293">
                  <c:v>0.02935</c:v>
                </c:pt>
                <c:pt idx="294">
                  <c:v>0.02945</c:v>
                </c:pt>
                <c:pt idx="295">
                  <c:v>0.02955</c:v>
                </c:pt>
                <c:pt idx="296">
                  <c:v>0.02965</c:v>
                </c:pt>
                <c:pt idx="297">
                  <c:v>0.02975</c:v>
                </c:pt>
                <c:pt idx="298">
                  <c:v>0.02985</c:v>
                </c:pt>
                <c:pt idx="299">
                  <c:v>0.02995</c:v>
                </c:pt>
                <c:pt idx="300">
                  <c:v>0.03005</c:v>
                </c:pt>
                <c:pt idx="301">
                  <c:v>0.03015</c:v>
                </c:pt>
                <c:pt idx="302">
                  <c:v>0.03025</c:v>
                </c:pt>
                <c:pt idx="303">
                  <c:v>0.03035</c:v>
                </c:pt>
                <c:pt idx="304">
                  <c:v>0.03045</c:v>
                </c:pt>
                <c:pt idx="305">
                  <c:v>0.03055</c:v>
                </c:pt>
                <c:pt idx="306">
                  <c:v>0.03065</c:v>
                </c:pt>
                <c:pt idx="307">
                  <c:v>0.03075</c:v>
                </c:pt>
                <c:pt idx="308">
                  <c:v>0.03085</c:v>
                </c:pt>
                <c:pt idx="309">
                  <c:v>0.03095</c:v>
                </c:pt>
                <c:pt idx="310">
                  <c:v>0.03105</c:v>
                </c:pt>
                <c:pt idx="311">
                  <c:v>0.03115</c:v>
                </c:pt>
                <c:pt idx="312">
                  <c:v>0.03125</c:v>
                </c:pt>
                <c:pt idx="313">
                  <c:v>0.03135</c:v>
                </c:pt>
                <c:pt idx="314">
                  <c:v>0.03145</c:v>
                </c:pt>
                <c:pt idx="315">
                  <c:v>0.03155</c:v>
                </c:pt>
                <c:pt idx="316">
                  <c:v>0.03165</c:v>
                </c:pt>
                <c:pt idx="317">
                  <c:v>0.03175</c:v>
                </c:pt>
                <c:pt idx="318">
                  <c:v>0.03185</c:v>
                </c:pt>
                <c:pt idx="319">
                  <c:v>0.03195</c:v>
                </c:pt>
                <c:pt idx="320">
                  <c:v>0.03205</c:v>
                </c:pt>
                <c:pt idx="321">
                  <c:v>0.03215</c:v>
                </c:pt>
                <c:pt idx="322">
                  <c:v>0.03225</c:v>
                </c:pt>
                <c:pt idx="323">
                  <c:v>0.03235</c:v>
                </c:pt>
                <c:pt idx="324">
                  <c:v>0.03245</c:v>
                </c:pt>
                <c:pt idx="325">
                  <c:v>0.03255</c:v>
                </c:pt>
                <c:pt idx="326">
                  <c:v>0.03265</c:v>
                </c:pt>
                <c:pt idx="327">
                  <c:v>0.03275</c:v>
                </c:pt>
                <c:pt idx="328">
                  <c:v>0.03285</c:v>
                </c:pt>
                <c:pt idx="329">
                  <c:v>0.03295</c:v>
                </c:pt>
                <c:pt idx="330">
                  <c:v>0.03305</c:v>
                </c:pt>
                <c:pt idx="331">
                  <c:v>0.03315</c:v>
                </c:pt>
                <c:pt idx="332">
                  <c:v>0.03325</c:v>
                </c:pt>
                <c:pt idx="333">
                  <c:v>0.03335</c:v>
                </c:pt>
                <c:pt idx="334">
                  <c:v>0.03345</c:v>
                </c:pt>
                <c:pt idx="335">
                  <c:v>0.03355</c:v>
                </c:pt>
                <c:pt idx="336">
                  <c:v>0.03365</c:v>
                </c:pt>
                <c:pt idx="337">
                  <c:v>0.03375</c:v>
                </c:pt>
                <c:pt idx="338">
                  <c:v>0.03385</c:v>
                </c:pt>
                <c:pt idx="339">
                  <c:v>0.03395</c:v>
                </c:pt>
                <c:pt idx="340">
                  <c:v>0.03405</c:v>
                </c:pt>
                <c:pt idx="341">
                  <c:v>0.03415</c:v>
                </c:pt>
                <c:pt idx="342">
                  <c:v>0.03425</c:v>
                </c:pt>
                <c:pt idx="343">
                  <c:v>0.03435</c:v>
                </c:pt>
                <c:pt idx="344">
                  <c:v>0.03445</c:v>
                </c:pt>
                <c:pt idx="345">
                  <c:v>0.03455</c:v>
                </c:pt>
                <c:pt idx="346">
                  <c:v>0.03465</c:v>
                </c:pt>
                <c:pt idx="347">
                  <c:v>0.03475</c:v>
                </c:pt>
                <c:pt idx="348">
                  <c:v>0.03485</c:v>
                </c:pt>
                <c:pt idx="349">
                  <c:v>0.03495</c:v>
                </c:pt>
                <c:pt idx="350">
                  <c:v>0.03505</c:v>
                </c:pt>
                <c:pt idx="351">
                  <c:v>0.03515</c:v>
                </c:pt>
                <c:pt idx="352">
                  <c:v>0.03525</c:v>
                </c:pt>
                <c:pt idx="353">
                  <c:v>0.03535</c:v>
                </c:pt>
                <c:pt idx="354">
                  <c:v>0.03545</c:v>
                </c:pt>
                <c:pt idx="355">
                  <c:v>0.03555</c:v>
                </c:pt>
                <c:pt idx="356">
                  <c:v>0.03565</c:v>
                </c:pt>
                <c:pt idx="357">
                  <c:v>0.03575</c:v>
                </c:pt>
                <c:pt idx="358">
                  <c:v>0.03585</c:v>
                </c:pt>
                <c:pt idx="359">
                  <c:v>0.03595</c:v>
                </c:pt>
                <c:pt idx="360">
                  <c:v>0.03605</c:v>
                </c:pt>
                <c:pt idx="361">
                  <c:v>0.03615</c:v>
                </c:pt>
                <c:pt idx="362">
                  <c:v>0.03625</c:v>
                </c:pt>
                <c:pt idx="363">
                  <c:v>0.03635</c:v>
                </c:pt>
                <c:pt idx="364">
                  <c:v>0.03645</c:v>
                </c:pt>
                <c:pt idx="365">
                  <c:v>0.03655</c:v>
                </c:pt>
                <c:pt idx="366">
                  <c:v>0.03665</c:v>
                </c:pt>
                <c:pt idx="367">
                  <c:v>0.03675</c:v>
                </c:pt>
                <c:pt idx="368">
                  <c:v>0.03685</c:v>
                </c:pt>
                <c:pt idx="369">
                  <c:v>0.03695</c:v>
                </c:pt>
                <c:pt idx="370">
                  <c:v>0.03705</c:v>
                </c:pt>
                <c:pt idx="371">
                  <c:v>0.03715</c:v>
                </c:pt>
                <c:pt idx="372">
                  <c:v>0.03725</c:v>
                </c:pt>
                <c:pt idx="373">
                  <c:v>0.03735</c:v>
                </c:pt>
                <c:pt idx="374">
                  <c:v>0.03745</c:v>
                </c:pt>
                <c:pt idx="375">
                  <c:v>0.03755</c:v>
                </c:pt>
                <c:pt idx="376">
                  <c:v>0.03765</c:v>
                </c:pt>
                <c:pt idx="377">
                  <c:v>0.03775</c:v>
                </c:pt>
                <c:pt idx="378">
                  <c:v>0.03785</c:v>
                </c:pt>
                <c:pt idx="379">
                  <c:v>0.03795</c:v>
                </c:pt>
                <c:pt idx="380">
                  <c:v>0.03805</c:v>
                </c:pt>
                <c:pt idx="381">
                  <c:v>0.03815</c:v>
                </c:pt>
                <c:pt idx="382">
                  <c:v>0.03825</c:v>
                </c:pt>
                <c:pt idx="383">
                  <c:v>0.03835</c:v>
                </c:pt>
                <c:pt idx="384">
                  <c:v>0.03845</c:v>
                </c:pt>
                <c:pt idx="385">
                  <c:v>0.03855</c:v>
                </c:pt>
                <c:pt idx="386">
                  <c:v>0.03865</c:v>
                </c:pt>
                <c:pt idx="387">
                  <c:v>0.03875</c:v>
                </c:pt>
                <c:pt idx="388">
                  <c:v>0.03885</c:v>
                </c:pt>
                <c:pt idx="389">
                  <c:v>0.03895</c:v>
                </c:pt>
                <c:pt idx="390">
                  <c:v>0.03905</c:v>
                </c:pt>
                <c:pt idx="391">
                  <c:v>0.03915</c:v>
                </c:pt>
                <c:pt idx="392">
                  <c:v>0.03925</c:v>
                </c:pt>
                <c:pt idx="393">
                  <c:v>0.03935</c:v>
                </c:pt>
                <c:pt idx="394">
                  <c:v>0.03945</c:v>
                </c:pt>
                <c:pt idx="395">
                  <c:v>0.03955</c:v>
                </c:pt>
                <c:pt idx="396">
                  <c:v>0.03965</c:v>
                </c:pt>
                <c:pt idx="397">
                  <c:v>0.03975</c:v>
                </c:pt>
                <c:pt idx="398">
                  <c:v>0.03985</c:v>
                </c:pt>
                <c:pt idx="399">
                  <c:v>0.03995</c:v>
                </c:pt>
                <c:pt idx="400">
                  <c:v>0.04005</c:v>
                </c:pt>
                <c:pt idx="401">
                  <c:v>0.04015</c:v>
                </c:pt>
                <c:pt idx="402">
                  <c:v>0.04025</c:v>
                </c:pt>
                <c:pt idx="403">
                  <c:v>0.04035</c:v>
                </c:pt>
                <c:pt idx="404">
                  <c:v>0.04045</c:v>
                </c:pt>
                <c:pt idx="405">
                  <c:v>0.04055</c:v>
                </c:pt>
                <c:pt idx="406">
                  <c:v>0.04065</c:v>
                </c:pt>
                <c:pt idx="407">
                  <c:v>0.04075</c:v>
                </c:pt>
                <c:pt idx="408">
                  <c:v>0.04085</c:v>
                </c:pt>
                <c:pt idx="409">
                  <c:v>0.04095</c:v>
                </c:pt>
                <c:pt idx="410">
                  <c:v>0.04105</c:v>
                </c:pt>
                <c:pt idx="411">
                  <c:v>0.04115</c:v>
                </c:pt>
                <c:pt idx="412">
                  <c:v>0.04125</c:v>
                </c:pt>
                <c:pt idx="413">
                  <c:v>0.04135</c:v>
                </c:pt>
                <c:pt idx="414">
                  <c:v>0.04145</c:v>
                </c:pt>
                <c:pt idx="415">
                  <c:v>0.04155</c:v>
                </c:pt>
                <c:pt idx="416">
                  <c:v>0.04165</c:v>
                </c:pt>
                <c:pt idx="417">
                  <c:v>0.04175</c:v>
                </c:pt>
                <c:pt idx="418">
                  <c:v>0.04185</c:v>
                </c:pt>
                <c:pt idx="419">
                  <c:v>0.04195</c:v>
                </c:pt>
                <c:pt idx="420">
                  <c:v>0.04205</c:v>
                </c:pt>
                <c:pt idx="421">
                  <c:v>0.04215</c:v>
                </c:pt>
                <c:pt idx="422">
                  <c:v>0.04225</c:v>
                </c:pt>
                <c:pt idx="423">
                  <c:v>0.04235</c:v>
                </c:pt>
                <c:pt idx="424">
                  <c:v>0.04245</c:v>
                </c:pt>
                <c:pt idx="425">
                  <c:v>0.04255</c:v>
                </c:pt>
                <c:pt idx="426">
                  <c:v>0.04265</c:v>
                </c:pt>
                <c:pt idx="427">
                  <c:v>0.04275</c:v>
                </c:pt>
                <c:pt idx="428">
                  <c:v>0.04285</c:v>
                </c:pt>
                <c:pt idx="429">
                  <c:v>0.04295</c:v>
                </c:pt>
                <c:pt idx="430">
                  <c:v>0.04305</c:v>
                </c:pt>
                <c:pt idx="431">
                  <c:v>0.04315</c:v>
                </c:pt>
                <c:pt idx="432">
                  <c:v>0.04325</c:v>
                </c:pt>
                <c:pt idx="433">
                  <c:v>0.04335</c:v>
                </c:pt>
                <c:pt idx="434">
                  <c:v>0.04345</c:v>
                </c:pt>
                <c:pt idx="435">
                  <c:v>0.04355</c:v>
                </c:pt>
                <c:pt idx="436">
                  <c:v>0.04365</c:v>
                </c:pt>
                <c:pt idx="437">
                  <c:v>0.04375</c:v>
                </c:pt>
                <c:pt idx="438">
                  <c:v>0.04385</c:v>
                </c:pt>
                <c:pt idx="439">
                  <c:v>0.04395</c:v>
                </c:pt>
                <c:pt idx="440">
                  <c:v>0.04405</c:v>
                </c:pt>
                <c:pt idx="441">
                  <c:v>0.04415</c:v>
                </c:pt>
                <c:pt idx="442">
                  <c:v>0.04425</c:v>
                </c:pt>
                <c:pt idx="443">
                  <c:v>0.04435</c:v>
                </c:pt>
                <c:pt idx="444">
                  <c:v>0.04445</c:v>
                </c:pt>
                <c:pt idx="445">
                  <c:v>0.04455</c:v>
                </c:pt>
                <c:pt idx="446">
                  <c:v>0.04465</c:v>
                </c:pt>
                <c:pt idx="447">
                  <c:v>0.04475</c:v>
                </c:pt>
                <c:pt idx="448">
                  <c:v>0.04485</c:v>
                </c:pt>
                <c:pt idx="449">
                  <c:v>0.04495</c:v>
                </c:pt>
                <c:pt idx="450">
                  <c:v>0.04505</c:v>
                </c:pt>
                <c:pt idx="451">
                  <c:v>0.04515</c:v>
                </c:pt>
                <c:pt idx="452">
                  <c:v>0.04525</c:v>
                </c:pt>
                <c:pt idx="453">
                  <c:v>0.04535</c:v>
                </c:pt>
                <c:pt idx="454">
                  <c:v>0.04545</c:v>
                </c:pt>
                <c:pt idx="455">
                  <c:v>0.04555</c:v>
                </c:pt>
                <c:pt idx="456">
                  <c:v>0.04565</c:v>
                </c:pt>
                <c:pt idx="457">
                  <c:v>0.04575</c:v>
                </c:pt>
                <c:pt idx="458">
                  <c:v>0.04585</c:v>
                </c:pt>
                <c:pt idx="459">
                  <c:v>0.04595</c:v>
                </c:pt>
                <c:pt idx="460">
                  <c:v>0.04605</c:v>
                </c:pt>
                <c:pt idx="461">
                  <c:v>0.04615</c:v>
                </c:pt>
                <c:pt idx="462">
                  <c:v>0.04625</c:v>
                </c:pt>
                <c:pt idx="463">
                  <c:v>0.04635</c:v>
                </c:pt>
                <c:pt idx="464">
                  <c:v>0.04645</c:v>
                </c:pt>
                <c:pt idx="465">
                  <c:v>0.04655</c:v>
                </c:pt>
                <c:pt idx="466">
                  <c:v>0.04665</c:v>
                </c:pt>
                <c:pt idx="467">
                  <c:v>0.04675</c:v>
                </c:pt>
                <c:pt idx="468">
                  <c:v>0.04685</c:v>
                </c:pt>
                <c:pt idx="469">
                  <c:v>0.04695</c:v>
                </c:pt>
                <c:pt idx="470">
                  <c:v>0.04705</c:v>
                </c:pt>
                <c:pt idx="471">
                  <c:v>0.04715</c:v>
                </c:pt>
                <c:pt idx="472">
                  <c:v>0.04725</c:v>
                </c:pt>
                <c:pt idx="473">
                  <c:v>0.04735</c:v>
                </c:pt>
                <c:pt idx="474">
                  <c:v>0.04745</c:v>
                </c:pt>
                <c:pt idx="475">
                  <c:v>0.04755</c:v>
                </c:pt>
                <c:pt idx="476">
                  <c:v>0.04765</c:v>
                </c:pt>
                <c:pt idx="477">
                  <c:v>0.04775</c:v>
                </c:pt>
                <c:pt idx="478">
                  <c:v>0.04785</c:v>
                </c:pt>
                <c:pt idx="479">
                  <c:v>0.04795</c:v>
                </c:pt>
                <c:pt idx="480">
                  <c:v>0.04805</c:v>
                </c:pt>
                <c:pt idx="481">
                  <c:v>0.04815</c:v>
                </c:pt>
                <c:pt idx="482">
                  <c:v>0.04825</c:v>
                </c:pt>
                <c:pt idx="483">
                  <c:v>0.04835</c:v>
                </c:pt>
                <c:pt idx="484">
                  <c:v>0.04845</c:v>
                </c:pt>
                <c:pt idx="485">
                  <c:v>0.04855</c:v>
                </c:pt>
                <c:pt idx="486">
                  <c:v>0.04865</c:v>
                </c:pt>
                <c:pt idx="487">
                  <c:v>0.04875</c:v>
                </c:pt>
                <c:pt idx="488">
                  <c:v>0.04885</c:v>
                </c:pt>
                <c:pt idx="489">
                  <c:v>0.04895</c:v>
                </c:pt>
                <c:pt idx="490">
                  <c:v>0.04905</c:v>
                </c:pt>
                <c:pt idx="491">
                  <c:v>0.04915</c:v>
                </c:pt>
                <c:pt idx="492">
                  <c:v>0.04925</c:v>
                </c:pt>
                <c:pt idx="493">
                  <c:v>0.04935</c:v>
                </c:pt>
                <c:pt idx="494">
                  <c:v>0.04945</c:v>
                </c:pt>
                <c:pt idx="495">
                  <c:v>0.04955</c:v>
                </c:pt>
                <c:pt idx="496">
                  <c:v>0.04965</c:v>
                </c:pt>
                <c:pt idx="497">
                  <c:v>0.04975</c:v>
                </c:pt>
                <c:pt idx="498">
                  <c:v>0.04985</c:v>
                </c:pt>
                <c:pt idx="499">
                  <c:v>0.04995</c:v>
                </c:pt>
                <c:pt idx="500">
                  <c:v>0.05005</c:v>
                </c:pt>
                <c:pt idx="501">
                  <c:v>0.05015</c:v>
                </c:pt>
                <c:pt idx="502">
                  <c:v>0.05025</c:v>
                </c:pt>
                <c:pt idx="503">
                  <c:v>0.05035</c:v>
                </c:pt>
                <c:pt idx="504">
                  <c:v>0.05045</c:v>
                </c:pt>
                <c:pt idx="505">
                  <c:v>0.05055</c:v>
                </c:pt>
                <c:pt idx="506">
                  <c:v>0.05065</c:v>
                </c:pt>
                <c:pt idx="507">
                  <c:v>0.05075</c:v>
                </c:pt>
                <c:pt idx="508">
                  <c:v>0.05085</c:v>
                </c:pt>
                <c:pt idx="509">
                  <c:v>0.05095</c:v>
                </c:pt>
                <c:pt idx="510">
                  <c:v>0.05105</c:v>
                </c:pt>
                <c:pt idx="511">
                  <c:v>0.05115</c:v>
                </c:pt>
                <c:pt idx="512">
                  <c:v>0.05125</c:v>
                </c:pt>
                <c:pt idx="513">
                  <c:v>0.05135</c:v>
                </c:pt>
                <c:pt idx="514">
                  <c:v>0.05145</c:v>
                </c:pt>
                <c:pt idx="515">
                  <c:v>0.05155</c:v>
                </c:pt>
                <c:pt idx="516">
                  <c:v>0.05165</c:v>
                </c:pt>
                <c:pt idx="517">
                  <c:v>0.05175</c:v>
                </c:pt>
                <c:pt idx="518">
                  <c:v>0.05185</c:v>
                </c:pt>
                <c:pt idx="519">
                  <c:v>0.05195</c:v>
                </c:pt>
                <c:pt idx="520">
                  <c:v>0.05205</c:v>
                </c:pt>
                <c:pt idx="521">
                  <c:v>0.05215</c:v>
                </c:pt>
                <c:pt idx="522">
                  <c:v>0.05225</c:v>
                </c:pt>
                <c:pt idx="523">
                  <c:v>0.05235</c:v>
                </c:pt>
                <c:pt idx="524">
                  <c:v>0.05245</c:v>
                </c:pt>
                <c:pt idx="525">
                  <c:v>0.05255</c:v>
                </c:pt>
                <c:pt idx="526">
                  <c:v>0.05265</c:v>
                </c:pt>
                <c:pt idx="527">
                  <c:v>0.05275</c:v>
                </c:pt>
                <c:pt idx="528">
                  <c:v>0.05285</c:v>
                </c:pt>
                <c:pt idx="529">
                  <c:v>0.05295</c:v>
                </c:pt>
                <c:pt idx="530">
                  <c:v>0.05305</c:v>
                </c:pt>
                <c:pt idx="531">
                  <c:v>0.05315</c:v>
                </c:pt>
                <c:pt idx="532">
                  <c:v>0.05325</c:v>
                </c:pt>
                <c:pt idx="533">
                  <c:v>0.05335</c:v>
                </c:pt>
                <c:pt idx="534">
                  <c:v>0.05345</c:v>
                </c:pt>
                <c:pt idx="535">
                  <c:v>0.05355</c:v>
                </c:pt>
                <c:pt idx="536">
                  <c:v>0.05365</c:v>
                </c:pt>
                <c:pt idx="537">
                  <c:v>0.05375</c:v>
                </c:pt>
                <c:pt idx="538">
                  <c:v>0.05385</c:v>
                </c:pt>
                <c:pt idx="539">
                  <c:v>0.05395</c:v>
                </c:pt>
                <c:pt idx="540">
                  <c:v>0.05405</c:v>
                </c:pt>
                <c:pt idx="541">
                  <c:v>0.05415</c:v>
                </c:pt>
                <c:pt idx="542">
                  <c:v>0.05425</c:v>
                </c:pt>
                <c:pt idx="543">
                  <c:v>0.05435</c:v>
                </c:pt>
                <c:pt idx="544">
                  <c:v>0.05445</c:v>
                </c:pt>
                <c:pt idx="545">
                  <c:v>0.05455</c:v>
                </c:pt>
                <c:pt idx="546">
                  <c:v>0.05465</c:v>
                </c:pt>
                <c:pt idx="547">
                  <c:v>0.05475</c:v>
                </c:pt>
                <c:pt idx="548">
                  <c:v>0.05485</c:v>
                </c:pt>
                <c:pt idx="549">
                  <c:v>0.05495</c:v>
                </c:pt>
                <c:pt idx="550">
                  <c:v>0.05505</c:v>
                </c:pt>
                <c:pt idx="551">
                  <c:v>0.05515</c:v>
                </c:pt>
                <c:pt idx="552">
                  <c:v>0.05525</c:v>
                </c:pt>
                <c:pt idx="553">
                  <c:v>0.05535</c:v>
                </c:pt>
                <c:pt idx="554">
                  <c:v>0.05545</c:v>
                </c:pt>
                <c:pt idx="555">
                  <c:v>0.05555</c:v>
                </c:pt>
                <c:pt idx="556">
                  <c:v>0.05565</c:v>
                </c:pt>
                <c:pt idx="557">
                  <c:v>0.05575</c:v>
                </c:pt>
                <c:pt idx="558">
                  <c:v>0.05585</c:v>
                </c:pt>
                <c:pt idx="559">
                  <c:v>0.05595</c:v>
                </c:pt>
                <c:pt idx="560">
                  <c:v>0.05605</c:v>
                </c:pt>
                <c:pt idx="561">
                  <c:v>0.05615</c:v>
                </c:pt>
                <c:pt idx="562">
                  <c:v>0.05625</c:v>
                </c:pt>
                <c:pt idx="563">
                  <c:v>0.05635</c:v>
                </c:pt>
                <c:pt idx="564">
                  <c:v>0.05645</c:v>
                </c:pt>
                <c:pt idx="565">
                  <c:v>0.05655</c:v>
                </c:pt>
                <c:pt idx="566">
                  <c:v>0.05665</c:v>
                </c:pt>
                <c:pt idx="567">
                  <c:v>0.05675</c:v>
                </c:pt>
                <c:pt idx="568">
                  <c:v>0.05685</c:v>
                </c:pt>
                <c:pt idx="569">
                  <c:v>0.05695</c:v>
                </c:pt>
                <c:pt idx="570">
                  <c:v>0.05705</c:v>
                </c:pt>
                <c:pt idx="571">
                  <c:v>0.05715</c:v>
                </c:pt>
                <c:pt idx="572">
                  <c:v>0.05725</c:v>
                </c:pt>
                <c:pt idx="573">
                  <c:v>0.05735</c:v>
                </c:pt>
                <c:pt idx="574">
                  <c:v>0.05745</c:v>
                </c:pt>
                <c:pt idx="575">
                  <c:v>0.05755</c:v>
                </c:pt>
                <c:pt idx="576">
                  <c:v>0.05765</c:v>
                </c:pt>
                <c:pt idx="577">
                  <c:v>0.05775</c:v>
                </c:pt>
                <c:pt idx="578">
                  <c:v>0.05785</c:v>
                </c:pt>
                <c:pt idx="579">
                  <c:v>0.05795</c:v>
                </c:pt>
                <c:pt idx="580">
                  <c:v>0.05805</c:v>
                </c:pt>
                <c:pt idx="581">
                  <c:v>0.05815</c:v>
                </c:pt>
                <c:pt idx="582">
                  <c:v>0.05825</c:v>
                </c:pt>
                <c:pt idx="583">
                  <c:v>0.05835</c:v>
                </c:pt>
                <c:pt idx="584">
                  <c:v>0.05845</c:v>
                </c:pt>
                <c:pt idx="585">
                  <c:v>0.05855</c:v>
                </c:pt>
                <c:pt idx="586">
                  <c:v>0.05865</c:v>
                </c:pt>
                <c:pt idx="587">
                  <c:v>0.05875</c:v>
                </c:pt>
                <c:pt idx="588">
                  <c:v>0.05885</c:v>
                </c:pt>
                <c:pt idx="589">
                  <c:v>0.05895</c:v>
                </c:pt>
                <c:pt idx="590">
                  <c:v>0.05905</c:v>
                </c:pt>
                <c:pt idx="591">
                  <c:v>0.05915</c:v>
                </c:pt>
                <c:pt idx="592">
                  <c:v>0.05925</c:v>
                </c:pt>
                <c:pt idx="593">
                  <c:v>0.05935</c:v>
                </c:pt>
                <c:pt idx="594">
                  <c:v>0.05945</c:v>
                </c:pt>
                <c:pt idx="595">
                  <c:v>0.05955</c:v>
                </c:pt>
                <c:pt idx="596">
                  <c:v>0.05965</c:v>
                </c:pt>
                <c:pt idx="597">
                  <c:v>0.05975</c:v>
                </c:pt>
                <c:pt idx="598">
                  <c:v>0.05985</c:v>
                </c:pt>
                <c:pt idx="599">
                  <c:v>0.05995</c:v>
                </c:pt>
                <c:pt idx="600">
                  <c:v>0.06005</c:v>
                </c:pt>
                <c:pt idx="601">
                  <c:v>0.06015</c:v>
                </c:pt>
                <c:pt idx="602">
                  <c:v>0.06025</c:v>
                </c:pt>
                <c:pt idx="603">
                  <c:v>0.06035</c:v>
                </c:pt>
                <c:pt idx="604">
                  <c:v>0.06045</c:v>
                </c:pt>
                <c:pt idx="605">
                  <c:v>0.06055</c:v>
                </c:pt>
                <c:pt idx="606">
                  <c:v>0.06065</c:v>
                </c:pt>
                <c:pt idx="607">
                  <c:v>0.06075</c:v>
                </c:pt>
                <c:pt idx="608">
                  <c:v>0.06085</c:v>
                </c:pt>
                <c:pt idx="609">
                  <c:v>0.06095</c:v>
                </c:pt>
                <c:pt idx="610">
                  <c:v>0.06105</c:v>
                </c:pt>
                <c:pt idx="611">
                  <c:v>0.06115</c:v>
                </c:pt>
                <c:pt idx="612">
                  <c:v>0.06125</c:v>
                </c:pt>
                <c:pt idx="613">
                  <c:v>0.06135</c:v>
                </c:pt>
                <c:pt idx="614">
                  <c:v>0.06145</c:v>
                </c:pt>
                <c:pt idx="615">
                  <c:v>0.06155</c:v>
                </c:pt>
                <c:pt idx="616">
                  <c:v>0.06165</c:v>
                </c:pt>
                <c:pt idx="617">
                  <c:v>0.06175</c:v>
                </c:pt>
                <c:pt idx="618">
                  <c:v>0.06185</c:v>
                </c:pt>
                <c:pt idx="619">
                  <c:v>0.06195</c:v>
                </c:pt>
                <c:pt idx="620">
                  <c:v>0.06205</c:v>
                </c:pt>
                <c:pt idx="621">
                  <c:v>0.06215</c:v>
                </c:pt>
                <c:pt idx="622">
                  <c:v>0.06225</c:v>
                </c:pt>
                <c:pt idx="623">
                  <c:v>0.06235</c:v>
                </c:pt>
                <c:pt idx="624">
                  <c:v>0.06245</c:v>
                </c:pt>
                <c:pt idx="625">
                  <c:v>0.06255</c:v>
                </c:pt>
                <c:pt idx="626">
                  <c:v>0.06265</c:v>
                </c:pt>
                <c:pt idx="627">
                  <c:v>0.06275</c:v>
                </c:pt>
                <c:pt idx="628">
                  <c:v>0.06285</c:v>
                </c:pt>
                <c:pt idx="629">
                  <c:v>0.06295</c:v>
                </c:pt>
                <c:pt idx="630">
                  <c:v>0.06305</c:v>
                </c:pt>
                <c:pt idx="631">
                  <c:v>0.06315</c:v>
                </c:pt>
                <c:pt idx="632">
                  <c:v>0.06325</c:v>
                </c:pt>
                <c:pt idx="633">
                  <c:v>0.06335</c:v>
                </c:pt>
                <c:pt idx="634">
                  <c:v>0.06345</c:v>
                </c:pt>
                <c:pt idx="635">
                  <c:v>0.06355</c:v>
                </c:pt>
                <c:pt idx="636">
                  <c:v>0.06365</c:v>
                </c:pt>
                <c:pt idx="637">
                  <c:v>0.06375</c:v>
                </c:pt>
                <c:pt idx="638">
                  <c:v>0.06385</c:v>
                </c:pt>
                <c:pt idx="639">
                  <c:v>0.06395</c:v>
                </c:pt>
                <c:pt idx="640">
                  <c:v>0.06405</c:v>
                </c:pt>
                <c:pt idx="641">
                  <c:v>0.06415</c:v>
                </c:pt>
                <c:pt idx="642">
                  <c:v>0.06425</c:v>
                </c:pt>
                <c:pt idx="643">
                  <c:v>0.06435</c:v>
                </c:pt>
                <c:pt idx="644">
                  <c:v>0.06445</c:v>
                </c:pt>
                <c:pt idx="645">
                  <c:v>0.06455</c:v>
                </c:pt>
                <c:pt idx="646">
                  <c:v>0.06465</c:v>
                </c:pt>
                <c:pt idx="647">
                  <c:v>0.06475</c:v>
                </c:pt>
                <c:pt idx="648">
                  <c:v>0.06485</c:v>
                </c:pt>
                <c:pt idx="649">
                  <c:v>0.06495</c:v>
                </c:pt>
                <c:pt idx="650">
                  <c:v>0.06505</c:v>
                </c:pt>
                <c:pt idx="651">
                  <c:v>0.06515</c:v>
                </c:pt>
                <c:pt idx="652">
                  <c:v>0.06525</c:v>
                </c:pt>
                <c:pt idx="653">
                  <c:v>0.06535</c:v>
                </c:pt>
                <c:pt idx="654">
                  <c:v>0.06545</c:v>
                </c:pt>
                <c:pt idx="655">
                  <c:v>0.06555</c:v>
                </c:pt>
                <c:pt idx="656">
                  <c:v>0.06565</c:v>
                </c:pt>
                <c:pt idx="657">
                  <c:v>0.06575</c:v>
                </c:pt>
                <c:pt idx="658">
                  <c:v>0.06585</c:v>
                </c:pt>
                <c:pt idx="659">
                  <c:v>0.06595</c:v>
                </c:pt>
                <c:pt idx="660">
                  <c:v>0.06605</c:v>
                </c:pt>
                <c:pt idx="661">
                  <c:v>0.06615</c:v>
                </c:pt>
                <c:pt idx="662">
                  <c:v>0.06625</c:v>
                </c:pt>
                <c:pt idx="663">
                  <c:v>0.06635</c:v>
                </c:pt>
                <c:pt idx="664">
                  <c:v>0.06645</c:v>
                </c:pt>
                <c:pt idx="665">
                  <c:v>0.06655</c:v>
                </c:pt>
                <c:pt idx="666">
                  <c:v>0.06665</c:v>
                </c:pt>
                <c:pt idx="667">
                  <c:v>0.06675</c:v>
                </c:pt>
                <c:pt idx="668">
                  <c:v>0.06685</c:v>
                </c:pt>
                <c:pt idx="669">
                  <c:v>0.06695</c:v>
                </c:pt>
                <c:pt idx="670">
                  <c:v>0.06705</c:v>
                </c:pt>
                <c:pt idx="671">
                  <c:v>0.06715</c:v>
                </c:pt>
                <c:pt idx="672">
                  <c:v>0.06725</c:v>
                </c:pt>
                <c:pt idx="673">
                  <c:v>0.06735</c:v>
                </c:pt>
                <c:pt idx="674">
                  <c:v>0.06745</c:v>
                </c:pt>
                <c:pt idx="675">
                  <c:v>0.06755</c:v>
                </c:pt>
                <c:pt idx="676">
                  <c:v>0.06765</c:v>
                </c:pt>
                <c:pt idx="677">
                  <c:v>0.06775</c:v>
                </c:pt>
                <c:pt idx="678">
                  <c:v>0.06785</c:v>
                </c:pt>
                <c:pt idx="679">
                  <c:v>0.06795</c:v>
                </c:pt>
                <c:pt idx="680">
                  <c:v>0.06805</c:v>
                </c:pt>
                <c:pt idx="681">
                  <c:v>0.06815</c:v>
                </c:pt>
                <c:pt idx="682">
                  <c:v>0.06825</c:v>
                </c:pt>
                <c:pt idx="683">
                  <c:v>0.06835</c:v>
                </c:pt>
                <c:pt idx="684">
                  <c:v>0.06845</c:v>
                </c:pt>
                <c:pt idx="685">
                  <c:v>0.06855</c:v>
                </c:pt>
                <c:pt idx="686">
                  <c:v>0.06865</c:v>
                </c:pt>
                <c:pt idx="687">
                  <c:v>0.06875</c:v>
                </c:pt>
                <c:pt idx="688">
                  <c:v>0.06885</c:v>
                </c:pt>
                <c:pt idx="689">
                  <c:v>0.06895</c:v>
                </c:pt>
                <c:pt idx="690">
                  <c:v>0.06905</c:v>
                </c:pt>
                <c:pt idx="691">
                  <c:v>0.06915</c:v>
                </c:pt>
                <c:pt idx="692">
                  <c:v>0.06925</c:v>
                </c:pt>
                <c:pt idx="693">
                  <c:v>0.06935</c:v>
                </c:pt>
                <c:pt idx="694">
                  <c:v>0.06945</c:v>
                </c:pt>
                <c:pt idx="695">
                  <c:v>0.06955</c:v>
                </c:pt>
                <c:pt idx="696">
                  <c:v>0.06965</c:v>
                </c:pt>
                <c:pt idx="697">
                  <c:v>0.06975</c:v>
                </c:pt>
                <c:pt idx="698">
                  <c:v>0.06985</c:v>
                </c:pt>
                <c:pt idx="699">
                  <c:v>0.06995</c:v>
                </c:pt>
                <c:pt idx="700">
                  <c:v>0.07005</c:v>
                </c:pt>
                <c:pt idx="701">
                  <c:v>0.07015</c:v>
                </c:pt>
                <c:pt idx="702">
                  <c:v>0.07025</c:v>
                </c:pt>
                <c:pt idx="703">
                  <c:v>0.07035</c:v>
                </c:pt>
                <c:pt idx="704">
                  <c:v>0.07045</c:v>
                </c:pt>
                <c:pt idx="705">
                  <c:v>0.07055</c:v>
                </c:pt>
                <c:pt idx="706">
                  <c:v>0.07065</c:v>
                </c:pt>
                <c:pt idx="707">
                  <c:v>0.07075</c:v>
                </c:pt>
                <c:pt idx="708">
                  <c:v>0.07085</c:v>
                </c:pt>
                <c:pt idx="709">
                  <c:v>0.07095</c:v>
                </c:pt>
                <c:pt idx="710">
                  <c:v>0.07105</c:v>
                </c:pt>
                <c:pt idx="711">
                  <c:v>0.07115</c:v>
                </c:pt>
                <c:pt idx="712">
                  <c:v>0.07125</c:v>
                </c:pt>
                <c:pt idx="713">
                  <c:v>0.07135</c:v>
                </c:pt>
                <c:pt idx="714">
                  <c:v>0.07145</c:v>
                </c:pt>
                <c:pt idx="715">
                  <c:v>0.07155</c:v>
                </c:pt>
                <c:pt idx="716">
                  <c:v>0.07165</c:v>
                </c:pt>
                <c:pt idx="717">
                  <c:v>0.07175</c:v>
                </c:pt>
                <c:pt idx="718">
                  <c:v>0.07185</c:v>
                </c:pt>
                <c:pt idx="719">
                  <c:v>0.07195</c:v>
                </c:pt>
                <c:pt idx="720">
                  <c:v>0.07205</c:v>
                </c:pt>
                <c:pt idx="721">
                  <c:v>0.07215</c:v>
                </c:pt>
                <c:pt idx="722">
                  <c:v>0.07225</c:v>
                </c:pt>
                <c:pt idx="723">
                  <c:v>0.07235</c:v>
                </c:pt>
                <c:pt idx="724">
                  <c:v>0.07245</c:v>
                </c:pt>
                <c:pt idx="725">
                  <c:v>0.07255</c:v>
                </c:pt>
                <c:pt idx="726">
                  <c:v>0.07265</c:v>
                </c:pt>
                <c:pt idx="727">
                  <c:v>0.07275</c:v>
                </c:pt>
                <c:pt idx="728">
                  <c:v>0.07285</c:v>
                </c:pt>
                <c:pt idx="729">
                  <c:v>0.07295</c:v>
                </c:pt>
                <c:pt idx="730">
                  <c:v>0.07305</c:v>
                </c:pt>
                <c:pt idx="731">
                  <c:v>0.07315</c:v>
                </c:pt>
                <c:pt idx="732">
                  <c:v>0.07325</c:v>
                </c:pt>
                <c:pt idx="733">
                  <c:v>0.07335</c:v>
                </c:pt>
                <c:pt idx="734">
                  <c:v>0.07345</c:v>
                </c:pt>
                <c:pt idx="735">
                  <c:v>0.07355</c:v>
                </c:pt>
                <c:pt idx="736">
                  <c:v>0.07365</c:v>
                </c:pt>
                <c:pt idx="737">
                  <c:v>0.07375</c:v>
                </c:pt>
                <c:pt idx="738">
                  <c:v>0.07385</c:v>
                </c:pt>
                <c:pt idx="739">
                  <c:v>0.07395</c:v>
                </c:pt>
                <c:pt idx="740">
                  <c:v>0.07405</c:v>
                </c:pt>
                <c:pt idx="741">
                  <c:v>0.07415</c:v>
                </c:pt>
                <c:pt idx="742">
                  <c:v>0.07425</c:v>
                </c:pt>
                <c:pt idx="743">
                  <c:v>0.07435</c:v>
                </c:pt>
                <c:pt idx="744">
                  <c:v>0.07445</c:v>
                </c:pt>
                <c:pt idx="745">
                  <c:v>0.07455</c:v>
                </c:pt>
                <c:pt idx="746">
                  <c:v>0.07465</c:v>
                </c:pt>
                <c:pt idx="747">
                  <c:v>0.07475</c:v>
                </c:pt>
                <c:pt idx="748">
                  <c:v>0.07485</c:v>
                </c:pt>
                <c:pt idx="749">
                  <c:v>0.07495</c:v>
                </c:pt>
                <c:pt idx="750">
                  <c:v>0.07505</c:v>
                </c:pt>
                <c:pt idx="751">
                  <c:v>0.07515</c:v>
                </c:pt>
                <c:pt idx="752">
                  <c:v>0.07525</c:v>
                </c:pt>
                <c:pt idx="753">
                  <c:v>0.07535</c:v>
                </c:pt>
                <c:pt idx="754">
                  <c:v>0.07545</c:v>
                </c:pt>
                <c:pt idx="755">
                  <c:v>0.07555</c:v>
                </c:pt>
                <c:pt idx="756">
                  <c:v>0.07565</c:v>
                </c:pt>
                <c:pt idx="757">
                  <c:v>0.07575</c:v>
                </c:pt>
                <c:pt idx="758">
                  <c:v>0.07585</c:v>
                </c:pt>
                <c:pt idx="759">
                  <c:v>0.07595</c:v>
                </c:pt>
                <c:pt idx="760">
                  <c:v>0.07605</c:v>
                </c:pt>
                <c:pt idx="761">
                  <c:v>0.07615</c:v>
                </c:pt>
                <c:pt idx="762">
                  <c:v>0.07625</c:v>
                </c:pt>
                <c:pt idx="763">
                  <c:v>0.07635</c:v>
                </c:pt>
                <c:pt idx="764">
                  <c:v>0.07645</c:v>
                </c:pt>
                <c:pt idx="765">
                  <c:v>0.07655</c:v>
                </c:pt>
                <c:pt idx="766">
                  <c:v>0.07665</c:v>
                </c:pt>
                <c:pt idx="767">
                  <c:v>0.07675</c:v>
                </c:pt>
                <c:pt idx="768">
                  <c:v>0.07685</c:v>
                </c:pt>
                <c:pt idx="769">
                  <c:v>0.07695</c:v>
                </c:pt>
                <c:pt idx="770">
                  <c:v>0.07705</c:v>
                </c:pt>
                <c:pt idx="771">
                  <c:v>0.07715</c:v>
                </c:pt>
                <c:pt idx="772">
                  <c:v>0.07725</c:v>
                </c:pt>
                <c:pt idx="773">
                  <c:v>0.07735</c:v>
                </c:pt>
                <c:pt idx="774">
                  <c:v>0.07745</c:v>
                </c:pt>
                <c:pt idx="775">
                  <c:v>0.07755</c:v>
                </c:pt>
                <c:pt idx="776">
                  <c:v>0.07765</c:v>
                </c:pt>
                <c:pt idx="777">
                  <c:v>0.07775</c:v>
                </c:pt>
                <c:pt idx="778">
                  <c:v>0.07785</c:v>
                </c:pt>
                <c:pt idx="779">
                  <c:v>0.07795</c:v>
                </c:pt>
                <c:pt idx="780">
                  <c:v>0.07805</c:v>
                </c:pt>
                <c:pt idx="781">
                  <c:v>0.07815</c:v>
                </c:pt>
                <c:pt idx="782">
                  <c:v>0.07825</c:v>
                </c:pt>
                <c:pt idx="783">
                  <c:v>0.07835</c:v>
                </c:pt>
                <c:pt idx="784">
                  <c:v>0.07845</c:v>
                </c:pt>
                <c:pt idx="785">
                  <c:v>0.07855</c:v>
                </c:pt>
                <c:pt idx="786">
                  <c:v>0.07865</c:v>
                </c:pt>
                <c:pt idx="787">
                  <c:v>0.07875</c:v>
                </c:pt>
                <c:pt idx="788">
                  <c:v>0.07885</c:v>
                </c:pt>
                <c:pt idx="789">
                  <c:v>0.07895</c:v>
                </c:pt>
                <c:pt idx="790">
                  <c:v>0.07905</c:v>
                </c:pt>
                <c:pt idx="791">
                  <c:v>0.07915</c:v>
                </c:pt>
                <c:pt idx="792">
                  <c:v>0.07925</c:v>
                </c:pt>
                <c:pt idx="793">
                  <c:v>0.07935</c:v>
                </c:pt>
                <c:pt idx="794">
                  <c:v>0.07945</c:v>
                </c:pt>
                <c:pt idx="795">
                  <c:v>0.07955</c:v>
                </c:pt>
                <c:pt idx="796">
                  <c:v>0.07965</c:v>
                </c:pt>
                <c:pt idx="797">
                  <c:v>0.07975</c:v>
                </c:pt>
                <c:pt idx="798">
                  <c:v>0.07985</c:v>
                </c:pt>
                <c:pt idx="799">
                  <c:v>0.07995</c:v>
                </c:pt>
                <c:pt idx="800">
                  <c:v>0.08005</c:v>
                </c:pt>
                <c:pt idx="801">
                  <c:v>0.08015</c:v>
                </c:pt>
                <c:pt idx="802">
                  <c:v>0.08025</c:v>
                </c:pt>
                <c:pt idx="803">
                  <c:v>0.08035</c:v>
                </c:pt>
                <c:pt idx="804">
                  <c:v>0.08045</c:v>
                </c:pt>
                <c:pt idx="805">
                  <c:v>0.08055</c:v>
                </c:pt>
                <c:pt idx="806">
                  <c:v>0.08065</c:v>
                </c:pt>
                <c:pt idx="807">
                  <c:v>0.08075</c:v>
                </c:pt>
                <c:pt idx="808">
                  <c:v>0.08085</c:v>
                </c:pt>
                <c:pt idx="809">
                  <c:v>0.08095</c:v>
                </c:pt>
                <c:pt idx="810">
                  <c:v>0.08105</c:v>
                </c:pt>
                <c:pt idx="811">
                  <c:v>0.08115</c:v>
                </c:pt>
                <c:pt idx="812">
                  <c:v>0.08125</c:v>
                </c:pt>
                <c:pt idx="813">
                  <c:v>0.08135</c:v>
                </c:pt>
                <c:pt idx="814">
                  <c:v>0.08145</c:v>
                </c:pt>
                <c:pt idx="815">
                  <c:v>0.08155</c:v>
                </c:pt>
                <c:pt idx="816">
                  <c:v>0.08165</c:v>
                </c:pt>
                <c:pt idx="817">
                  <c:v>0.08175</c:v>
                </c:pt>
                <c:pt idx="818">
                  <c:v>0.08185</c:v>
                </c:pt>
                <c:pt idx="819">
                  <c:v>0.08195</c:v>
                </c:pt>
                <c:pt idx="820">
                  <c:v>0.08205</c:v>
                </c:pt>
                <c:pt idx="821">
                  <c:v>0.08215</c:v>
                </c:pt>
                <c:pt idx="822">
                  <c:v>0.08225</c:v>
                </c:pt>
                <c:pt idx="823">
                  <c:v>0.08235</c:v>
                </c:pt>
                <c:pt idx="824">
                  <c:v>0.08245</c:v>
                </c:pt>
                <c:pt idx="825">
                  <c:v>0.08255</c:v>
                </c:pt>
                <c:pt idx="826">
                  <c:v>0.08265</c:v>
                </c:pt>
                <c:pt idx="827">
                  <c:v>0.08275</c:v>
                </c:pt>
                <c:pt idx="828">
                  <c:v>0.08285</c:v>
                </c:pt>
                <c:pt idx="829">
                  <c:v>0.08295</c:v>
                </c:pt>
                <c:pt idx="830">
                  <c:v>0.08305</c:v>
                </c:pt>
                <c:pt idx="831">
                  <c:v>0.08315</c:v>
                </c:pt>
                <c:pt idx="832">
                  <c:v>0.08325</c:v>
                </c:pt>
                <c:pt idx="833">
                  <c:v>0.08335</c:v>
                </c:pt>
                <c:pt idx="834">
                  <c:v>0.08345</c:v>
                </c:pt>
                <c:pt idx="835">
                  <c:v>0.08355</c:v>
                </c:pt>
                <c:pt idx="836">
                  <c:v>0.08365</c:v>
                </c:pt>
                <c:pt idx="837">
                  <c:v>0.08375</c:v>
                </c:pt>
                <c:pt idx="838">
                  <c:v>0.08385</c:v>
                </c:pt>
                <c:pt idx="839">
                  <c:v>0.08395</c:v>
                </c:pt>
                <c:pt idx="840">
                  <c:v>0.08405</c:v>
                </c:pt>
                <c:pt idx="841">
                  <c:v>0.08415</c:v>
                </c:pt>
                <c:pt idx="842">
                  <c:v>0.08425</c:v>
                </c:pt>
                <c:pt idx="843">
                  <c:v>0.08435</c:v>
                </c:pt>
                <c:pt idx="844">
                  <c:v>0.08445</c:v>
                </c:pt>
                <c:pt idx="845">
                  <c:v>0.08455</c:v>
                </c:pt>
                <c:pt idx="846">
                  <c:v>0.08465</c:v>
                </c:pt>
                <c:pt idx="847">
                  <c:v>0.08475</c:v>
                </c:pt>
                <c:pt idx="848">
                  <c:v>0.08485</c:v>
                </c:pt>
                <c:pt idx="849">
                  <c:v>0.08495</c:v>
                </c:pt>
                <c:pt idx="850">
                  <c:v>0.08505</c:v>
                </c:pt>
                <c:pt idx="851">
                  <c:v>0.08515</c:v>
                </c:pt>
                <c:pt idx="852">
                  <c:v>0.08525</c:v>
                </c:pt>
                <c:pt idx="853">
                  <c:v>0.08535</c:v>
                </c:pt>
                <c:pt idx="854">
                  <c:v>0.08545</c:v>
                </c:pt>
                <c:pt idx="855">
                  <c:v>0.08555</c:v>
                </c:pt>
                <c:pt idx="856">
                  <c:v>0.08565</c:v>
                </c:pt>
                <c:pt idx="857">
                  <c:v>0.08575</c:v>
                </c:pt>
                <c:pt idx="858">
                  <c:v>0.08585</c:v>
                </c:pt>
                <c:pt idx="859">
                  <c:v>0.08595</c:v>
                </c:pt>
                <c:pt idx="860">
                  <c:v>0.08605</c:v>
                </c:pt>
                <c:pt idx="861">
                  <c:v>0.08615</c:v>
                </c:pt>
                <c:pt idx="862">
                  <c:v>0.08625</c:v>
                </c:pt>
                <c:pt idx="863">
                  <c:v>0.08635</c:v>
                </c:pt>
                <c:pt idx="864">
                  <c:v>0.08645</c:v>
                </c:pt>
                <c:pt idx="865">
                  <c:v>0.08655</c:v>
                </c:pt>
                <c:pt idx="866">
                  <c:v>0.08665</c:v>
                </c:pt>
                <c:pt idx="867">
                  <c:v>0.08675</c:v>
                </c:pt>
                <c:pt idx="868">
                  <c:v>0.08685</c:v>
                </c:pt>
                <c:pt idx="869">
                  <c:v>0.08695</c:v>
                </c:pt>
                <c:pt idx="870">
                  <c:v>0.08705</c:v>
                </c:pt>
                <c:pt idx="871">
                  <c:v>0.08715</c:v>
                </c:pt>
                <c:pt idx="872">
                  <c:v>0.08725</c:v>
                </c:pt>
                <c:pt idx="873">
                  <c:v>0.08735</c:v>
                </c:pt>
                <c:pt idx="874">
                  <c:v>0.08745</c:v>
                </c:pt>
                <c:pt idx="875">
                  <c:v>0.08755</c:v>
                </c:pt>
                <c:pt idx="876">
                  <c:v>0.08765</c:v>
                </c:pt>
                <c:pt idx="877">
                  <c:v>0.08775</c:v>
                </c:pt>
                <c:pt idx="878">
                  <c:v>0.08785</c:v>
                </c:pt>
                <c:pt idx="879">
                  <c:v>0.08795</c:v>
                </c:pt>
                <c:pt idx="880">
                  <c:v>0.08805</c:v>
                </c:pt>
                <c:pt idx="881">
                  <c:v>0.08815</c:v>
                </c:pt>
                <c:pt idx="882">
                  <c:v>0.08825</c:v>
                </c:pt>
                <c:pt idx="883">
                  <c:v>0.08835</c:v>
                </c:pt>
                <c:pt idx="884">
                  <c:v>0.08845</c:v>
                </c:pt>
                <c:pt idx="885">
                  <c:v>0.08855</c:v>
                </c:pt>
                <c:pt idx="886">
                  <c:v>0.08865</c:v>
                </c:pt>
                <c:pt idx="887">
                  <c:v>0.08875</c:v>
                </c:pt>
                <c:pt idx="888">
                  <c:v>0.08885</c:v>
                </c:pt>
                <c:pt idx="889">
                  <c:v>0.08895</c:v>
                </c:pt>
                <c:pt idx="890">
                  <c:v>0.08905</c:v>
                </c:pt>
                <c:pt idx="891">
                  <c:v>0.08915</c:v>
                </c:pt>
                <c:pt idx="892">
                  <c:v>0.08925</c:v>
                </c:pt>
                <c:pt idx="893">
                  <c:v>0.08935</c:v>
                </c:pt>
                <c:pt idx="894">
                  <c:v>0.08945</c:v>
                </c:pt>
                <c:pt idx="895">
                  <c:v>0.08955</c:v>
                </c:pt>
                <c:pt idx="896">
                  <c:v>0.08965</c:v>
                </c:pt>
                <c:pt idx="897">
                  <c:v>0.08975</c:v>
                </c:pt>
                <c:pt idx="898">
                  <c:v>0.08985</c:v>
                </c:pt>
                <c:pt idx="899">
                  <c:v>0.08995</c:v>
                </c:pt>
                <c:pt idx="900">
                  <c:v>0.09005</c:v>
                </c:pt>
                <c:pt idx="901">
                  <c:v>0.09015</c:v>
                </c:pt>
                <c:pt idx="902">
                  <c:v>0.09025</c:v>
                </c:pt>
                <c:pt idx="903">
                  <c:v>0.09035</c:v>
                </c:pt>
                <c:pt idx="904">
                  <c:v>0.09045</c:v>
                </c:pt>
                <c:pt idx="905">
                  <c:v>0.09055</c:v>
                </c:pt>
                <c:pt idx="906">
                  <c:v>0.09065</c:v>
                </c:pt>
                <c:pt idx="907">
                  <c:v>0.09075</c:v>
                </c:pt>
                <c:pt idx="908">
                  <c:v>0.09085</c:v>
                </c:pt>
                <c:pt idx="909">
                  <c:v>0.09095</c:v>
                </c:pt>
                <c:pt idx="910">
                  <c:v>0.09105</c:v>
                </c:pt>
                <c:pt idx="911">
                  <c:v>0.09115</c:v>
                </c:pt>
                <c:pt idx="912">
                  <c:v>0.09125</c:v>
                </c:pt>
                <c:pt idx="913">
                  <c:v>0.09135</c:v>
                </c:pt>
                <c:pt idx="914">
                  <c:v>0.09145</c:v>
                </c:pt>
                <c:pt idx="915">
                  <c:v>0.09155</c:v>
                </c:pt>
                <c:pt idx="916">
                  <c:v>0.09165</c:v>
                </c:pt>
                <c:pt idx="917">
                  <c:v>0.09175</c:v>
                </c:pt>
                <c:pt idx="918">
                  <c:v>0.09185</c:v>
                </c:pt>
                <c:pt idx="919">
                  <c:v>0.09195</c:v>
                </c:pt>
                <c:pt idx="920">
                  <c:v>0.09205</c:v>
                </c:pt>
                <c:pt idx="921">
                  <c:v>0.09215</c:v>
                </c:pt>
                <c:pt idx="922">
                  <c:v>0.09225</c:v>
                </c:pt>
                <c:pt idx="923">
                  <c:v>0.09235</c:v>
                </c:pt>
                <c:pt idx="924">
                  <c:v>0.09245</c:v>
                </c:pt>
                <c:pt idx="925">
                  <c:v>0.09255</c:v>
                </c:pt>
                <c:pt idx="926">
                  <c:v>0.09265</c:v>
                </c:pt>
                <c:pt idx="927">
                  <c:v>0.09275</c:v>
                </c:pt>
                <c:pt idx="928">
                  <c:v>0.09285</c:v>
                </c:pt>
                <c:pt idx="929">
                  <c:v>0.09295</c:v>
                </c:pt>
                <c:pt idx="930">
                  <c:v>0.09305</c:v>
                </c:pt>
                <c:pt idx="931">
                  <c:v>0.09315</c:v>
                </c:pt>
                <c:pt idx="932">
                  <c:v>0.09325</c:v>
                </c:pt>
                <c:pt idx="933">
                  <c:v>0.09335</c:v>
                </c:pt>
                <c:pt idx="934">
                  <c:v>0.09345</c:v>
                </c:pt>
                <c:pt idx="935">
                  <c:v>0.09355</c:v>
                </c:pt>
                <c:pt idx="936">
                  <c:v>0.09365</c:v>
                </c:pt>
                <c:pt idx="937">
                  <c:v>0.09375</c:v>
                </c:pt>
                <c:pt idx="938">
                  <c:v>0.09385</c:v>
                </c:pt>
                <c:pt idx="939">
                  <c:v>0.09395</c:v>
                </c:pt>
                <c:pt idx="940">
                  <c:v>0.09405</c:v>
                </c:pt>
                <c:pt idx="941">
                  <c:v>0.09415</c:v>
                </c:pt>
                <c:pt idx="942">
                  <c:v>0.09425</c:v>
                </c:pt>
                <c:pt idx="943">
                  <c:v>0.09435</c:v>
                </c:pt>
                <c:pt idx="944">
                  <c:v>0.09445</c:v>
                </c:pt>
                <c:pt idx="945">
                  <c:v>0.09455</c:v>
                </c:pt>
                <c:pt idx="946">
                  <c:v>0.09465</c:v>
                </c:pt>
                <c:pt idx="947">
                  <c:v>0.09475</c:v>
                </c:pt>
                <c:pt idx="948">
                  <c:v>0.09485</c:v>
                </c:pt>
                <c:pt idx="949">
                  <c:v>0.09495</c:v>
                </c:pt>
                <c:pt idx="950">
                  <c:v>0.09505</c:v>
                </c:pt>
                <c:pt idx="951">
                  <c:v>0.09515</c:v>
                </c:pt>
                <c:pt idx="952">
                  <c:v>0.09525</c:v>
                </c:pt>
                <c:pt idx="953">
                  <c:v>0.09535</c:v>
                </c:pt>
                <c:pt idx="954">
                  <c:v>0.09545</c:v>
                </c:pt>
                <c:pt idx="955">
                  <c:v>0.09555</c:v>
                </c:pt>
                <c:pt idx="956">
                  <c:v>0.09565</c:v>
                </c:pt>
                <c:pt idx="957">
                  <c:v>0.09575</c:v>
                </c:pt>
                <c:pt idx="958">
                  <c:v>0.09585</c:v>
                </c:pt>
                <c:pt idx="959">
                  <c:v>0.09595</c:v>
                </c:pt>
                <c:pt idx="960">
                  <c:v>0.09605</c:v>
                </c:pt>
                <c:pt idx="961">
                  <c:v>0.09615</c:v>
                </c:pt>
                <c:pt idx="962">
                  <c:v>0.09625</c:v>
                </c:pt>
                <c:pt idx="963">
                  <c:v>0.09635</c:v>
                </c:pt>
                <c:pt idx="964">
                  <c:v>0.09645</c:v>
                </c:pt>
                <c:pt idx="965">
                  <c:v>0.09655</c:v>
                </c:pt>
                <c:pt idx="966">
                  <c:v>0.09665</c:v>
                </c:pt>
                <c:pt idx="967">
                  <c:v>0.09675</c:v>
                </c:pt>
                <c:pt idx="968">
                  <c:v>0.09685</c:v>
                </c:pt>
                <c:pt idx="969">
                  <c:v>0.09695</c:v>
                </c:pt>
                <c:pt idx="970">
                  <c:v>0.09705</c:v>
                </c:pt>
                <c:pt idx="971">
                  <c:v>0.09715</c:v>
                </c:pt>
                <c:pt idx="972">
                  <c:v>0.09725</c:v>
                </c:pt>
                <c:pt idx="973">
                  <c:v>0.09735</c:v>
                </c:pt>
                <c:pt idx="974">
                  <c:v>0.09745</c:v>
                </c:pt>
                <c:pt idx="975">
                  <c:v>0.09755</c:v>
                </c:pt>
                <c:pt idx="976">
                  <c:v>0.09765</c:v>
                </c:pt>
                <c:pt idx="977">
                  <c:v>0.09775</c:v>
                </c:pt>
                <c:pt idx="978">
                  <c:v>0.09785</c:v>
                </c:pt>
                <c:pt idx="979">
                  <c:v>0.09795</c:v>
                </c:pt>
                <c:pt idx="980">
                  <c:v>0.09805</c:v>
                </c:pt>
                <c:pt idx="981">
                  <c:v>0.09815</c:v>
                </c:pt>
                <c:pt idx="982">
                  <c:v>0.09825</c:v>
                </c:pt>
                <c:pt idx="983">
                  <c:v>0.09835</c:v>
                </c:pt>
                <c:pt idx="984">
                  <c:v>0.09845</c:v>
                </c:pt>
                <c:pt idx="985">
                  <c:v>0.09855</c:v>
                </c:pt>
                <c:pt idx="986">
                  <c:v>0.09865</c:v>
                </c:pt>
                <c:pt idx="987">
                  <c:v>0.09875</c:v>
                </c:pt>
                <c:pt idx="988">
                  <c:v>0.09885</c:v>
                </c:pt>
                <c:pt idx="989">
                  <c:v>0.09895</c:v>
                </c:pt>
                <c:pt idx="990">
                  <c:v>0.09905</c:v>
                </c:pt>
                <c:pt idx="991">
                  <c:v>0.09915</c:v>
                </c:pt>
                <c:pt idx="992">
                  <c:v>0.09925</c:v>
                </c:pt>
                <c:pt idx="993">
                  <c:v>0.09935</c:v>
                </c:pt>
                <c:pt idx="994">
                  <c:v>0.09945</c:v>
                </c:pt>
                <c:pt idx="995">
                  <c:v>0.09955</c:v>
                </c:pt>
                <c:pt idx="996">
                  <c:v>0.09965</c:v>
                </c:pt>
                <c:pt idx="997">
                  <c:v>0.09975</c:v>
                </c:pt>
                <c:pt idx="998">
                  <c:v>0.09985</c:v>
                </c:pt>
                <c:pt idx="999">
                  <c:v>0.09995</c:v>
                </c:pt>
                <c:pt idx="1000">
                  <c:v>0.10005</c:v>
                </c:pt>
                <c:pt idx="1001">
                  <c:v>0.10015</c:v>
                </c:pt>
                <c:pt idx="1002">
                  <c:v>0.10025</c:v>
                </c:pt>
                <c:pt idx="1003">
                  <c:v>0.10035</c:v>
                </c:pt>
                <c:pt idx="1004">
                  <c:v>0.10045</c:v>
                </c:pt>
                <c:pt idx="1005">
                  <c:v>0.10055</c:v>
                </c:pt>
                <c:pt idx="1006">
                  <c:v>0.10065</c:v>
                </c:pt>
                <c:pt idx="1007">
                  <c:v>0.10075</c:v>
                </c:pt>
                <c:pt idx="1008">
                  <c:v>0.10085</c:v>
                </c:pt>
                <c:pt idx="1009">
                  <c:v>0.10095</c:v>
                </c:pt>
                <c:pt idx="1010">
                  <c:v>0.10105</c:v>
                </c:pt>
                <c:pt idx="1011">
                  <c:v>0.10115</c:v>
                </c:pt>
                <c:pt idx="1012">
                  <c:v>0.10125</c:v>
                </c:pt>
                <c:pt idx="1013">
                  <c:v>0.10135</c:v>
                </c:pt>
                <c:pt idx="1014">
                  <c:v>0.10145</c:v>
                </c:pt>
                <c:pt idx="1015">
                  <c:v>0.10155</c:v>
                </c:pt>
                <c:pt idx="1016">
                  <c:v>0.10165</c:v>
                </c:pt>
                <c:pt idx="1017">
                  <c:v>0.10175</c:v>
                </c:pt>
                <c:pt idx="1018">
                  <c:v>0.10185</c:v>
                </c:pt>
                <c:pt idx="1019">
                  <c:v>0.10195</c:v>
                </c:pt>
                <c:pt idx="1020">
                  <c:v>0.10205</c:v>
                </c:pt>
                <c:pt idx="1021">
                  <c:v>0.10215</c:v>
                </c:pt>
                <c:pt idx="1022">
                  <c:v>0.10225</c:v>
                </c:pt>
                <c:pt idx="1023">
                  <c:v>0.10235</c:v>
                </c:pt>
                <c:pt idx="1024">
                  <c:v>0.10245</c:v>
                </c:pt>
                <c:pt idx="1025">
                  <c:v>0.10255</c:v>
                </c:pt>
                <c:pt idx="1026">
                  <c:v>0.10265</c:v>
                </c:pt>
                <c:pt idx="1027">
                  <c:v>0.10275</c:v>
                </c:pt>
                <c:pt idx="1028">
                  <c:v>0.10285</c:v>
                </c:pt>
                <c:pt idx="1029">
                  <c:v>0.10295</c:v>
                </c:pt>
                <c:pt idx="1030">
                  <c:v>0.10305</c:v>
                </c:pt>
                <c:pt idx="1031">
                  <c:v>0.10315</c:v>
                </c:pt>
                <c:pt idx="1032">
                  <c:v>0.10325</c:v>
                </c:pt>
                <c:pt idx="1033">
                  <c:v>0.10335</c:v>
                </c:pt>
                <c:pt idx="1034">
                  <c:v>0.10345</c:v>
                </c:pt>
                <c:pt idx="1035">
                  <c:v>0.10355</c:v>
                </c:pt>
                <c:pt idx="1036">
                  <c:v>0.10365</c:v>
                </c:pt>
                <c:pt idx="1037">
                  <c:v>0.10375</c:v>
                </c:pt>
                <c:pt idx="1038">
                  <c:v>0.10385</c:v>
                </c:pt>
                <c:pt idx="1039">
                  <c:v>0.10395</c:v>
                </c:pt>
                <c:pt idx="1040">
                  <c:v>0.10405</c:v>
                </c:pt>
                <c:pt idx="1041">
                  <c:v>0.10415</c:v>
                </c:pt>
                <c:pt idx="1042">
                  <c:v>0.10425</c:v>
                </c:pt>
                <c:pt idx="1043">
                  <c:v>0.10435</c:v>
                </c:pt>
                <c:pt idx="1044">
                  <c:v>0.10445</c:v>
                </c:pt>
                <c:pt idx="1045">
                  <c:v>0.10455</c:v>
                </c:pt>
                <c:pt idx="1046">
                  <c:v>0.10465</c:v>
                </c:pt>
                <c:pt idx="1047">
                  <c:v>0.10475</c:v>
                </c:pt>
                <c:pt idx="1048">
                  <c:v>0.10485</c:v>
                </c:pt>
                <c:pt idx="1049">
                  <c:v>0.10495</c:v>
                </c:pt>
                <c:pt idx="1050">
                  <c:v>0.10505</c:v>
                </c:pt>
                <c:pt idx="1051">
                  <c:v>0.10515</c:v>
                </c:pt>
                <c:pt idx="1052">
                  <c:v>0.10525</c:v>
                </c:pt>
                <c:pt idx="1053">
                  <c:v>0.10535</c:v>
                </c:pt>
                <c:pt idx="1054">
                  <c:v>0.10545</c:v>
                </c:pt>
                <c:pt idx="1055">
                  <c:v>0.10555</c:v>
                </c:pt>
                <c:pt idx="1056">
                  <c:v>0.10565</c:v>
                </c:pt>
                <c:pt idx="1057">
                  <c:v>0.10575</c:v>
                </c:pt>
                <c:pt idx="1058">
                  <c:v>0.10585</c:v>
                </c:pt>
                <c:pt idx="1059">
                  <c:v>0.10595</c:v>
                </c:pt>
                <c:pt idx="1060">
                  <c:v>0.10605</c:v>
                </c:pt>
                <c:pt idx="1061">
                  <c:v>0.10615</c:v>
                </c:pt>
                <c:pt idx="1062">
                  <c:v>0.10625</c:v>
                </c:pt>
                <c:pt idx="1063">
                  <c:v>0.10635</c:v>
                </c:pt>
                <c:pt idx="1064">
                  <c:v>0.10645</c:v>
                </c:pt>
                <c:pt idx="1065">
                  <c:v>0.10655</c:v>
                </c:pt>
                <c:pt idx="1066">
                  <c:v>0.10665</c:v>
                </c:pt>
                <c:pt idx="1067">
                  <c:v>0.10675</c:v>
                </c:pt>
                <c:pt idx="1068">
                  <c:v>0.10685</c:v>
                </c:pt>
                <c:pt idx="1069">
                  <c:v>0.10695</c:v>
                </c:pt>
                <c:pt idx="1070">
                  <c:v>0.10705</c:v>
                </c:pt>
                <c:pt idx="1071">
                  <c:v>0.10715</c:v>
                </c:pt>
                <c:pt idx="1072">
                  <c:v>0.10725</c:v>
                </c:pt>
                <c:pt idx="1073">
                  <c:v>0.10735</c:v>
                </c:pt>
                <c:pt idx="1074">
                  <c:v>0.10745</c:v>
                </c:pt>
                <c:pt idx="1075">
                  <c:v>0.10755</c:v>
                </c:pt>
                <c:pt idx="1076">
                  <c:v>0.10765</c:v>
                </c:pt>
                <c:pt idx="1077">
                  <c:v>0.10775</c:v>
                </c:pt>
                <c:pt idx="1078">
                  <c:v>0.10785</c:v>
                </c:pt>
                <c:pt idx="1079">
                  <c:v>0.10795</c:v>
                </c:pt>
                <c:pt idx="1080">
                  <c:v>0.10805</c:v>
                </c:pt>
                <c:pt idx="1081">
                  <c:v>0.10815</c:v>
                </c:pt>
                <c:pt idx="1082">
                  <c:v>0.10825</c:v>
                </c:pt>
                <c:pt idx="1083">
                  <c:v>0.10835</c:v>
                </c:pt>
                <c:pt idx="1084">
                  <c:v>0.10845</c:v>
                </c:pt>
                <c:pt idx="1085">
                  <c:v>0.10855</c:v>
                </c:pt>
                <c:pt idx="1086">
                  <c:v>0.10865</c:v>
                </c:pt>
                <c:pt idx="1087">
                  <c:v>0.10875</c:v>
                </c:pt>
                <c:pt idx="1088">
                  <c:v>0.10885</c:v>
                </c:pt>
                <c:pt idx="1089">
                  <c:v>0.10895</c:v>
                </c:pt>
                <c:pt idx="1090">
                  <c:v>0.10905</c:v>
                </c:pt>
                <c:pt idx="1091">
                  <c:v>0.10915</c:v>
                </c:pt>
                <c:pt idx="1092">
                  <c:v>0.10925</c:v>
                </c:pt>
                <c:pt idx="1093">
                  <c:v>0.10935</c:v>
                </c:pt>
                <c:pt idx="1094">
                  <c:v>0.10945</c:v>
                </c:pt>
                <c:pt idx="1095">
                  <c:v>0.10955</c:v>
                </c:pt>
                <c:pt idx="1096">
                  <c:v>0.10965</c:v>
                </c:pt>
                <c:pt idx="1097">
                  <c:v>0.10975</c:v>
                </c:pt>
                <c:pt idx="1098">
                  <c:v>0.10985</c:v>
                </c:pt>
                <c:pt idx="1099">
                  <c:v>0.10995</c:v>
                </c:pt>
                <c:pt idx="1100">
                  <c:v>0.11005</c:v>
                </c:pt>
                <c:pt idx="1101">
                  <c:v>0.11015</c:v>
                </c:pt>
                <c:pt idx="1102">
                  <c:v>0.11025</c:v>
                </c:pt>
                <c:pt idx="1103">
                  <c:v>0.11035</c:v>
                </c:pt>
                <c:pt idx="1104">
                  <c:v>0.11045</c:v>
                </c:pt>
                <c:pt idx="1105">
                  <c:v>0.11055</c:v>
                </c:pt>
                <c:pt idx="1106">
                  <c:v>0.11065</c:v>
                </c:pt>
                <c:pt idx="1107">
                  <c:v>0.11075</c:v>
                </c:pt>
                <c:pt idx="1108">
                  <c:v>0.11085</c:v>
                </c:pt>
                <c:pt idx="1109">
                  <c:v>0.11095</c:v>
                </c:pt>
                <c:pt idx="1110">
                  <c:v>0.11105</c:v>
                </c:pt>
                <c:pt idx="1111">
                  <c:v>0.11115</c:v>
                </c:pt>
                <c:pt idx="1112">
                  <c:v>0.11125</c:v>
                </c:pt>
                <c:pt idx="1113">
                  <c:v>0.11135</c:v>
                </c:pt>
                <c:pt idx="1114">
                  <c:v>0.11145</c:v>
                </c:pt>
                <c:pt idx="1115">
                  <c:v>0.11155</c:v>
                </c:pt>
                <c:pt idx="1116">
                  <c:v>0.11165</c:v>
                </c:pt>
                <c:pt idx="1117">
                  <c:v>0.11175</c:v>
                </c:pt>
                <c:pt idx="1118">
                  <c:v>0.11185</c:v>
                </c:pt>
                <c:pt idx="1119">
                  <c:v>0.11195</c:v>
                </c:pt>
                <c:pt idx="1120">
                  <c:v>0.11205</c:v>
                </c:pt>
                <c:pt idx="1121">
                  <c:v>0.11215</c:v>
                </c:pt>
                <c:pt idx="1122">
                  <c:v>0.11225</c:v>
                </c:pt>
                <c:pt idx="1123">
                  <c:v>0.11235</c:v>
                </c:pt>
                <c:pt idx="1124">
                  <c:v>0.11245</c:v>
                </c:pt>
                <c:pt idx="1125">
                  <c:v>0.11255</c:v>
                </c:pt>
                <c:pt idx="1126">
                  <c:v>0.11265</c:v>
                </c:pt>
                <c:pt idx="1127">
                  <c:v>0.11275</c:v>
                </c:pt>
                <c:pt idx="1128">
                  <c:v>0.11285</c:v>
                </c:pt>
                <c:pt idx="1129">
                  <c:v>0.11295</c:v>
                </c:pt>
                <c:pt idx="1130">
                  <c:v>0.11305</c:v>
                </c:pt>
                <c:pt idx="1131">
                  <c:v>0.11315</c:v>
                </c:pt>
                <c:pt idx="1132">
                  <c:v>0.11325</c:v>
                </c:pt>
                <c:pt idx="1133">
                  <c:v>0.11335</c:v>
                </c:pt>
                <c:pt idx="1134">
                  <c:v>0.11345</c:v>
                </c:pt>
                <c:pt idx="1135">
                  <c:v>0.11355</c:v>
                </c:pt>
                <c:pt idx="1136">
                  <c:v>0.11365</c:v>
                </c:pt>
                <c:pt idx="1137">
                  <c:v>0.11375</c:v>
                </c:pt>
                <c:pt idx="1138">
                  <c:v>0.11385</c:v>
                </c:pt>
                <c:pt idx="1139">
                  <c:v>0.11395</c:v>
                </c:pt>
                <c:pt idx="1140">
                  <c:v>0.11405</c:v>
                </c:pt>
                <c:pt idx="1141">
                  <c:v>0.11415</c:v>
                </c:pt>
                <c:pt idx="1142">
                  <c:v>0.11425</c:v>
                </c:pt>
                <c:pt idx="1143">
                  <c:v>0.11435</c:v>
                </c:pt>
                <c:pt idx="1144">
                  <c:v>0.11445</c:v>
                </c:pt>
                <c:pt idx="1145">
                  <c:v>0.11455</c:v>
                </c:pt>
                <c:pt idx="1146">
                  <c:v>0.11465</c:v>
                </c:pt>
                <c:pt idx="1147">
                  <c:v>0.11475</c:v>
                </c:pt>
                <c:pt idx="1148">
                  <c:v>0.11485</c:v>
                </c:pt>
                <c:pt idx="1149">
                  <c:v>0.11495</c:v>
                </c:pt>
                <c:pt idx="1150">
                  <c:v>0.11505</c:v>
                </c:pt>
                <c:pt idx="1151">
                  <c:v>0.11515</c:v>
                </c:pt>
                <c:pt idx="1152">
                  <c:v>0.11525</c:v>
                </c:pt>
                <c:pt idx="1153">
                  <c:v>0.11535</c:v>
                </c:pt>
                <c:pt idx="1154">
                  <c:v>0.11545</c:v>
                </c:pt>
                <c:pt idx="1155">
                  <c:v>0.11555</c:v>
                </c:pt>
                <c:pt idx="1156">
                  <c:v>0.11565</c:v>
                </c:pt>
                <c:pt idx="1157">
                  <c:v>0.11575</c:v>
                </c:pt>
                <c:pt idx="1158">
                  <c:v>0.11585</c:v>
                </c:pt>
                <c:pt idx="1159">
                  <c:v>0.11595</c:v>
                </c:pt>
                <c:pt idx="1160">
                  <c:v>0.11605</c:v>
                </c:pt>
                <c:pt idx="1161">
                  <c:v>0.11615</c:v>
                </c:pt>
                <c:pt idx="1162">
                  <c:v>0.11625</c:v>
                </c:pt>
                <c:pt idx="1163">
                  <c:v>0.11635</c:v>
                </c:pt>
                <c:pt idx="1164">
                  <c:v>0.11645</c:v>
                </c:pt>
                <c:pt idx="1165">
                  <c:v>0.11655</c:v>
                </c:pt>
                <c:pt idx="1166">
                  <c:v>0.11665</c:v>
                </c:pt>
                <c:pt idx="1167">
                  <c:v>0.11675</c:v>
                </c:pt>
                <c:pt idx="1168">
                  <c:v>0.11685</c:v>
                </c:pt>
                <c:pt idx="1169">
                  <c:v>0.11695</c:v>
                </c:pt>
                <c:pt idx="1170">
                  <c:v>0.11705</c:v>
                </c:pt>
                <c:pt idx="1171">
                  <c:v>0.11715</c:v>
                </c:pt>
                <c:pt idx="1172">
                  <c:v>0.11725</c:v>
                </c:pt>
                <c:pt idx="1173">
                  <c:v>0.11735</c:v>
                </c:pt>
                <c:pt idx="1174">
                  <c:v>0.11745</c:v>
                </c:pt>
                <c:pt idx="1175">
                  <c:v>0.11755</c:v>
                </c:pt>
                <c:pt idx="1176">
                  <c:v>0.11765</c:v>
                </c:pt>
                <c:pt idx="1177">
                  <c:v>0.11775</c:v>
                </c:pt>
                <c:pt idx="1178">
                  <c:v>0.11785</c:v>
                </c:pt>
                <c:pt idx="1179">
                  <c:v>0.11795</c:v>
                </c:pt>
                <c:pt idx="1180">
                  <c:v>0.11805</c:v>
                </c:pt>
                <c:pt idx="1181">
                  <c:v>0.11815</c:v>
                </c:pt>
                <c:pt idx="1182">
                  <c:v>0.11825</c:v>
                </c:pt>
                <c:pt idx="1183">
                  <c:v>0.11835</c:v>
                </c:pt>
                <c:pt idx="1184">
                  <c:v>0.11845</c:v>
                </c:pt>
                <c:pt idx="1185">
                  <c:v>0.11855</c:v>
                </c:pt>
                <c:pt idx="1186">
                  <c:v>0.11865</c:v>
                </c:pt>
                <c:pt idx="1187">
                  <c:v>0.11875</c:v>
                </c:pt>
                <c:pt idx="1188">
                  <c:v>0.11885</c:v>
                </c:pt>
                <c:pt idx="1189">
                  <c:v>0.11895</c:v>
                </c:pt>
                <c:pt idx="1190">
                  <c:v>0.11905</c:v>
                </c:pt>
                <c:pt idx="1191">
                  <c:v>0.11915</c:v>
                </c:pt>
                <c:pt idx="1192">
                  <c:v>0.11925</c:v>
                </c:pt>
                <c:pt idx="1193">
                  <c:v>0.11935</c:v>
                </c:pt>
                <c:pt idx="1194">
                  <c:v>0.11945</c:v>
                </c:pt>
                <c:pt idx="1195">
                  <c:v>0.11955</c:v>
                </c:pt>
                <c:pt idx="1196">
                  <c:v>0.11965</c:v>
                </c:pt>
                <c:pt idx="1197">
                  <c:v>0.11975</c:v>
                </c:pt>
                <c:pt idx="1198">
                  <c:v>0.11985</c:v>
                </c:pt>
                <c:pt idx="1199">
                  <c:v>0.11995</c:v>
                </c:pt>
                <c:pt idx="1200">
                  <c:v>0.12005</c:v>
                </c:pt>
                <c:pt idx="1201">
                  <c:v>0.12015</c:v>
                </c:pt>
                <c:pt idx="1202">
                  <c:v>0.12025</c:v>
                </c:pt>
                <c:pt idx="1203">
                  <c:v>0.12035</c:v>
                </c:pt>
                <c:pt idx="1204">
                  <c:v>0.12045</c:v>
                </c:pt>
                <c:pt idx="1205">
                  <c:v>0.12055</c:v>
                </c:pt>
                <c:pt idx="1206">
                  <c:v>0.12065</c:v>
                </c:pt>
                <c:pt idx="1207">
                  <c:v>0.12075</c:v>
                </c:pt>
                <c:pt idx="1208">
                  <c:v>0.12085</c:v>
                </c:pt>
                <c:pt idx="1209">
                  <c:v>0.12095</c:v>
                </c:pt>
                <c:pt idx="1210">
                  <c:v>0.12105</c:v>
                </c:pt>
                <c:pt idx="1211">
                  <c:v>0.12115</c:v>
                </c:pt>
                <c:pt idx="1212">
                  <c:v>0.12125</c:v>
                </c:pt>
                <c:pt idx="1213">
                  <c:v>0.12135</c:v>
                </c:pt>
                <c:pt idx="1214">
                  <c:v>0.12145</c:v>
                </c:pt>
                <c:pt idx="1215">
                  <c:v>0.12155</c:v>
                </c:pt>
                <c:pt idx="1216">
                  <c:v>0.12165</c:v>
                </c:pt>
                <c:pt idx="1217">
                  <c:v>0.12175</c:v>
                </c:pt>
                <c:pt idx="1218">
                  <c:v>0.12185</c:v>
                </c:pt>
                <c:pt idx="1219">
                  <c:v>0.12195</c:v>
                </c:pt>
                <c:pt idx="1220">
                  <c:v>0.12205</c:v>
                </c:pt>
                <c:pt idx="1221">
                  <c:v>0.12215</c:v>
                </c:pt>
                <c:pt idx="1222">
                  <c:v>0.12225</c:v>
                </c:pt>
                <c:pt idx="1223">
                  <c:v>0.12235</c:v>
                </c:pt>
                <c:pt idx="1224">
                  <c:v>0.12245</c:v>
                </c:pt>
                <c:pt idx="1225">
                  <c:v>0.12255</c:v>
                </c:pt>
                <c:pt idx="1226">
                  <c:v>0.12265</c:v>
                </c:pt>
                <c:pt idx="1227">
                  <c:v>0.12275</c:v>
                </c:pt>
                <c:pt idx="1228">
                  <c:v>0.12285</c:v>
                </c:pt>
                <c:pt idx="1229">
                  <c:v>0.12295</c:v>
                </c:pt>
                <c:pt idx="1230">
                  <c:v>0.12305</c:v>
                </c:pt>
                <c:pt idx="1231">
                  <c:v>0.12315</c:v>
                </c:pt>
                <c:pt idx="1232">
                  <c:v>0.12325</c:v>
                </c:pt>
                <c:pt idx="1233">
                  <c:v>0.12335</c:v>
                </c:pt>
                <c:pt idx="1234">
                  <c:v>0.12345</c:v>
                </c:pt>
                <c:pt idx="1235">
                  <c:v>0.12355</c:v>
                </c:pt>
                <c:pt idx="1236">
                  <c:v>0.12365</c:v>
                </c:pt>
                <c:pt idx="1237">
                  <c:v>0.12375</c:v>
                </c:pt>
                <c:pt idx="1238">
                  <c:v>0.12385</c:v>
                </c:pt>
                <c:pt idx="1239">
                  <c:v>0.12395</c:v>
                </c:pt>
                <c:pt idx="1240">
                  <c:v>0.12405</c:v>
                </c:pt>
                <c:pt idx="1241">
                  <c:v>0.12415</c:v>
                </c:pt>
                <c:pt idx="1242">
                  <c:v>0.12425</c:v>
                </c:pt>
                <c:pt idx="1243">
                  <c:v>0.12435</c:v>
                </c:pt>
                <c:pt idx="1244">
                  <c:v>0.12445</c:v>
                </c:pt>
                <c:pt idx="1245">
                  <c:v>0.12455</c:v>
                </c:pt>
                <c:pt idx="1246">
                  <c:v>0.12465</c:v>
                </c:pt>
                <c:pt idx="1247">
                  <c:v>0.12475</c:v>
                </c:pt>
                <c:pt idx="1248">
                  <c:v>0.12485</c:v>
                </c:pt>
                <c:pt idx="1249">
                  <c:v>0.12495</c:v>
                </c:pt>
                <c:pt idx="1250">
                  <c:v>0.12505</c:v>
                </c:pt>
                <c:pt idx="1251">
                  <c:v>0.12515</c:v>
                </c:pt>
                <c:pt idx="1252">
                  <c:v>0.12525</c:v>
                </c:pt>
                <c:pt idx="1253">
                  <c:v>0.12535</c:v>
                </c:pt>
                <c:pt idx="1254">
                  <c:v>0.12545</c:v>
                </c:pt>
                <c:pt idx="1255">
                  <c:v>0.12555</c:v>
                </c:pt>
                <c:pt idx="1256">
                  <c:v>0.12565</c:v>
                </c:pt>
                <c:pt idx="1257">
                  <c:v>0.12575</c:v>
                </c:pt>
                <c:pt idx="1258">
                  <c:v>0.12585</c:v>
                </c:pt>
                <c:pt idx="1259">
                  <c:v>0.12595</c:v>
                </c:pt>
                <c:pt idx="1260">
                  <c:v>0.12605</c:v>
                </c:pt>
                <c:pt idx="1261">
                  <c:v>0.12615</c:v>
                </c:pt>
                <c:pt idx="1262">
                  <c:v>0.12625</c:v>
                </c:pt>
                <c:pt idx="1263">
                  <c:v>0.12635</c:v>
                </c:pt>
                <c:pt idx="1264">
                  <c:v>0.12645</c:v>
                </c:pt>
                <c:pt idx="1265">
                  <c:v>0.12655</c:v>
                </c:pt>
                <c:pt idx="1266">
                  <c:v>0.12665</c:v>
                </c:pt>
                <c:pt idx="1267">
                  <c:v>0.12675</c:v>
                </c:pt>
                <c:pt idx="1268">
                  <c:v>0.12685</c:v>
                </c:pt>
                <c:pt idx="1269">
                  <c:v>0.12695</c:v>
                </c:pt>
                <c:pt idx="1270">
                  <c:v>0.12705</c:v>
                </c:pt>
                <c:pt idx="1271">
                  <c:v>0.12715</c:v>
                </c:pt>
                <c:pt idx="1272">
                  <c:v>0.12725</c:v>
                </c:pt>
                <c:pt idx="1273">
                  <c:v>0.12735</c:v>
                </c:pt>
                <c:pt idx="1274">
                  <c:v>0.12745</c:v>
                </c:pt>
                <c:pt idx="1275">
                  <c:v>0.12755</c:v>
                </c:pt>
                <c:pt idx="1276">
                  <c:v>0.12765</c:v>
                </c:pt>
                <c:pt idx="1277">
                  <c:v>0.12775</c:v>
                </c:pt>
                <c:pt idx="1278">
                  <c:v>0.12785</c:v>
                </c:pt>
                <c:pt idx="1279">
                  <c:v>0.12795</c:v>
                </c:pt>
                <c:pt idx="1280">
                  <c:v>0.12805</c:v>
                </c:pt>
                <c:pt idx="1281">
                  <c:v>0.12815</c:v>
                </c:pt>
                <c:pt idx="1282">
                  <c:v>0.12825</c:v>
                </c:pt>
                <c:pt idx="1283">
                  <c:v>0.12835</c:v>
                </c:pt>
                <c:pt idx="1284">
                  <c:v>0.12845</c:v>
                </c:pt>
                <c:pt idx="1285">
                  <c:v>0.12855</c:v>
                </c:pt>
                <c:pt idx="1286">
                  <c:v>0.12865</c:v>
                </c:pt>
                <c:pt idx="1287">
                  <c:v>0.12875</c:v>
                </c:pt>
                <c:pt idx="1288">
                  <c:v>0.12885</c:v>
                </c:pt>
                <c:pt idx="1289">
                  <c:v>0.12895</c:v>
                </c:pt>
                <c:pt idx="1290">
                  <c:v>0.12905</c:v>
                </c:pt>
                <c:pt idx="1291">
                  <c:v>0.12915</c:v>
                </c:pt>
                <c:pt idx="1292">
                  <c:v>0.12925</c:v>
                </c:pt>
                <c:pt idx="1293">
                  <c:v>0.12935</c:v>
                </c:pt>
                <c:pt idx="1294">
                  <c:v>0.12945</c:v>
                </c:pt>
                <c:pt idx="1295">
                  <c:v>0.12955</c:v>
                </c:pt>
                <c:pt idx="1296">
                  <c:v>0.12965</c:v>
                </c:pt>
                <c:pt idx="1297">
                  <c:v>0.12975</c:v>
                </c:pt>
                <c:pt idx="1298">
                  <c:v>0.12985</c:v>
                </c:pt>
                <c:pt idx="1299">
                  <c:v>0.12995</c:v>
                </c:pt>
                <c:pt idx="1300">
                  <c:v>0.13005</c:v>
                </c:pt>
                <c:pt idx="1301">
                  <c:v>0.13015</c:v>
                </c:pt>
                <c:pt idx="1302">
                  <c:v>0.13025</c:v>
                </c:pt>
                <c:pt idx="1303">
                  <c:v>0.13035</c:v>
                </c:pt>
                <c:pt idx="1304">
                  <c:v>0.13045</c:v>
                </c:pt>
                <c:pt idx="1305">
                  <c:v>0.13055</c:v>
                </c:pt>
                <c:pt idx="1306">
                  <c:v>0.13065</c:v>
                </c:pt>
                <c:pt idx="1307">
                  <c:v>0.13075</c:v>
                </c:pt>
                <c:pt idx="1308">
                  <c:v>0.13085</c:v>
                </c:pt>
                <c:pt idx="1309">
                  <c:v>0.13095</c:v>
                </c:pt>
                <c:pt idx="1310">
                  <c:v>0.13105</c:v>
                </c:pt>
                <c:pt idx="1311">
                  <c:v>0.13115</c:v>
                </c:pt>
                <c:pt idx="1312">
                  <c:v>0.13125</c:v>
                </c:pt>
                <c:pt idx="1313">
                  <c:v>0.13135</c:v>
                </c:pt>
                <c:pt idx="1314">
                  <c:v>0.13145</c:v>
                </c:pt>
                <c:pt idx="1315">
                  <c:v>0.13155</c:v>
                </c:pt>
                <c:pt idx="1316">
                  <c:v>0.13165</c:v>
                </c:pt>
                <c:pt idx="1317">
                  <c:v>0.13175</c:v>
                </c:pt>
                <c:pt idx="1318">
                  <c:v>0.13185</c:v>
                </c:pt>
                <c:pt idx="1319">
                  <c:v>0.13195</c:v>
                </c:pt>
                <c:pt idx="1320">
                  <c:v>0.13205</c:v>
                </c:pt>
                <c:pt idx="1321">
                  <c:v>0.13215</c:v>
                </c:pt>
                <c:pt idx="1322">
                  <c:v>0.13225</c:v>
                </c:pt>
                <c:pt idx="1323">
                  <c:v>0.13235</c:v>
                </c:pt>
                <c:pt idx="1324">
                  <c:v>0.13245</c:v>
                </c:pt>
                <c:pt idx="1325">
                  <c:v>0.13255</c:v>
                </c:pt>
                <c:pt idx="1326">
                  <c:v>0.13265</c:v>
                </c:pt>
                <c:pt idx="1327">
                  <c:v>0.13275</c:v>
                </c:pt>
                <c:pt idx="1328">
                  <c:v>0.13285</c:v>
                </c:pt>
                <c:pt idx="1329">
                  <c:v>0.13295</c:v>
                </c:pt>
                <c:pt idx="1330">
                  <c:v>0.13305</c:v>
                </c:pt>
                <c:pt idx="1331">
                  <c:v>0.13315</c:v>
                </c:pt>
                <c:pt idx="1332">
                  <c:v>0.13325</c:v>
                </c:pt>
                <c:pt idx="1333">
                  <c:v>0.13335</c:v>
                </c:pt>
                <c:pt idx="1334">
                  <c:v>0.13345</c:v>
                </c:pt>
                <c:pt idx="1335">
                  <c:v>0.13355</c:v>
                </c:pt>
                <c:pt idx="1336">
                  <c:v>0.13365</c:v>
                </c:pt>
                <c:pt idx="1337">
                  <c:v>0.13375</c:v>
                </c:pt>
                <c:pt idx="1338">
                  <c:v>0.13385</c:v>
                </c:pt>
                <c:pt idx="1339">
                  <c:v>0.13395</c:v>
                </c:pt>
                <c:pt idx="1340">
                  <c:v>0.13405</c:v>
                </c:pt>
                <c:pt idx="1341">
                  <c:v>0.13415</c:v>
                </c:pt>
                <c:pt idx="1342">
                  <c:v>0.13425</c:v>
                </c:pt>
                <c:pt idx="1343">
                  <c:v>0.13435</c:v>
                </c:pt>
                <c:pt idx="1344">
                  <c:v>0.13445</c:v>
                </c:pt>
                <c:pt idx="1345">
                  <c:v>0.13455</c:v>
                </c:pt>
                <c:pt idx="1346">
                  <c:v>0.13465</c:v>
                </c:pt>
                <c:pt idx="1347">
                  <c:v>0.13475</c:v>
                </c:pt>
                <c:pt idx="1348">
                  <c:v>0.13485</c:v>
                </c:pt>
                <c:pt idx="1349">
                  <c:v>0.13495</c:v>
                </c:pt>
                <c:pt idx="1350">
                  <c:v>0.13505</c:v>
                </c:pt>
                <c:pt idx="1351">
                  <c:v>0.13515</c:v>
                </c:pt>
                <c:pt idx="1352">
                  <c:v>0.13525</c:v>
                </c:pt>
                <c:pt idx="1353">
                  <c:v>0.13535</c:v>
                </c:pt>
                <c:pt idx="1354">
                  <c:v>0.13545</c:v>
                </c:pt>
                <c:pt idx="1355">
                  <c:v>0.13555</c:v>
                </c:pt>
                <c:pt idx="1356">
                  <c:v>0.13565</c:v>
                </c:pt>
                <c:pt idx="1357">
                  <c:v>0.13575</c:v>
                </c:pt>
                <c:pt idx="1358">
                  <c:v>0.13585</c:v>
                </c:pt>
                <c:pt idx="1359">
                  <c:v>0.13595</c:v>
                </c:pt>
                <c:pt idx="1360">
                  <c:v>0.13605</c:v>
                </c:pt>
                <c:pt idx="1361">
                  <c:v>0.13615</c:v>
                </c:pt>
                <c:pt idx="1362">
                  <c:v>0.13625</c:v>
                </c:pt>
                <c:pt idx="1363">
                  <c:v>0.13635</c:v>
                </c:pt>
                <c:pt idx="1364">
                  <c:v>0.13645</c:v>
                </c:pt>
                <c:pt idx="1365">
                  <c:v>0.13655</c:v>
                </c:pt>
                <c:pt idx="1366">
                  <c:v>0.13665</c:v>
                </c:pt>
                <c:pt idx="1367">
                  <c:v>0.13675</c:v>
                </c:pt>
                <c:pt idx="1368">
                  <c:v>0.13685</c:v>
                </c:pt>
                <c:pt idx="1369">
                  <c:v>0.13695</c:v>
                </c:pt>
                <c:pt idx="1370">
                  <c:v>0.13705</c:v>
                </c:pt>
                <c:pt idx="1371">
                  <c:v>0.13715</c:v>
                </c:pt>
                <c:pt idx="1372">
                  <c:v>0.13725</c:v>
                </c:pt>
                <c:pt idx="1373">
                  <c:v>0.13735</c:v>
                </c:pt>
                <c:pt idx="1374">
                  <c:v>0.13745</c:v>
                </c:pt>
                <c:pt idx="1375">
                  <c:v>0.13755</c:v>
                </c:pt>
                <c:pt idx="1376">
                  <c:v>0.13765</c:v>
                </c:pt>
                <c:pt idx="1377">
                  <c:v>0.13775</c:v>
                </c:pt>
                <c:pt idx="1378">
                  <c:v>0.13785</c:v>
                </c:pt>
                <c:pt idx="1379">
                  <c:v>0.13795</c:v>
                </c:pt>
                <c:pt idx="1380">
                  <c:v>0.13805</c:v>
                </c:pt>
                <c:pt idx="1381">
                  <c:v>0.13815</c:v>
                </c:pt>
                <c:pt idx="1382">
                  <c:v>0.13825</c:v>
                </c:pt>
                <c:pt idx="1383">
                  <c:v>0.13835</c:v>
                </c:pt>
                <c:pt idx="1384">
                  <c:v>0.13845</c:v>
                </c:pt>
                <c:pt idx="1385">
                  <c:v>0.13855</c:v>
                </c:pt>
                <c:pt idx="1386">
                  <c:v>0.13865</c:v>
                </c:pt>
                <c:pt idx="1387">
                  <c:v>0.13875</c:v>
                </c:pt>
                <c:pt idx="1388">
                  <c:v>0.13885</c:v>
                </c:pt>
                <c:pt idx="1389">
                  <c:v>0.13895</c:v>
                </c:pt>
                <c:pt idx="1390">
                  <c:v>0.13905</c:v>
                </c:pt>
                <c:pt idx="1391">
                  <c:v>0.13915</c:v>
                </c:pt>
                <c:pt idx="1392">
                  <c:v>0.13925</c:v>
                </c:pt>
                <c:pt idx="1393">
                  <c:v>0.13935</c:v>
                </c:pt>
                <c:pt idx="1394">
                  <c:v>0.13945</c:v>
                </c:pt>
                <c:pt idx="1395">
                  <c:v>0.13955</c:v>
                </c:pt>
                <c:pt idx="1396">
                  <c:v>0.13965</c:v>
                </c:pt>
                <c:pt idx="1397">
                  <c:v>0.13975</c:v>
                </c:pt>
                <c:pt idx="1398">
                  <c:v>0.13985</c:v>
                </c:pt>
                <c:pt idx="1399">
                  <c:v>0.13995</c:v>
                </c:pt>
                <c:pt idx="1400">
                  <c:v>0.14005</c:v>
                </c:pt>
                <c:pt idx="1401">
                  <c:v>0.14015</c:v>
                </c:pt>
                <c:pt idx="1402">
                  <c:v>0.14025</c:v>
                </c:pt>
                <c:pt idx="1403">
                  <c:v>0.14035</c:v>
                </c:pt>
                <c:pt idx="1404">
                  <c:v>0.14045</c:v>
                </c:pt>
                <c:pt idx="1405">
                  <c:v>0.14055</c:v>
                </c:pt>
                <c:pt idx="1406">
                  <c:v>0.14065</c:v>
                </c:pt>
                <c:pt idx="1407">
                  <c:v>0.14075</c:v>
                </c:pt>
                <c:pt idx="1408">
                  <c:v>0.14085</c:v>
                </c:pt>
                <c:pt idx="1409">
                  <c:v>0.14095</c:v>
                </c:pt>
                <c:pt idx="1410">
                  <c:v>0.14105</c:v>
                </c:pt>
                <c:pt idx="1411">
                  <c:v>0.14115</c:v>
                </c:pt>
                <c:pt idx="1412">
                  <c:v>0.14125</c:v>
                </c:pt>
                <c:pt idx="1413">
                  <c:v>0.14135</c:v>
                </c:pt>
                <c:pt idx="1414">
                  <c:v>0.14145</c:v>
                </c:pt>
                <c:pt idx="1415">
                  <c:v>0.14155</c:v>
                </c:pt>
                <c:pt idx="1416">
                  <c:v>0.14165</c:v>
                </c:pt>
                <c:pt idx="1417">
                  <c:v>0.14175</c:v>
                </c:pt>
                <c:pt idx="1418">
                  <c:v>0.14185</c:v>
                </c:pt>
                <c:pt idx="1419">
                  <c:v>0.14195</c:v>
                </c:pt>
                <c:pt idx="1420">
                  <c:v>0.14205</c:v>
                </c:pt>
                <c:pt idx="1421">
                  <c:v>0.14215</c:v>
                </c:pt>
                <c:pt idx="1422">
                  <c:v>0.14225</c:v>
                </c:pt>
                <c:pt idx="1423">
                  <c:v>0.14235</c:v>
                </c:pt>
                <c:pt idx="1424">
                  <c:v>0.14245</c:v>
                </c:pt>
                <c:pt idx="1425">
                  <c:v>0.14255</c:v>
                </c:pt>
                <c:pt idx="1426">
                  <c:v>0.14265</c:v>
                </c:pt>
                <c:pt idx="1427">
                  <c:v>0.14275</c:v>
                </c:pt>
                <c:pt idx="1428">
                  <c:v>0.14285</c:v>
                </c:pt>
                <c:pt idx="1429">
                  <c:v>0.14295</c:v>
                </c:pt>
                <c:pt idx="1430">
                  <c:v>0.14305</c:v>
                </c:pt>
                <c:pt idx="1431">
                  <c:v>0.14315</c:v>
                </c:pt>
                <c:pt idx="1432">
                  <c:v>0.14325</c:v>
                </c:pt>
                <c:pt idx="1433">
                  <c:v>0.14335</c:v>
                </c:pt>
                <c:pt idx="1434">
                  <c:v>0.14345</c:v>
                </c:pt>
                <c:pt idx="1435">
                  <c:v>0.14355</c:v>
                </c:pt>
                <c:pt idx="1436">
                  <c:v>0.14365</c:v>
                </c:pt>
                <c:pt idx="1437">
                  <c:v>0.14375</c:v>
                </c:pt>
                <c:pt idx="1438">
                  <c:v>0.14385</c:v>
                </c:pt>
                <c:pt idx="1439">
                  <c:v>0.14395</c:v>
                </c:pt>
                <c:pt idx="1440">
                  <c:v>0.14405</c:v>
                </c:pt>
                <c:pt idx="1441">
                  <c:v>0.14415</c:v>
                </c:pt>
                <c:pt idx="1442">
                  <c:v>0.14425</c:v>
                </c:pt>
                <c:pt idx="1443">
                  <c:v>0.14435</c:v>
                </c:pt>
                <c:pt idx="1444">
                  <c:v>0.14445</c:v>
                </c:pt>
                <c:pt idx="1445">
                  <c:v>0.14455</c:v>
                </c:pt>
                <c:pt idx="1446">
                  <c:v>0.14465</c:v>
                </c:pt>
                <c:pt idx="1447">
                  <c:v>0.14475</c:v>
                </c:pt>
                <c:pt idx="1448">
                  <c:v>0.14485</c:v>
                </c:pt>
                <c:pt idx="1449">
                  <c:v>0.14495</c:v>
                </c:pt>
                <c:pt idx="1450">
                  <c:v>0.14505</c:v>
                </c:pt>
                <c:pt idx="1451">
                  <c:v>0.14515</c:v>
                </c:pt>
                <c:pt idx="1452">
                  <c:v>0.14525</c:v>
                </c:pt>
                <c:pt idx="1453">
                  <c:v>0.14535</c:v>
                </c:pt>
                <c:pt idx="1454">
                  <c:v>0.14545</c:v>
                </c:pt>
                <c:pt idx="1455">
                  <c:v>0.14555</c:v>
                </c:pt>
                <c:pt idx="1456">
                  <c:v>0.14565</c:v>
                </c:pt>
                <c:pt idx="1457">
                  <c:v>0.14575</c:v>
                </c:pt>
                <c:pt idx="1458">
                  <c:v>0.14585</c:v>
                </c:pt>
                <c:pt idx="1459">
                  <c:v>0.14595</c:v>
                </c:pt>
                <c:pt idx="1460">
                  <c:v>0.14605</c:v>
                </c:pt>
                <c:pt idx="1461">
                  <c:v>0.14615</c:v>
                </c:pt>
                <c:pt idx="1462">
                  <c:v>0.14625</c:v>
                </c:pt>
                <c:pt idx="1463">
                  <c:v>0.14635</c:v>
                </c:pt>
                <c:pt idx="1464">
                  <c:v>0.14645</c:v>
                </c:pt>
                <c:pt idx="1465">
                  <c:v>0.14655</c:v>
                </c:pt>
                <c:pt idx="1466">
                  <c:v>0.14665</c:v>
                </c:pt>
                <c:pt idx="1467">
                  <c:v>0.14675</c:v>
                </c:pt>
                <c:pt idx="1468">
                  <c:v>0.14685</c:v>
                </c:pt>
                <c:pt idx="1469">
                  <c:v>0.14695</c:v>
                </c:pt>
                <c:pt idx="1470">
                  <c:v>0.14705</c:v>
                </c:pt>
                <c:pt idx="1471">
                  <c:v>0.14715</c:v>
                </c:pt>
                <c:pt idx="1472">
                  <c:v>0.14725</c:v>
                </c:pt>
                <c:pt idx="1473">
                  <c:v>0.14735</c:v>
                </c:pt>
                <c:pt idx="1474">
                  <c:v>0.14745</c:v>
                </c:pt>
                <c:pt idx="1475">
                  <c:v>0.14755</c:v>
                </c:pt>
                <c:pt idx="1476">
                  <c:v>0.14765</c:v>
                </c:pt>
                <c:pt idx="1477">
                  <c:v>0.14775</c:v>
                </c:pt>
                <c:pt idx="1478">
                  <c:v>0.14785</c:v>
                </c:pt>
                <c:pt idx="1479">
                  <c:v>0.14795</c:v>
                </c:pt>
                <c:pt idx="1480">
                  <c:v>0.14805</c:v>
                </c:pt>
                <c:pt idx="1481">
                  <c:v>0.14815</c:v>
                </c:pt>
                <c:pt idx="1482">
                  <c:v>0.14825</c:v>
                </c:pt>
                <c:pt idx="1483">
                  <c:v>0.14835</c:v>
                </c:pt>
                <c:pt idx="1484">
                  <c:v>0.14845</c:v>
                </c:pt>
                <c:pt idx="1485">
                  <c:v>0.14855</c:v>
                </c:pt>
                <c:pt idx="1486">
                  <c:v>0.14865</c:v>
                </c:pt>
                <c:pt idx="1487">
                  <c:v>0.14875</c:v>
                </c:pt>
                <c:pt idx="1488">
                  <c:v>0.14885</c:v>
                </c:pt>
                <c:pt idx="1489">
                  <c:v>0.14895</c:v>
                </c:pt>
                <c:pt idx="1490">
                  <c:v>0.14905</c:v>
                </c:pt>
                <c:pt idx="1491">
                  <c:v>0.14915</c:v>
                </c:pt>
                <c:pt idx="1492">
                  <c:v>0.14925</c:v>
                </c:pt>
                <c:pt idx="1493">
                  <c:v>0.14935</c:v>
                </c:pt>
                <c:pt idx="1494">
                  <c:v>0.14945</c:v>
                </c:pt>
                <c:pt idx="1495">
                  <c:v>0.14955</c:v>
                </c:pt>
                <c:pt idx="1496">
                  <c:v>0.14965</c:v>
                </c:pt>
                <c:pt idx="1497">
                  <c:v>0.14975</c:v>
                </c:pt>
                <c:pt idx="1498">
                  <c:v>0.14985</c:v>
                </c:pt>
                <c:pt idx="1499">
                  <c:v>0.14995</c:v>
                </c:pt>
                <c:pt idx="1500">
                  <c:v>0.15005</c:v>
                </c:pt>
                <c:pt idx="1501">
                  <c:v>0.15015</c:v>
                </c:pt>
                <c:pt idx="1502">
                  <c:v>0.15025</c:v>
                </c:pt>
                <c:pt idx="1503">
                  <c:v>0.15035</c:v>
                </c:pt>
                <c:pt idx="1504">
                  <c:v>0.15045</c:v>
                </c:pt>
                <c:pt idx="1505">
                  <c:v>0.15055</c:v>
                </c:pt>
                <c:pt idx="1506">
                  <c:v>0.15065</c:v>
                </c:pt>
                <c:pt idx="1507">
                  <c:v>0.15075</c:v>
                </c:pt>
                <c:pt idx="1508">
                  <c:v>0.15085</c:v>
                </c:pt>
                <c:pt idx="1509">
                  <c:v>0.15095</c:v>
                </c:pt>
                <c:pt idx="1510">
                  <c:v>0.15105</c:v>
                </c:pt>
                <c:pt idx="1511">
                  <c:v>0.15115</c:v>
                </c:pt>
                <c:pt idx="1512">
                  <c:v>0.15125</c:v>
                </c:pt>
                <c:pt idx="1513">
                  <c:v>0.15135</c:v>
                </c:pt>
                <c:pt idx="1514">
                  <c:v>0.15145</c:v>
                </c:pt>
                <c:pt idx="1515">
                  <c:v>0.15155</c:v>
                </c:pt>
                <c:pt idx="1516">
                  <c:v>0.15165</c:v>
                </c:pt>
                <c:pt idx="1517">
                  <c:v>0.15175</c:v>
                </c:pt>
                <c:pt idx="1518">
                  <c:v>0.15185</c:v>
                </c:pt>
                <c:pt idx="1519">
                  <c:v>0.15195</c:v>
                </c:pt>
                <c:pt idx="1520">
                  <c:v>0.15205</c:v>
                </c:pt>
                <c:pt idx="1521">
                  <c:v>0.15215</c:v>
                </c:pt>
                <c:pt idx="1522">
                  <c:v>0.15225</c:v>
                </c:pt>
                <c:pt idx="1523">
                  <c:v>0.15235</c:v>
                </c:pt>
                <c:pt idx="1524">
                  <c:v>0.15245</c:v>
                </c:pt>
                <c:pt idx="1525">
                  <c:v>0.15255</c:v>
                </c:pt>
                <c:pt idx="1526">
                  <c:v>0.15265</c:v>
                </c:pt>
                <c:pt idx="1527">
                  <c:v>0.15275</c:v>
                </c:pt>
                <c:pt idx="1528">
                  <c:v>0.15285</c:v>
                </c:pt>
                <c:pt idx="1529">
                  <c:v>0.15295</c:v>
                </c:pt>
                <c:pt idx="1530">
                  <c:v>0.15305</c:v>
                </c:pt>
                <c:pt idx="1531">
                  <c:v>0.15315</c:v>
                </c:pt>
                <c:pt idx="1532">
                  <c:v>0.15325</c:v>
                </c:pt>
                <c:pt idx="1533">
                  <c:v>0.15335</c:v>
                </c:pt>
                <c:pt idx="1534">
                  <c:v>0.15345</c:v>
                </c:pt>
                <c:pt idx="1535">
                  <c:v>0.15355</c:v>
                </c:pt>
                <c:pt idx="1536">
                  <c:v>0.15365</c:v>
                </c:pt>
                <c:pt idx="1537">
                  <c:v>0.15375</c:v>
                </c:pt>
                <c:pt idx="1538">
                  <c:v>0.15385</c:v>
                </c:pt>
                <c:pt idx="1539">
                  <c:v>0.15395</c:v>
                </c:pt>
                <c:pt idx="1540">
                  <c:v>0.15405</c:v>
                </c:pt>
                <c:pt idx="1541">
                  <c:v>0.15415</c:v>
                </c:pt>
                <c:pt idx="1542">
                  <c:v>0.15425</c:v>
                </c:pt>
                <c:pt idx="1543">
                  <c:v>0.15435</c:v>
                </c:pt>
                <c:pt idx="1544">
                  <c:v>0.15445</c:v>
                </c:pt>
                <c:pt idx="1545">
                  <c:v>0.15455</c:v>
                </c:pt>
                <c:pt idx="1546">
                  <c:v>0.15465</c:v>
                </c:pt>
                <c:pt idx="1547">
                  <c:v>0.15475</c:v>
                </c:pt>
                <c:pt idx="1548">
                  <c:v>0.15485</c:v>
                </c:pt>
                <c:pt idx="1549">
                  <c:v>0.15495</c:v>
                </c:pt>
                <c:pt idx="1550">
                  <c:v>0.15505</c:v>
                </c:pt>
                <c:pt idx="1551">
                  <c:v>0.15515</c:v>
                </c:pt>
                <c:pt idx="1552">
                  <c:v>0.15525</c:v>
                </c:pt>
                <c:pt idx="1553">
                  <c:v>0.15535</c:v>
                </c:pt>
                <c:pt idx="1554">
                  <c:v>0.15545</c:v>
                </c:pt>
                <c:pt idx="1555">
                  <c:v>0.15555</c:v>
                </c:pt>
                <c:pt idx="1556">
                  <c:v>0.15565</c:v>
                </c:pt>
                <c:pt idx="1557">
                  <c:v>0.15575</c:v>
                </c:pt>
                <c:pt idx="1558">
                  <c:v>0.15585</c:v>
                </c:pt>
                <c:pt idx="1559">
                  <c:v>0.15595</c:v>
                </c:pt>
                <c:pt idx="1560">
                  <c:v>0.15605</c:v>
                </c:pt>
                <c:pt idx="1561">
                  <c:v>0.15615</c:v>
                </c:pt>
                <c:pt idx="1562">
                  <c:v>0.15625</c:v>
                </c:pt>
                <c:pt idx="1563">
                  <c:v>0.15635</c:v>
                </c:pt>
                <c:pt idx="1564">
                  <c:v>0.15645</c:v>
                </c:pt>
                <c:pt idx="1565">
                  <c:v>0.15655</c:v>
                </c:pt>
                <c:pt idx="1566">
                  <c:v>0.15665</c:v>
                </c:pt>
                <c:pt idx="1567">
                  <c:v>0.15675</c:v>
                </c:pt>
                <c:pt idx="1568">
                  <c:v>0.15685</c:v>
                </c:pt>
                <c:pt idx="1569">
                  <c:v>0.15695</c:v>
                </c:pt>
                <c:pt idx="1570">
                  <c:v>0.15705</c:v>
                </c:pt>
                <c:pt idx="1571">
                  <c:v>0.15715</c:v>
                </c:pt>
                <c:pt idx="1572">
                  <c:v>0.15725</c:v>
                </c:pt>
                <c:pt idx="1573">
                  <c:v>0.15735</c:v>
                </c:pt>
                <c:pt idx="1574">
                  <c:v>0.15745</c:v>
                </c:pt>
                <c:pt idx="1575">
                  <c:v>0.15755</c:v>
                </c:pt>
                <c:pt idx="1576">
                  <c:v>0.15765</c:v>
                </c:pt>
                <c:pt idx="1577">
                  <c:v>0.15775</c:v>
                </c:pt>
                <c:pt idx="1578">
                  <c:v>0.15785</c:v>
                </c:pt>
                <c:pt idx="1579">
                  <c:v>0.15795</c:v>
                </c:pt>
                <c:pt idx="1580">
                  <c:v>0.15805</c:v>
                </c:pt>
                <c:pt idx="1581">
                  <c:v>0.15815</c:v>
                </c:pt>
                <c:pt idx="1582">
                  <c:v>0.15825</c:v>
                </c:pt>
                <c:pt idx="1583">
                  <c:v>0.15835</c:v>
                </c:pt>
                <c:pt idx="1584">
                  <c:v>0.15845</c:v>
                </c:pt>
                <c:pt idx="1585">
                  <c:v>0.15855</c:v>
                </c:pt>
                <c:pt idx="1586">
                  <c:v>0.15865</c:v>
                </c:pt>
                <c:pt idx="1587">
                  <c:v>0.15875</c:v>
                </c:pt>
                <c:pt idx="1588">
                  <c:v>0.15885</c:v>
                </c:pt>
                <c:pt idx="1589">
                  <c:v>0.15895</c:v>
                </c:pt>
                <c:pt idx="1590">
                  <c:v>0.15905</c:v>
                </c:pt>
                <c:pt idx="1591">
                  <c:v>0.15915</c:v>
                </c:pt>
                <c:pt idx="1592">
                  <c:v>0.15925</c:v>
                </c:pt>
                <c:pt idx="1593">
                  <c:v>0.15935</c:v>
                </c:pt>
                <c:pt idx="1594">
                  <c:v>0.15945</c:v>
                </c:pt>
                <c:pt idx="1595">
                  <c:v>0.15955</c:v>
                </c:pt>
                <c:pt idx="1596">
                  <c:v>0.15965</c:v>
                </c:pt>
                <c:pt idx="1597">
                  <c:v>0.15975</c:v>
                </c:pt>
                <c:pt idx="1598">
                  <c:v>0.15985</c:v>
                </c:pt>
                <c:pt idx="1599">
                  <c:v>0.15995</c:v>
                </c:pt>
                <c:pt idx="1600">
                  <c:v>0.16005</c:v>
                </c:pt>
                <c:pt idx="1601">
                  <c:v>0.16015</c:v>
                </c:pt>
                <c:pt idx="1602">
                  <c:v>0.16025</c:v>
                </c:pt>
                <c:pt idx="1603">
                  <c:v>0.16035</c:v>
                </c:pt>
                <c:pt idx="1604">
                  <c:v>0.16045</c:v>
                </c:pt>
                <c:pt idx="1605">
                  <c:v>0.16055</c:v>
                </c:pt>
                <c:pt idx="1606">
                  <c:v>0.16065</c:v>
                </c:pt>
                <c:pt idx="1607">
                  <c:v>0.16075</c:v>
                </c:pt>
                <c:pt idx="1608">
                  <c:v>0.16085</c:v>
                </c:pt>
                <c:pt idx="1609">
                  <c:v>0.16095</c:v>
                </c:pt>
                <c:pt idx="1610">
                  <c:v>0.16105</c:v>
                </c:pt>
                <c:pt idx="1611">
                  <c:v>0.16115</c:v>
                </c:pt>
                <c:pt idx="1612">
                  <c:v>0.16125</c:v>
                </c:pt>
                <c:pt idx="1613">
                  <c:v>0.16135</c:v>
                </c:pt>
                <c:pt idx="1614">
                  <c:v>0.16145</c:v>
                </c:pt>
                <c:pt idx="1615">
                  <c:v>0.16155</c:v>
                </c:pt>
                <c:pt idx="1616">
                  <c:v>0.16165</c:v>
                </c:pt>
                <c:pt idx="1617">
                  <c:v>0.16175</c:v>
                </c:pt>
                <c:pt idx="1618">
                  <c:v>0.16185</c:v>
                </c:pt>
                <c:pt idx="1619">
                  <c:v>0.16195</c:v>
                </c:pt>
                <c:pt idx="1620">
                  <c:v>0.16205</c:v>
                </c:pt>
                <c:pt idx="1621">
                  <c:v>0.16215</c:v>
                </c:pt>
                <c:pt idx="1622">
                  <c:v>0.16225</c:v>
                </c:pt>
                <c:pt idx="1623">
                  <c:v>0.16235</c:v>
                </c:pt>
                <c:pt idx="1624">
                  <c:v>0.16245</c:v>
                </c:pt>
                <c:pt idx="1625">
                  <c:v>0.16255</c:v>
                </c:pt>
                <c:pt idx="1626">
                  <c:v>0.16265</c:v>
                </c:pt>
                <c:pt idx="1627">
                  <c:v>0.16275</c:v>
                </c:pt>
                <c:pt idx="1628">
                  <c:v>0.16285</c:v>
                </c:pt>
                <c:pt idx="1629">
                  <c:v>0.16295</c:v>
                </c:pt>
                <c:pt idx="1630">
                  <c:v>0.16305</c:v>
                </c:pt>
                <c:pt idx="1631">
                  <c:v>0.16315</c:v>
                </c:pt>
                <c:pt idx="1632">
                  <c:v>0.16325</c:v>
                </c:pt>
                <c:pt idx="1633">
                  <c:v>0.16335</c:v>
                </c:pt>
                <c:pt idx="1634">
                  <c:v>0.16345</c:v>
                </c:pt>
                <c:pt idx="1635">
                  <c:v>0.16355</c:v>
                </c:pt>
                <c:pt idx="1636">
                  <c:v>0.16365</c:v>
                </c:pt>
                <c:pt idx="1637">
                  <c:v>0.16375</c:v>
                </c:pt>
                <c:pt idx="1638">
                  <c:v>0.16385</c:v>
                </c:pt>
                <c:pt idx="1639">
                  <c:v>0.16395</c:v>
                </c:pt>
                <c:pt idx="1640">
                  <c:v>0.16405</c:v>
                </c:pt>
                <c:pt idx="1641">
                  <c:v>0.16415</c:v>
                </c:pt>
                <c:pt idx="1642">
                  <c:v>0.16425</c:v>
                </c:pt>
                <c:pt idx="1643">
                  <c:v>0.16435</c:v>
                </c:pt>
                <c:pt idx="1644">
                  <c:v>0.16445</c:v>
                </c:pt>
                <c:pt idx="1645">
                  <c:v>0.16455</c:v>
                </c:pt>
                <c:pt idx="1646">
                  <c:v>0.16465</c:v>
                </c:pt>
                <c:pt idx="1647">
                  <c:v>0.16475</c:v>
                </c:pt>
                <c:pt idx="1648">
                  <c:v>0.16485</c:v>
                </c:pt>
                <c:pt idx="1649">
                  <c:v>0.16495</c:v>
                </c:pt>
                <c:pt idx="1650">
                  <c:v>0.16505</c:v>
                </c:pt>
                <c:pt idx="1651">
                  <c:v>0.16515</c:v>
                </c:pt>
                <c:pt idx="1652">
                  <c:v>0.16525</c:v>
                </c:pt>
                <c:pt idx="1653">
                  <c:v>0.16535</c:v>
                </c:pt>
                <c:pt idx="1654">
                  <c:v>0.16545</c:v>
                </c:pt>
                <c:pt idx="1655">
                  <c:v>0.16555</c:v>
                </c:pt>
                <c:pt idx="1656">
                  <c:v>0.16565</c:v>
                </c:pt>
                <c:pt idx="1657">
                  <c:v>0.16575</c:v>
                </c:pt>
                <c:pt idx="1658">
                  <c:v>0.16585</c:v>
                </c:pt>
                <c:pt idx="1659">
                  <c:v>0.16595</c:v>
                </c:pt>
                <c:pt idx="1660">
                  <c:v>0.16605</c:v>
                </c:pt>
                <c:pt idx="1661">
                  <c:v>0.16615</c:v>
                </c:pt>
                <c:pt idx="1662">
                  <c:v>0.16625</c:v>
                </c:pt>
                <c:pt idx="1663">
                  <c:v>0.16635</c:v>
                </c:pt>
                <c:pt idx="1664">
                  <c:v>0.16645</c:v>
                </c:pt>
                <c:pt idx="1665">
                  <c:v>0.16655</c:v>
                </c:pt>
                <c:pt idx="1666">
                  <c:v>0.16665</c:v>
                </c:pt>
                <c:pt idx="1667">
                  <c:v>0.16675</c:v>
                </c:pt>
                <c:pt idx="1668">
                  <c:v>0.16685</c:v>
                </c:pt>
                <c:pt idx="1669">
                  <c:v>0.16695</c:v>
                </c:pt>
                <c:pt idx="1670">
                  <c:v>0.16705</c:v>
                </c:pt>
                <c:pt idx="1671">
                  <c:v>0.16715</c:v>
                </c:pt>
                <c:pt idx="1672">
                  <c:v>0.16725</c:v>
                </c:pt>
                <c:pt idx="1673">
                  <c:v>0.16735</c:v>
                </c:pt>
                <c:pt idx="1674">
                  <c:v>0.16745</c:v>
                </c:pt>
                <c:pt idx="1675">
                  <c:v>0.16755</c:v>
                </c:pt>
                <c:pt idx="1676">
                  <c:v>0.16765</c:v>
                </c:pt>
                <c:pt idx="1677">
                  <c:v>0.16775</c:v>
                </c:pt>
                <c:pt idx="1678">
                  <c:v>0.16785</c:v>
                </c:pt>
                <c:pt idx="1679">
                  <c:v>0.16795</c:v>
                </c:pt>
                <c:pt idx="1680">
                  <c:v>0.16805</c:v>
                </c:pt>
                <c:pt idx="1681">
                  <c:v>0.16815</c:v>
                </c:pt>
                <c:pt idx="1682">
                  <c:v>0.16825</c:v>
                </c:pt>
                <c:pt idx="1683">
                  <c:v>0.16835</c:v>
                </c:pt>
                <c:pt idx="1684">
                  <c:v>0.16845</c:v>
                </c:pt>
                <c:pt idx="1685">
                  <c:v>0.16855</c:v>
                </c:pt>
                <c:pt idx="1686">
                  <c:v>0.16865</c:v>
                </c:pt>
                <c:pt idx="1687">
                  <c:v>0.16875</c:v>
                </c:pt>
                <c:pt idx="1688">
                  <c:v>0.16885</c:v>
                </c:pt>
                <c:pt idx="1689">
                  <c:v>0.16895</c:v>
                </c:pt>
                <c:pt idx="1690">
                  <c:v>0.16905</c:v>
                </c:pt>
                <c:pt idx="1691">
                  <c:v>0.16915</c:v>
                </c:pt>
                <c:pt idx="1692">
                  <c:v>0.16925</c:v>
                </c:pt>
                <c:pt idx="1693">
                  <c:v>0.16935</c:v>
                </c:pt>
                <c:pt idx="1694">
                  <c:v>0.16945</c:v>
                </c:pt>
                <c:pt idx="1695">
                  <c:v>0.16955</c:v>
                </c:pt>
                <c:pt idx="1696">
                  <c:v>0.16965</c:v>
                </c:pt>
                <c:pt idx="1697">
                  <c:v>0.16975</c:v>
                </c:pt>
                <c:pt idx="1698">
                  <c:v>0.16985</c:v>
                </c:pt>
                <c:pt idx="1699">
                  <c:v>0.16995</c:v>
                </c:pt>
                <c:pt idx="1700">
                  <c:v>0.17005</c:v>
                </c:pt>
                <c:pt idx="1701">
                  <c:v>0.17015</c:v>
                </c:pt>
                <c:pt idx="1702">
                  <c:v>0.17025</c:v>
                </c:pt>
                <c:pt idx="1703">
                  <c:v>0.17035</c:v>
                </c:pt>
                <c:pt idx="1704">
                  <c:v>0.17045</c:v>
                </c:pt>
                <c:pt idx="1705">
                  <c:v>0.17055</c:v>
                </c:pt>
                <c:pt idx="1706">
                  <c:v>0.17065</c:v>
                </c:pt>
                <c:pt idx="1707">
                  <c:v>0.17075</c:v>
                </c:pt>
                <c:pt idx="1708">
                  <c:v>0.17085</c:v>
                </c:pt>
                <c:pt idx="1709">
                  <c:v>0.17095</c:v>
                </c:pt>
                <c:pt idx="1710">
                  <c:v>0.17105</c:v>
                </c:pt>
                <c:pt idx="1711">
                  <c:v>0.17115</c:v>
                </c:pt>
                <c:pt idx="1712">
                  <c:v>0.17125</c:v>
                </c:pt>
                <c:pt idx="1713">
                  <c:v>0.17135</c:v>
                </c:pt>
                <c:pt idx="1714">
                  <c:v>0.17145</c:v>
                </c:pt>
                <c:pt idx="1715">
                  <c:v>0.17155</c:v>
                </c:pt>
                <c:pt idx="1716">
                  <c:v>0.17165</c:v>
                </c:pt>
                <c:pt idx="1717">
                  <c:v>0.17175</c:v>
                </c:pt>
                <c:pt idx="1718">
                  <c:v>0.17185</c:v>
                </c:pt>
                <c:pt idx="1719">
                  <c:v>0.17195</c:v>
                </c:pt>
                <c:pt idx="1720">
                  <c:v>0.17205</c:v>
                </c:pt>
                <c:pt idx="1721">
                  <c:v>0.17215</c:v>
                </c:pt>
                <c:pt idx="1722">
                  <c:v>0.17225</c:v>
                </c:pt>
                <c:pt idx="1723">
                  <c:v>0.17235</c:v>
                </c:pt>
                <c:pt idx="1724">
                  <c:v>0.17245</c:v>
                </c:pt>
                <c:pt idx="1725">
                  <c:v>0.17255</c:v>
                </c:pt>
                <c:pt idx="1726">
                  <c:v>0.17265</c:v>
                </c:pt>
                <c:pt idx="1727">
                  <c:v>0.17275</c:v>
                </c:pt>
                <c:pt idx="1728">
                  <c:v>0.17285</c:v>
                </c:pt>
                <c:pt idx="1729">
                  <c:v>0.17295</c:v>
                </c:pt>
                <c:pt idx="1730">
                  <c:v>0.17305</c:v>
                </c:pt>
                <c:pt idx="1731">
                  <c:v>0.17315</c:v>
                </c:pt>
                <c:pt idx="1732">
                  <c:v>0.17325</c:v>
                </c:pt>
                <c:pt idx="1733">
                  <c:v>0.17335</c:v>
                </c:pt>
                <c:pt idx="1734">
                  <c:v>0.17345</c:v>
                </c:pt>
                <c:pt idx="1735">
                  <c:v>0.17355</c:v>
                </c:pt>
                <c:pt idx="1736">
                  <c:v>0.17365</c:v>
                </c:pt>
                <c:pt idx="1737">
                  <c:v>0.17375</c:v>
                </c:pt>
                <c:pt idx="1738">
                  <c:v>0.17385</c:v>
                </c:pt>
                <c:pt idx="1739">
                  <c:v>0.17395</c:v>
                </c:pt>
                <c:pt idx="1740">
                  <c:v>0.17405</c:v>
                </c:pt>
                <c:pt idx="1741">
                  <c:v>0.17415</c:v>
                </c:pt>
                <c:pt idx="1742">
                  <c:v>0.17425</c:v>
                </c:pt>
                <c:pt idx="1743">
                  <c:v>0.17435</c:v>
                </c:pt>
                <c:pt idx="1744">
                  <c:v>0.17445</c:v>
                </c:pt>
                <c:pt idx="1745">
                  <c:v>0.17455</c:v>
                </c:pt>
                <c:pt idx="1746">
                  <c:v>0.17465</c:v>
                </c:pt>
                <c:pt idx="1747">
                  <c:v>0.17475</c:v>
                </c:pt>
                <c:pt idx="1748">
                  <c:v>0.17485</c:v>
                </c:pt>
                <c:pt idx="1749">
                  <c:v>0.17495</c:v>
                </c:pt>
                <c:pt idx="1750">
                  <c:v>0.17505</c:v>
                </c:pt>
                <c:pt idx="1751">
                  <c:v>0.17515</c:v>
                </c:pt>
                <c:pt idx="1752">
                  <c:v>0.17525</c:v>
                </c:pt>
                <c:pt idx="1753">
                  <c:v>0.17535</c:v>
                </c:pt>
                <c:pt idx="1754">
                  <c:v>0.17545</c:v>
                </c:pt>
                <c:pt idx="1755">
                  <c:v>0.17555</c:v>
                </c:pt>
                <c:pt idx="1756">
                  <c:v>0.17565</c:v>
                </c:pt>
                <c:pt idx="1757">
                  <c:v>0.17575</c:v>
                </c:pt>
                <c:pt idx="1758">
                  <c:v>0.17585</c:v>
                </c:pt>
                <c:pt idx="1759">
                  <c:v>0.17595</c:v>
                </c:pt>
                <c:pt idx="1760">
                  <c:v>0.17605</c:v>
                </c:pt>
                <c:pt idx="1761">
                  <c:v>0.17615</c:v>
                </c:pt>
                <c:pt idx="1762">
                  <c:v>0.17625</c:v>
                </c:pt>
                <c:pt idx="1763">
                  <c:v>0.17635</c:v>
                </c:pt>
                <c:pt idx="1764">
                  <c:v>0.17645</c:v>
                </c:pt>
                <c:pt idx="1765">
                  <c:v>0.17655</c:v>
                </c:pt>
                <c:pt idx="1766">
                  <c:v>0.17665</c:v>
                </c:pt>
                <c:pt idx="1767">
                  <c:v>0.17675</c:v>
                </c:pt>
                <c:pt idx="1768">
                  <c:v>0.17685</c:v>
                </c:pt>
                <c:pt idx="1769">
                  <c:v>0.17695</c:v>
                </c:pt>
                <c:pt idx="1770">
                  <c:v>0.17705</c:v>
                </c:pt>
                <c:pt idx="1771">
                  <c:v>0.17715</c:v>
                </c:pt>
                <c:pt idx="1772">
                  <c:v>0.17725</c:v>
                </c:pt>
                <c:pt idx="1773">
                  <c:v>0.17735</c:v>
                </c:pt>
                <c:pt idx="1774">
                  <c:v>0.17745</c:v>
                </c:pt>
                <c:pt idx="1775">
                  <c:v>0.17755</c:v>
                </c:pt>
                <c:pt idx="1776">
                  <c:v>0.17765</c:v>
                </c:pt>
                <c:pt idx="1777">
                  <c:v>0.17775</c:v>
                </c:pt>
                <c:pt idx="1778">
                  <c:v>0.17785</c:v>
                </c:pt>
                <c:pt idx="1779">
                  <c:v>0.17795</c:v>
                </c:pt>
                <c:pt idx="1780">
                  <c:v>0.17805</c:v>
                </c:pt>
                <c:pt idx="1781">
                  <c:v>0.17815</c:v>
                </c:pt>
                <c:pt idx="1782">
                  <c:v>0.17825</c:v>
                </c:pt>
                <c:pt idx="1783">
                  <c:v>0.17835</c:v>
                </c:pt>
                <c:pt idx="1784">
                  <c:v>0.17845</c:v>
                </c:pt>
                <c:pt idx="1785">
                  <c:v>0.17855</c:v>
                </c:pt>
                <c:pt idx="1786">
                  <c:v>0.17865</c:v>
                </c:pt>
                <c:pt idx="1787">
                  <c:v>0.17875</c:v>
                </c:pt>
                <c:pt idx="1788">
                  <c:v>0.17885</c:v>
                </c:pt>
                <c:pt idx="1789">
                  <c:v>0.17895</c:v>
                </c:pt>
                <c:pt idx="1790">
                  <c:v>0.17905</c:v>
                </c:pt>
                <c:pt idx="1791">
                  <c:v>0.17915</c:v>
                </c:pt>
                <c:pt idx="1792">
                  <c:v>0.17925</c:v>
                </c:pt>
                <c:pt idx="1793">
                  <c:v>0.17935</c:v>
                </c:pt>
                <c:pt idx="1794">
                  <c:v>0.17945</c:v>
                </c:pt>
                <c:pt idx="1795">
                  <c:v>0.17955</c:v>
                </c:pt>
                <c:pt idx="1796">
                  <c:v>0.17965</c:v>
                </c:pt>
                <c:pt idx="1797">
                  <c:v>0.17975</c:v>
                </c:pt>
                <c:pt idx="1798">
                  <c:v>0.17985</c:v>
                </c:pt>
                <c:pt idx="1799">
                  <c:v>0.17995</c:v>
                </c:pt>
                <c:pt idx="1800">
                  <c:v>0.18005</c:v>
                </c:pt>
                <c:pt idx="1801">
                  <c:v>0.18015</c:v>
                </c:pt>
                <c:pt idx="1802">
                  <c:v>0.18025</c:v>
                </c:pt>
                <c:pt idx="1803">
                  <c:v>0.18035</c:v>
                </c:pt>
                <c:pt idx="1804">
                  <c:v>0.18045</c:v>
                </c:pt>
                <c:pt idx="1805">
                  <c:v>0.18055</c:v>
                </c:pt>
                <c:pt idx="1806">
                  <c:v>0.18065</c:v>
                </c:pt>
                <c:pt idx="1807">
                  <c:v>0.18075</c:v>
                </c:pt>
                <c:pt idx="1808">
                  <c:v>0.18085</c:v>
                </c:pt>
                <c:pt idx="1809">
                  <c:v>0.18095</c:v>
                </c:pt>
                <c:pt idx="1810">
                  <c:v>0.18105</c:v>
                </c:pt>
                <c:pt idx="1811">
                  <c:v>0.18115</c:v>
                </c:pt>
                <c:pt idx="1812">
                  <c:v>0.18125</c:v>
                </c:pt>
                <c:pt idx="1813">
                  <c:v>0.18135</c:v>
                </c:pt>
                <c:pt idx="1814">
                  <c:v>0.18145</c:v>
                </c:pt>
                <c:pt idx="1815">
                  <c:v>0.18155</c:v>
                </c:pt>
                <c:pt idx="1816">
                  <c:v>0.18165</c:v>
                </c:pt>
                <c:pt idx="1817">
                  <c:v>0.18175</c:v>
                </c:pt>
                <c:pt idx="1818">
                  <c:v>0.18185</c:v>
                </c:pt>
                <c:pt idx="1819">
                  <c:v>0.18195</c:v>
                </c:pt>
                <c:pt idx="1820">
                  <c:v>0.18205</c:v>
                </c:pt>
                <c:pt idx="1821">
                  <c:v>0.18215</c:v>
                </c:pt>
                <c:pt idx="1822">
                  <c:v>0.18225</c:v>
                </c:pt>
                <c:pt idx="1823">
                  <c:v>0.18235</c:v>
                </c:pt>
                <c:pt idx="1824">
                  <c:v>0.18245</c:v>
                </c:pt>
                <c:pt idx="1825">
                  <c:v>0.18255</c:v>
                </c:pt>
                <c:pt idx="1826">
                  <c:v>0.18265</c:v>
                </c:pt>
                <c:pt idx="1827">
                  <c:v>0.18275</c:v>
                </c:pt>
                <c:pt idx="1828">
                  <c:v>0.18285</c:v>
                </c:pt>
                <c:pt idx="1829">
                  <c:v>0.18295</c:v>
                </c:pt>
                <c:pt idx="1830">
                  <c:v>0.18305</c:v>
                </c:pt>
                <c:pt idx="1831">
                  <c:v>0.18315</c:v>
                </c:pt>
                <c:pt idx="1832">
                  <c:v>0.18325</c:v>
                </c:pt>
                <c:pt idx="1833">
                  <c:v>0.18335</c:v>
                </c:pt>
                <c:pt idx="1834">
                  <c:v>0.18345</c:v>
                </c:pt>
                <c:pt idx="1835">
                  <c:v>0.18355</c:v>
                </c:pt>
                <c:pt idx="1836">
                  <c:v>0.18365</c:v>
                </c:pt>
                <c:pt idx="1837">
                  <c:v>0.18375</c:v>
                </c:pt>
                <c:pt idx="1838">
                  <c:v>0.18385</c:v>
                </c:pt>
                <c:pt idx="1839">
                  <c:v>0.18395</c:v>
                </c:pt>
                <c:pt idx="1840">
                  <c:v>0.18405</c:v>
                </c:pt>
                <c:pt idx="1841">
                  <c:v>0.18415</c:v>
                </c:pt>
                <c:pt idx="1842">
                  <c:v>0.18425</c:v>
                </c:pt>
                <c:pt idx="1843">
                  <c:v>0.18435</c:v>
                </c:pt>
                <c:pt idx="1844">
                  <c:v>0.18445</c:v>
                </c:pt>
                <c:pt idx="1845">
                  <c:v>0.18455</c:v>
                </c:pt>
                <c:pt idx="1846">
                  <c:v>0.18465</c:v>
                </c:pt>
                <c:pt idx="1847">
                  <c:v>0.18475</c:v>
                </c:pt>
                <c:pt idx="1848">
                  <c:v>0.18485</c:v>
                </c:pt>
                <c:pt idx="1849">
                  <c:v>0.18495</c:v>
                </c:pt>
                <c:pt idx="1850">
                  <c:v>0.18505</c:v>
                </c:pt>
                <c:pt idx="1851">
                  <c:v>0.18515</c:v>
                </c:pt>
                <c:pt idx="1852">
                  <c:v>0.18525</c:v>
                </c:pt>
                <c:pt idx="1853">
                  <c:v>0.18535</c:v>
                </c:pt>
                <c:pt idx="1854">
                  <c:v>0.18545</c:v>
                </c:pt>
                <c:pt idx="1855">
                  <c:v>0.18555</c:v>
                </c:pt>
                <c:pt idx="1856">
                  <c:v>0.18565</c:v>
                </c:pt>
                <c:pt idx="1857">
                  <c:v>0.18575</c:v>
                </c:pt>
                <c:pt idx="1858">
                  <c:v>0.18585</c:v>
                </c:pt>
                <c:pt idx="1859">
                  <c:v>0.18595</c:v>
                </c:pt>
                <c:pt idx="1860">
                  <c:v>0.18605</c:v>
                </c:pt>
                <c:pt idx="1861">
                  <c:v>0.18615</c:v>
                </c:pt>
                <c:pt idx="1862">
                  <c:v>0.18625</c:v>
                </c:pt>
                <c:pt idx="1863">
                  <c:v>0.18635</c:v>
                </c:pt>
                <c:pt idx="1864">
                  <c:v>0.18645</c:v>
                </c:pt>
                <c:pt idx="1865">
                  <c:v>0.18655</c:v>
                </c:pt>
                <c:pt idx="1866">
                  <c:v>0.18665</c:v>
                </c:pt>
                <c:pt idx="1867">
                  <c:v>0.18675</c:v>
                </c:pt>
                <c:pt idx="1868">
                  <c:v>0.18685</c:v>
                </c:pt>
                <c:pt idx="1869">
                  <c:v>0.18695</c:v>
                </c:pt>
                <c:pt idx="1870">
                  <c:v>0.18705</c:v>
                </c:pt>
                <c:pt idx="1871">
                  <c:v>0.18715</c:v>
                </c:pt>
                <c:pt idx="1872">
                  <c:v>0.18725</c:v>
                </c:pt>
                <c:pt idx="1873">
                  <c:v>0.18735</c:v>
                </c:pt>
                <c:pt idx="1874">
                  <c:v>0.18745</c:v>
                </c:pt>
                <c:pt idx="1875">
                  <c:v>0.18755</c:v>
                </c:pt>
                <c:pt idx="1876">
                  <c:v>0.18765</c:v>
                </c:pt>
                <c:pt idx="1877">
                  <c:v>0.18775</c:v>
                </c:pt>
                <c:pt idx="1878">
                  <c:v>0.18785</c:v>
                </c:pt>
                <c:pt idx="1879">
                  <c:v>0.18795</c:v>
                </c:pt>
                <c:pt idx="1880">
                  <c:v>0.18805</c:v>
                </c:pt>
                <c:pt idx="1881">
                  <c:v>0.18815</c:v>
                </c:pt>
                <c:pt idx="1882">
                  <c:v>0.18825</c:v>
                </c:pt>
                <c:pt idx="1883">
                  <c:v>0.18835</c:v>
                </c:pt>
                <c:pt idx="1884">
                  <c:v>0.18845</c:v>
                </c:pt>
                <c:pt idx="1885">
                  <c:v>0.18855</c:v>
                </c:pt>
                <c:pt idx="1886">
                  <c:v>0.18865</c:v>
                </c:pt>
                <c:pt idx="1887">
                  <c:v>0.18875</c:v>
                </c:pt>
                <c:pt idx="1888">
                  <c:v>0.18885</c:v>
                </c:pt>
                <c:pt idx="1889">
                  <c:v>0.18895</c:v>
                </c:pt>
                <c:pt idx="1890">
                  <c:v>0.18905</c:v>
                </c:pt>
                <c:pt idx="1891">
                  <c:v>0.18915</c:v>
                </c:pt>
                <c:pt idx="1892">
                  <c:v>0.18925</c:v>
                </c:pt>
                <c:pt idx="1893">
                  <c:v>0.18935</c:v>
                </c:pt>
                <c:pt idx="1894">
                  <c:v>0.18945</c:v>
                </c:pt>
                <c:pt idx="1895">
                  <c:v>0.18955</c:v>
                </c:pt>
                <c:pt idx="1896">
                  <c:v>0.18965</c:v>
                </c:pt>
                <c:pt idx="1897">
                  <c:v>0.18975</c:v>
                </c:pt>
                <c:pt idx="1898">
                  <c:v>0.18985</c:v>
                </c:pt>
                <c:pt idx="1899">
                  <c:v>0.18995</c:v>
                </c:pt>
                <c:pt idx="1900">
                  <c:v>0.19005</c:v>
                </c:pt>
                <c:pt idx="1901">
                  <c:v>0.19015</c:v>
                </c:pt>
                <c:pt idx="1902">
                  <c:v>0.19025</c:v>
                </c:pt>
                <c:pt idx="1903">
                  <c:v>0.19035</c:v>
                </c:pt>
                <c:pt idx="1904">
                  <c:v>0.19045</c:v>
                </c:pt>
                <c:pt idx="1905">
                  <c:v>0.19055</c:v>
                </c:pt>
                <c:pt idx="1906">
                  <c:v>0.19065</c:v>
                </c:pt>
                <c:pt idx="1907">
                  <c:v>0.19075</c:v>
                </c:pt>
                <c:pt idx="1908">
                  <c:v>0.19085</c:v>
                </c:pt>
                <c:pt idx="1909">
                  <c:v>0.19095</c:v>
                </c:pt>
                <c:pt idx="1910">
                  <c:v>0.19105</c:v>
                </c:pt>
                <c:pt idx="1911">
                  <c:v>0.19115</c:v>
                </c:pt>
                <c:pt idx="1912">
                  <c:v>0.19125</c:v>
                </c:pt>
                <c:pt idx="1913">
                  <c:v>0.19135</c:v>
                </c:pt>
                <c:pt idx="1914">
                  <c:v>0.19145</c:v>
                </c:pt>
                <c:pt idx="1915">
                  <c:v>0.19155</c:v>
                </c:pt>
                <c:pt idx="1916">
                  <c:v>0.19165</c:v>
                </c:pt>
                <c:pt idx="1917">
                  <c:v>0.19175</c:v>
                </c:pt>
                <c:pt idx="1918">
                  <c:v>0.19185</c:v>
                </c:pt>
                <c:pt idx="1919">
                  <c:v>0.19195</c:v>
                </c:pt>
                <c:pt idx="1920">
                  <c:v>0.19205</c:v>
                </c:pt>
                <c:pt idx="1921">
                  <c:v>0.19215</c:v>
                </c:pt>
                <c:pt idx="1922">
                  <c:v>0.19225</c:v>
                </c:pt>
                <c:pt idx="1923">
                  <c:v>0.19235</c:v>
                </c:pt>
                <c:pt idx="1924">
                  <c:v>0.19245</c:v>
                </c:pt>
                <c:pt idx="1925">
                  <c:v>0.19255</c:v>
                </c:pt>
                <c:pt idx="1926">
                  <c:v>0.19265</c:v>
                </c:pt>
                <c:pt idx="1927">
                  <c:v>0.19275</c:v>
                </c:pt>
                <c:pt idx="1928">
                  <c:v>0.19285</c:v>
                </c:pt>
                <c:pt idx="1929">
                  <c:v>0.19295</c:v>
                </c:pt>
                <c:pt idx="1930">
                  <c:v>0.19305</c:v>
                </c:pt>
                <c:pt idx="1931">
                  <c:v>0.19315</c:v>
                </c:pt>
                <c:pt idx="1932">
                  <c:v>0.19325</c:v>
                </c:pt>
                <c:pt idx="1933">
                  <c:v>0.19335</c:v>
                </c:pt>
                <c:pt idx="1934">
                  <c:v>0.19345</c:v>
                </c:pt>
                <c:pt idx="1935">
                  <c:v>0.19355</c:v>
                </c:pt>
                <c:pt idx="1936">
                  <c:v>0.19365</c:v>
                </c:pt>
                <c:pt idx="1937">
                  <c:v>0.19375</c:v>
                </c:pt>
                <c:pt idx="1938">
                  <c:v>0.19385</c:v>
                </c:pt>
                <c:pt idx="1939">
                  <c:v>0.19395</c:v>
                </c:pt>
                <c:pt idx="1940">
                  <c:v>0.19405</c:v>
                </c:pt>
                <c:pt idx="1941">
                  <c:v>0.19415</c:v>
                </c:pt>
                <c:pt idx="1942">
                  <c:v>0.19425</c:v>
                </c:pt>
                <c:pt idx="1943">
                  <c:v>0.19435</c:v>
                </c:pt>
                <c:pt idx="1944">
                  <c:v>0.19445</c:v>
                </c:pt>
                <c:pt idx="1945">
                  <c:v>0.19455</c:v>
                </c:pt>
                <c:pt idx="1946">
                  <c:v>0.19465</c:v>
                </c:pt>
                <c:pt idx="1947">
                  <c:v>0.19475</c:v>
                </c:pt>
                <c:pt idx="1948">
                  <c:v>0.19485</c:v>
                </c:pt>
                <c:pt idx="1949">
                  <c:v>0.19495</c:v>
                </c:pt>
                <c:pt idx="1950">
                  <c:v>0.19505</c:v>
                </c:pt>
                <c:pt idx="1951">
                  <c:v>0.19515</c:v>
                </c:pt>
                <c:pt idx="1952">
                  <c:v>0.19525</c:v>
                </c:pt>
                <c:pt idx="1953">
                  <c:v>0.19535</c:v>
                </c:pt>
                <c:pt idx="1954">
                  <c:v>0.19545</c:v>
                </c:pt>
                <c:pt idx="1955">
                  <c:v>0.19555</c:v>
                </c:pt>
                <c:pt idx="1956">
                  <c:v>0.19565</c:v>
                </c:pt>
                <c:pt idx="1957">
                  <c:v>0.19575</c:v>
                </c:pt>
                <c:pt idx="1958">
                  <c:v>0.19585</c:v>
                </c:pt>
                <c:pt idx="1959">
                  <c:v>0.19595</c:v>
                </c:pt>
                <c:pt idx="1960">
                  <c:v>0.19605</c:v>
                </c:pt>
                <c:pt idx="1961">
                  <c:v>0.19615</c:v>
                </c:pt>
                <c:pt idx="1962">
                  <c:v>0.19625</c:v>
                </c:pt>
                <c:pt idx="1963">
                  <c:v>0.19635</c:v>
                </c:pt>
                <c:pt idx="1964">
                  <c:v>0.19645</c:v>
                </c:pt>
                <c:pt idx="1965">
                  <c:v>0.19655</c:v>
                </c:pt>
                <c:pt idx="1966">
                  <c:v>0.19665</c:v>
                </c:pt>
                <c:pt idx="1967">
                  <c:v>0.19675</c:v>
                </c:pt>
                <c:pt idx="1968">
                  <c:v>0.19685</c:v>
                </c:pt>
                <c:pt idx="1969">
                  <c:v>0.19695</c:v>
                </c:pt>
                <c:pt idx="1970">
                  <c:v>0.19705</c:v>
                </c:pt>
                <c:pt idx="1971">
                  <c:v>0.19715</c:v>
                </c:pt>
                <c:pt idx="1972">
                  <c:v>0.19725</c:v>
                </c:pt>
                <c:pt idx="1973">
                  <c:v>0.19735</c:v>
                </c:pt>
                <c:pt idx="1974">
                  <c:v>0.19745</c:v>
                </c:pt>
                <c:pt idx="1975">
                  <c:v>0.19755</c:v>
                </c:pt>
                <c:pt idx="1976">
                  <c:v>0.19765</c:v>
                </c:pt>
                <c:pt idx="1977">
                  <c:v>0.19775</c:v>
                </c:pt>
                <c:pt idx="1978">
                  <c:v>0.19785</c:v>
                </c:pt>
                <c:pt idx="1979">
                  <c:v>0.19795</c:v>
                </c:pt>
                <c:pt idx="1980">
                  <c:v>0.19805</c:v>
                </c:pt>
                <c:pt idx="1981">
                  <c:v>0.19815</c:v>
                </c:pt>
                <c:pt idx="1982">
                  <c:v>0.19825</c:v>
                </c:pt>
                <c:pt idx="1983">
                  <c:v>0.19835</c:v>
                </c:pt>
                <c:pt idx="1984">
                  <c:v>0.19845</c:v>
                </c:pt>
                <c:pt idx="1985">
                  <c:v>0.19855</c:v>
                </c:pt>
                <c:pt idx="1986">
                  <c:v>0.19865</c:v>
                </c:pt>
                <c:pt idx="1987">
                  <c:v>0.19875</c:v>
                </c:pt>
                <c:pt idx="1988">
                  <c:v>0.19885</c:v>
                </c:pt>
                <c:pt idx="1989">
                  <c:v>0.19895</c:v>
                </c:pt>
                <c:pt idx="1990">
                  <c:v>0.19905</c:v>
                </c:pt>
                <c:pt idx="1991">
                  <c:v>0.19915</c:v>
                </c:pt>
                <c:pt idx="1992">
                  <c:v>0.19925</c:v>
                </c:pt>
                <c:pt idx="1993">
                  <c:v>0.19935</c:v>
                </c:pt>
                <c:pt idx="1994">
                  <c:v>0.19945</c:v>
                </c:pt>
                <c:pt idx="1995">
                  <c:v>0.19955</c:v>
                </c:pt>
                <c:pt idx="1996">
                  <c:v>0.19965</c:v>
                </c:pt>
                <c:pt idx="1997">
                  <c:v>0.19975</c:v>
                </c:pt>
                <c:pt idx="1998">
                  <c:v>0.19985</c:v>
                </c:pt>
                <c:pt idx="1999">
                  <c:v>0.19995</c:v>
                </c:pt>
                <c:pt idx="2000">
                  <c:v>0.20005</c:v>
                </c:pt>
                <c:pt idx="2001">
                  <c:v>0.20015</c:v>
                </c:pt>
                <c:pt idx="2002">
                  <c:v>0.20025</c:v>
                </c:pt>
                <c:pt idx="2003">
                  <c:v>0.20035</c:v>
                </c:pt>
                <c:pt idx="2004">
                  <c:v>0.20045</c:v>
                </c:pt>
                <c:pt idx="2005">
                  <c:v>0.20055</c:v>
                </c:pt>
                <c:pt idx="2006">
                  <c:v>0.20065</c:v>
                </c:pt>
                <c:pt idx="2007">
                  <c:v>0.20075</c:v>
                </c:pt>
                <c:pt idx="2008">
                  <c:v>0.20085</c:v>
                </c:pt>
                <c:pt idx="2009">
                  <c:v>0.20095</c:v>
                </c:pt>
                <c:pt idx="2010">
                  <c:v>0.20105</c:v>
                </c:pt>
                <c:pt idx="2011">
                  <c:v>0.20115</c:v>
                </c:pt>
                <c:pt idx="2012">
                  <c:v>0.20125</c:v>
                </c:pt>
                <c:pt idx="2013">
                  <c:v>0.20135</c:v>
                </c:pt>
                <c:pt idx="2014">
                  <c:v>0.20145</c:v>
                </c:pt>
                <c:pt idx="2015">
                  <c:v>0.20155</c:v>
                </c:pt>
                <c:pt idx="2016">
                  <c:v>0.20165</c:v>
                </c:pt>
                <c:pt idx="2017">
                  <c:v>0.20175</c:v>
                </c:pt>
                <c:pt idx="2018">
                  <c:v>0.20185</c:v>
                </c:pt>
                <c:pt idx="2019">
                  <c:v>0.20195</c:v>
                </c:pt>
                <c:pt idx="2020">
                  <c:v>0.20205</c:v>
                </c:pt>
                <c:pt idx="2021">
                  <c:v>0.20215</c:v>
                </c:pt>
                <c:pt idx="2022">
                  <c:v>0.20225</c:v>
                </c:pt>
                <c:pt idx="2023">
                  <c:v>0.20235</c:v>
                </c:pt>
                <c:pt idx="2024">
                  <c:v>0.20245</c:v>
                </c:pt>
                <c:pt idx="2025">
                  <c:v>0.20255</c:v>
                </c:pt>
                <c:pt idx="2026">
                  <c:v>0.20265</c:v>
                </c:pt>
                <c:pt idx="2027">
                  <c:v>0.20275</c:v>
                </c:pt>
                <c:pt idx="2028">
                  <c:v>0.20285</c:v>
                </c:pt>
                <c:pt idx="2029">
                  <c:v>0.20295</c:v>
                </c:pt>
                <c:pt idx="2030">
                  <c:v>0.20305</c:v>
                </c:pt>
                <c:pt idx="2031">
                  <c:v>0.20315</c:v>
                </c:pt>
                <c:pt idx="2032">
                  <c:v>0.20325</c:v>
                </c:pt>
                <c:pt idx="2033">
                  <c:v>0.20335</c:v>
                </c:pt>
                <c:pt idx="2034">
                  <c:v>0.20345</c:v>
                </c:pt>
                <c:pt idx="2035">
                  <c:v>0.20355</c:v>
                </c:pt>
                <c:pt idx="2036">
                  <c:v>0.20365</c:v>
                </c:pt>
                <c:pt idx="2037">
                  <c:v>0.20375</c:v>
                </c:pt>
                <c:pt idx="2038">
                  <c:v>0.20385</c:v>
                </c:pt>
                <c:pt idx="2039">
                  <c:v>0.20395</c:v>
                </c:pt>
                <c:pt idx="2040">
                  <c:v>0.20405</c:v>
                </c:pt>
                <c:pt idx="2041">
                  <c:v>0.20415</c:v>
                </c:pt>
                <c:pt idx="2042">
                  <c:v>0.20425</c:v>
                </c:pt>
                <c:pt idx="2043">
                  <c:v>0.20435</c:v>
                </c:pt>
                <c:pt idx="2044">
                  <c:v>0.20445</c:v>
                </c:pt>
                <c:pt idx="2045">
                  <c:v>0.20455</c:v>
                </c:pt>
                <c:pt idx="2046">
                  <c:v>0.20465</c:v>
                </c:pt>
                <c:pt idx="2047">
                  <c:v>0.20475</c:v>
                </c:pt>
                <c:pt idx="2048">
                  <c:v>0.20485</c:v>
                </c:pt>
                <c:pt idx="2049">
                  <c:v>0.20495</c:v>
                </c:pt>
                <c:pt idx="2050">
                  <c:v>0.20505</c:v>
                </c:pt>
                <c:pt idx="2051">
                  <c:v>0.20515</c:v>
                </c:pt>
                <c:pt idx="2052">
                  <c:v>0.20525</c:v>
                </c:pt>
                <c:pt idx="2053">
                  <c:v>0.20535</c:v>
                </c:pt>
                <c:pt idx="2054">
                  <c:v>0.20545</c:v>
                </c:pt>
                <c:pt idx="2055">
                  <c:v>0.20555</c:v>
                </c:pt>
                <c:pt idx="2056">
                  <c:v>0.20565</c:v>
                </c:pt>
                <c:pt idx="2057">
                  <c:v>0.20575</c:v>
                </c:pt>
                <c:pt idx="2058">
                  <c:v>0.20585</c:v>
                </c:pt>
                <c:pt idx="2059">
                  <c:v>0.20595</c:v>
                </c:pt>
                <c:pt idx="2060">
                  <c:v>0.20605</c:v>
                </c:pt>
                <c:pt idx="2061">
                  <c:v>0.20615</c:v>
                </c:pt>
                <c:pt idx="2062">
                  <c:v>0.20625</c:v>
                </c:pt>
                <c:pt idx="2063">
                  <c:v>0.20635</c:v>
                </c:pt>
                <c:pt idx="2064">
                  <c:v>0.20645</c:v>
                </c:pt>
                <c:pt idx="2065">
                  <c:v>0.20655</c:v>
                </c:pt>
                <c:pt idx="2066">
                  <c:v>0.20665</c:v>
                </c:pt>
                <c:pt idx="2067">
                  <c:v>0.20675</c:v>
                </c:pt>
                <c:pt idx="2068">
                  <c:v>0.20685</c:v>
                </c:pt>
                <c:pt idx="2069">
                  <c:v>0.20695</c:v>
                </c:pt>
                <c:pt idx="2070">
                  <c:v>0.20705</c:v>
                </c:pt>
                <c:pt idx="2071">
                  <c:v>0.20715</c:v>
                </c:pt>
                <c:pt idx="2072">
                  <c:v>0.20725</c:v>
                </c:pt>
                <c:pt idx="2073">
                  <c:v>0.20735</c:v>
                </c:pt>
                <c:pt idx="2074">
                  <c:v>0.20745</c:v>
                </c:pt>
                <c:pt idx="2075">
                  <c:v>0.20755</c:v>
                </c:pt>
                <c:pt idx="2076">
                  <c:v>0.20765</c:v>
                </c:pt>
                <c:pt idx="2077">
                  <c:v>0.20775</c:v>
                </c:pt>
                <c:pt idx="2078">
                  <c:v>0.20785</c:v>
                </c:pt>
                <c:pt idx="2079">
                  <c:v>0.20795</c:v>
                </c:pt>
                <c:pt idx="2080">
                  <c:v>0.20805</c:v>
                </c:pt>
                <c:pt idx="2081">
                  <c:v>0.20815</c:v>
                </c:pt>
                <c:pt idx="2082">
                  <c:v>0.20825</c:v>
                </c:pt>
                <c:pt idx="2083">
                  <c:v>0.20835</c:v>
                </c:pt>
                <c:pt idx="2084">
                  <c:v>0.20845</c:v>
                </c:pt>
                <c:pt idx="2085">
                  <c:v>0.20855</c:v>
                </c:pt>
                <c:pt idx="2086">
                  <c:v>0.20865</c:v>
                </c:pt>
                <c:pt idx="2087">
                  <c:v>0.20875</c:v>
                </c:pt>
                <c:pt idx="2088">
                  <c:v>0.20885</c:v>
                </c:pt>
                <c:pt idx="2089">
                  <c:v>0.20895</c:v>
                </c:pt>
                <c:pt idx="2090">
                  <c:v>0.20905</c:v>
                </c:pt>
                <c:pt idx="2091">
                  <c:v>0.20915</c:v>
                </c:pt>
                <c:pt idx="2092">
                  <c:v>0.20925</c:v>
                </c:pt>
                <c:pt idx="2093">
                  <c:v>0.20935</c:v>
                </c:pt>
                <c:pt idx="2094">
                  <c:v>0.20945</c:v>
                </c:pt>
                <c:pt idx="2095">
                  <c:v>0.20955</c:v>
                </c:pt>
                <c:pt idx="2096">
                  <c:v>0.20965</c:v>
                </c:pt>
                <c:pt idx="2097">
                  <c:v>0.20975</c:v>
                </c:pt>
                <c:pt idx="2098">
                  <c:v>0.20985</c:v>
                </c:pt>
                <c:pt idx="2099">
                  <c:v>0.20995</c:v>
                </c:pt>
                <c:pt idx="2100">
                  <c:v>0.21005</c:v>
                </c:pt>
                <c:pt idx="2101">
                  <c:v>0.21015</c:v>
                </c:pt>
                <c:pt idx="2102">
                  <c:v>0.21025</c:v>
                </c:pt>
                <c:pt idx="2103">
                  <c:v>0.21035</c:v>
                </c:pt>
                <c:pt idx="2104">
                  <c:v>0.21045</c:v>
                </c:pt>
                <c:pt idx="2105">
                  <c:v>0.21055</c:v>
                </c:pt>
                <c:pt idx="2106">
                  <c:v>0.21065</c:v>
                </c:pt>
                <c:pt idx="2107">
                  <c:v>0.21075</c:v>
                </c:pt>
                <c:pt idx="2108">
                  <c:v>0.21085</c:v>
                </c:pt>
                <c:pt idx="2109">
                  <c:v>0.21095</c:v>
                </c:pt>
                <c:pt idx="2110">
                  <c:v>0.21105</c:v>
                </c:pt>
                <c:pt idx="2111">
                  <c:v>0.21115</c:v>
                </c:pt>
                <c:pt idx="2112">
                  <c:v>0.21125</c:v>
                </c:pt>
                <c:pt idx="2113">
                  <c:v>0.21135</c:v>
                </c:pt>
                <c:pt idx="2114">
                  <c:v>0.21145</c:v>
                </c:pt>
                <c:pt idx="2115">
                  <c:v>0.21155</c:v>
                </c:pt>
                <c:pt idx="2116">
                  <c:v>0.21165</c:v>
                </c:pt>
                <c:pt idx="2117">
                  <c:v>0.21175</c:v>
                </c:pt>
                <c:pt idx="2118">
                  <c:v>0.21185</c:v>
                </c:pt>
                <c:pt idx="2119">
                  <c:v>0.21195</c:v>
                </c:pt>
                <c:pt idx="2120">
                  <c:v>0.21205</c:v>
                </c:pt>
                <c:pt idx="2121">
                  <c:v>0.21215</c:v>
                </c:pt>
                <c:pt idx="2122">
                  <c:v>0.21225</c:v>
                </c:pt>
                <c:pt idx="2123">
                  <c:v>0.21235</c:v>
                </c:pt>
                <c:pt idx="2124">
                  <c:v>0.21245</c:v>
                </c:pt>
                <c:pt idx="2125">
                  <c:v>0.21255</c:v>
                </c:pt>
                <c:pt idx="2126">
                  <c:v>0.21265</c:v>
                </c:pt>
                <c:pt idx="2127">
                  <c:v>0.21275</c:v>
                </c:pt>
                <c:pt idx="2128">
                  <c:v>0.21285</c:v>
                </c:pt>
                <c:pt idx="2129">
                  <c:v>0.21295</c:v>
                </c:pt>
                <c:pt idx="2130">
                  <c:v>0.21305</c:v>
                </c:pt>
                <c:pt idx="2131">
                  <c:v>0.21315</c:v>
                </c:pt>
                <c:pt idx="2132">
                  <c:v>0.21325</c:v>
                </c:pt>
                <c:pt idx="2133">
                  <c:v>0.21335</c:v>
                </c:pt>
                <c:pt idx="2134">
                  <c:v>0.21345</c:v>
                </c:pt>
                <c:pt idx="2135">
                  <c:v>0.21355</c:v>
                </c:pt>
                <c:pt idx="2136">
                  <c:v>0.21365</c:v>
                </c:pt>
                <c:pt idx="2137">
                  <c:v>0.21375</c:v>
                </c:pt>
                <c:pt idx="2138">
                  <c:v>0.21385</c:v>
                </c:pt>
                <c:pt idx="2139">
                  <c:v>0.21395</c:v>
                </c:pt>
                <c:pt idx="2140">
                  <c:v>0.21405</c:v>
                </c:pt>
                <c:pt idx="2141">
                  <c:v>0.21415</c:v>
                </c:pt>
                <c:pt idx="2142">
                  <c:v>0.21425</c:v>
                </c:pt>
                <c:pt idx="2143">
                  <c:v>0.21435</c:v>
                </c:pt>
                <c:pt idx="2144">
                  <c:v>0.21445</c:v>
                </c:pt>
                <c:pt idx="2145">
                  <c:v>0.21455</c:v>
                </c:pt>
                <c:pt idx="2146">
                  <c:v>0.21465</c:v>
                </c:pt>
                <c:pt idx="2147">
                  <c:v>0.21475</c:v>
                </c:pt>
                <c:pt idx="2148">
                  <c:v>0.21485</c:v>
                </c:pt>
                <c:pt idx="2149">
                  <c:v>0.21495</c:v>
                </c:pt>
                <c:pt idx="2150">
                  <c:v>0.21505</c:v>
                </c:pt>
                <c:pt idx="2151">
                  <c:v>0.21515</c:v>
                </c:pt>
                <c:pt idx="2152">
                  <c:v>0.21525</c:v>
                </c:pt>
                <c:pt idx="2153">
                  <c:v>0.21535</c:v>
                </c:pt>
                <c:pt idx="2154">
                  <c:v>0.21545</c:v>
                </c:pt>
                <c:pt idx="2155">
                  <c:v>0.21555</c:v>
                </c:pt>
                <c:pt idx="2156">
                  <c:v>0.21565</c:v>
                </c:pt>
                <c:pt idx="2157">
                  <c:v>0.21575</c:v>
                </c:pt>
                <c:pt idx="2158">
                  <c:v>0.21585</c:v>
                </c:pt>
                <c:pt idx="2159">
                  <c:v>0.21595</c:v>
                </c:pt>
                <c:pt idx="2160">
                  <c:v>0.21605</c:v>
                </c:pt>
                <c:pt idx="2161">
                  <c:v>0.21615</c:v>
                </c:pt>
                <c:pt idx="2162">
                  <c:v>0.21625</c:v>
                </c:pt>
                <c:pt idx="2163">
                  <c:v>0.21635</c:v>
                </c:pt>
                <c:pt idx="2164">
                  <c:v>0.21645</c:v>
                </c:pt>
                <c:pt idx="2165">
                  <c:v>0.21655</c:v>
                </c:pt>
                <c:pt idx="2166">
                  <c:v>0.21665</c:v>
                </c:pt>
                <c:pt idx="2167">
                  <c:v>0.21675</c:v>
                </c:pt>
                <c:pt idx="2168">
                  <c:v>0.21685</c:v>
                </c:pt>
                <c:pt idx="2169">
                  <c:v>0.21695</c:v>
                </c:pt>
                <c:pt idx="2170">
                  <c:v>0.21705</c:v>
                </c:pt>
                <c:pt idx="2171">
                  <c:v>0.21715</c:v>
                </c:pt>
                <c:pt idx="2172">
                  <c:v>0.21725</c:v>
                </c:pt>
                <c:pt idx="2173">
                  <c:v>0.21735</c:v>
                </c:pt>
                <c:pt idx="2174">
                  <c:v>0.21745</c:v>
                </c:pt>
                <c:pt idx="2175">
                  <c:v>0.21755</c:v>
                </c:pt>
                <c:pt idx="2176">
                  <c:v>0.21765</c:v>
                </c:pt>
                <c:pt idx="2177">
                  <c:v>0.21775</c:v>
                </c:pt>
                <c:pt idx="2178">
                  <c:v>0.21785</c:v>
                </c:pt>
                <c:pt idx="2179">
                  <c:v>0.21795</c:v>
                </c:pt>
                <c:pt idx="2180">
                  <c:v>0.21805</c:v>
                </c:pt>
                <c:pt idx="2181">
                  <c:v>0.21815</c:v>
                </c:pt>
                <c:pt idx="2182">
                  <c:v>0.21825</c:v>
                </c:pt>
                <c:pt idx="2183">
                  <c:v>0.21835</c:v>
                </c:pt>
                <c:pt idx="2184">
                  <c:v>0.21845</c:v>
                </c:pt>
                <c:pt idx="2185">
                  <c:v>0.21855</c:v>
                </c:pt>
                <c:pt idx="2186">
                  <c:v>0.21865</c:v>
                </c:pt>
                <c:pt idx="2187">
                  <c:v>0.21875</c:v>
                </c:pt>
                <c:pt idx="2188">
                  <c:v>0.21885</c:v>
                </c:pt>
                <c:pt idx="2189">
                  <c:v>0.21895</c:v>
                </c:pt>
                <c:pt idx="2190">
                  <c:v>0.21905</c:v>
                </c:pt>
                <c:pt idx="2191">
                  <c:v>0.21915</c:v>
                </c:pt>
                <c:pt idx="2192">
                  <c:v>0.21925</c:v>
                </c:pt>
                <c:pt idx="2193">
                  <c:v>0.21935</c:v>
                </c:pt>
                <c:pt idx="2194">
                  <c:v>0.21945</c:v>
                </c:pt>
                <c:pt idx="2195">
                  <c:v>0.21955</c:v>
                </c:pt>
                <c:pt idx="2196">
                  <c:v>0.21965</c:v>
                </c:pt>
                <c:pt idx="2197">
                  <c:v>0.21975</c:v>
                </c:pt>
                <c:pt idx="2198">
                  <c:v>0.21985</c:v>
                </c:pt>
                <c:pt idx="2199">
                  <c:v>0.21995</c:v>
                </c:pt>
                <c:pt idx="2200">
                  <c:v>0.22005</c:v>
                </c:pt>
                <c:pt idx="2201">
                  <c:v>0.22015</c:v>
                </c:pt>
                <c:pt idx="2202">
                  <c:v>0.22025</c:v>
                </c:pt>
                <c:pt idx="2203">
                  <c:v>0.22035</c:v>
                </c:pt>
                <c:pt idx="2204">
                  <c:v>0.22045</c:v>
                </c:pt>
                <c:pt idx="2205">
                  <c:v>0.22055</c:v>
                </c:pt>
                <c:pt idx="2206">
                  <c:v>0.22065</c:v>
                </c:pt>
                <c:pt idx="2207">
                  <c:v>0.22075</c:v>
                </c:pt>
                <c:pt idx="2208">
                  <c:v>0.22085</c:v>
                </c:pt>
                <c:pt idx="2209">
                  <c:v>0.22095</c:v>
                </c:pt>
                <c:pt idx="2210">
                  <c:v>0.22105</c:v>
                </c:pt>
                <c:pt idx="2211">
                  <c:v>0.22115</c:v>
                </c:pt>
                <c:pt idx="2212">
                  <c:v>0.22125</c:v>
                </c:pt>
                <c:pt idx="2213">
                  <c:v>0.22135</c:v>
                </c:pt>
                <c:pt idx="2214">
                  <c:v>0.22145</c:v>
                </c:pt>
                <c:pt idx="2215">
                  <c:v>0.22155</c:v>
                </c:pt>
                <c:pt idx="2216">
                  <c:v>0.22165</c:v>
                </c:pt>
                <c:pt idx="2217">
                  <c:v>0.22175</c:v>
                </c:pt>
                <c:pt idx="2218">
                  <c:v>0.22185</c:v>
                </c:pt>
                <c:pt idx="2219">
                  <c:v>0.22195</c:v>
                </c:pt>
                <c:pt idx="2220">
                  <c:v>0.22205</c:v>
                </c:pt>
                <c:pt idx="2221">
                  <c:v>0.22215</c:v>
                </c:pt>
                <c:pt idx="2222">
                  <c:v>0.22225</c:v>
                </c:pt>
                <c:pt idx="2223">
                  <c:v>0.22235</c:v>
                </c:pt>
                <c:pt idx="2224">
                  <c:v>0.22245</c:v>
                </c:pt>
                <c:pt idx="2225">
                  <c:v>0.22255</c:v>
                </c:pt>
                <c:pt idx="2226">
                  <c:v>0.22265</c:v>
                </c:pt>
                <c:pt idx="2227">
                  <c:v>0.22275</c:v>
                </c:pt>
                <c:pt idx="2228">
                  <c:v>0.22285</c:v>
                </c:pt>
                <c:pt idx="2229">
                  <c:v>0.22295</c:v>
                </c:pt>
                <c:pt idx="2230">
                  <c:v>0.22305</c:v>
                </c:pt>
                <c:pt idx="2231">
                  <c:v>0.22315</c:v>
                </c:pt>
                <c:pt idx="2232">
                  <c:v>0.22325</c:v>
                </c:pt>
                <c:pt idx="2233">
                  <c:v>0.22335</c:v>
                </c:pt>
                <c:pt idx="2234">
                  <c:v>0.22345</c:v>
                </c:pt>
                <c:pt idx="2235">
                  <c:v>0.22355</c:v>
                </c:pt>
                <c:pt idx="2236">
                  <c:v>0.22365</c:v>
                </c:pt>
                <c:pt idx="2237">
                  <c:v>0.22375</c:v>
                </c:pt>
                <c:pt idx="2238">
                  <c:v>0.22385</c:v>
                </c:pt>
                <c:pt idx="2239">
                  <c:v>0.22395</c:v>
                </c:pt>
                <c:pt idx="2240">
                  <c:v>0.22405</c:v>
                </c:pt>
                <c:pt idx="2241">
                  <c:v>0.22415</c:v>
                </c:pt>
                <c:pt idx="2242">
                  <c:v>0.22425</c:v>
                </c:pt>
                <c:pt idx="2243">
                  <c:v>0.22435</c:v>
                </c:pt>
                <c:pt idx="2244">
                  <c:v>0.22445</c:v>
                </c:pt>
                <c:pt idx="2245">
                  <c:v>0.22455</c:v>
                </c:pt>
                <c:pt idx="2246">
                  <c:v>0.22465</c:v>
                </c:pt>
                <c:pt idx="2247">
                  <c:v>0.22475</c:v>
                </c:pt>
                <c:pt idx="2248">
                  <c:v>0.22485</c:v>
                </c:pt>
                <c:pt idx="2249">
                  <c:v>0.22495</c:v>
                </c:pt>
                <c:pt idx="2250">
                  <c:v>0.22505</c:v>
                </c:pt>
                <c:pt idx="2251">
                  <c:v>0.22515</c:v>
                </c:pt>
                <c:pt idx="2252">
                  <c:v>0.22525</c:v>
                </c:pt>
                <c:pt idx="2253">
                  <c:v>0.22535</c:v>
                </c:pt>
                <c:pt idx="2254">
                  <c:v>0.22545</c:v>
                </c:pt>
                <c:pt idx="2255">
                  <c:v>0.22555</c:v>
                </c:pt>
                <c:pt idx="2256">
                  <c:v>0.22565</c:v>
                </c:pt>
                <c:pt idx="2257">
                  <c:v>0.22575</c:v>
                </c:pt>
                <c:pt idx="2258">
                  <c:v>0.22585</c:v>
                </c:pt>
                <c:pt idx="2259">
                  <c:v>0.22595</c:v>
                </c:pt>
                <c:pt idx="2260">
                  <c:v>0.22605</c:v>
                </c:pt>
                <c:pt idx="2261">
                  <c:v>0.22615</c:v>
                </c:pt>
                <c:pt idx="2262">
                  <c:v>0.22625</c:v>
                </c:pt>
                <c:pt idx="2263">
                  <c:v>0.22635</c:v>
                </c:pt>
                <c:pt idx="2264">
                  <c:v>0.22645</c:v>
                </c:pt>
                <c:pt idx="2265">
                  <c:v>0.22655</c:v>
                </c:pt>
                <c:pt idx="2266">
                  <c:v>0.22665</c:v>
                </c:pt>
                <c:pt idx="2267">
                  <c:v>0.22675</c:v>
                </c:pt>
                <c:pt idx="2268">
                  <c:v>0.22685</c:v>
                </c:pt>
                <c:pt idx="2269">
                  <c:v>0.22695</c:v>
                </c:pt>
                <c:pt idx="2270">
                  <c:v>0.22705</c:v>
                </c:pt>
                <c:pt idx="2271">
                  <c:v>0.22715</c:v>
                </c:pt>
                <c:pt idx="2272">
                  <c:v>0.22725</c:v>
                </c:pt>
                <c:pt idx="2273">
                  <c:v>0.22735</c:v>
                </c:pt>
                <c:pt idx="2274">
                  <c:v>0.22745</c:v>
                </c:pt>
                <c:pt idx="2275">
                  <c:v>0.22755</c:v>
                </c:pt>
                <c:pt idx="2276">
                  <c:v>0.22765</c:v>
                </c:pt>
                <c:pt idx="2277">
                  <c:v>0.22775</c:v>
                </c:pt>
                <c:pt idx="2278">
                  <c:v>0.22785</c:v>
                </c:pt>
                <c:pt idx="2279">
                  <c:v>0.22795</c:v>
                </c:pt>
                <c:pt idx="2280">
                  <c:v>0.22805</c:v>
                </c:pt>
                <c:pt idx="2281">
                  <c:v>0.22815</c:v>
                </c:pt>
                <c:pt idx="2282">
                  <c:v>0.22825</c:v>
                </c:pt>
                <c:pt idx="2283">
                  <c:v>0.22835</c:v>
                </c:pt>
                <c:pt idx="2284">
                  <c:v>0.22845</c:v>
                </c:pt>
                <c:pt idx="2285">
                  <c:v>0.22855</c:v>
                </c:pt>
                <c:pt idx="2286">
                  <c:v>0.22865</c:v>
                </c:pt>
                <c:pt idx="2287">
                  <c:v>0.22875</c:v>
                </c:pt>
                <c:pt idx="2288">
                  <c:v>0.22885</c:v>
                </c:pt>
                <c:pt idx="2289">
                  <c:v>0.22895</c:v>
                </c:pt>
                <c:pt idx="2290">
                  <c:v>0.22905</c:v>
                </c:pt>
                <c:pt idx="2291">
                  <c:v>0.22915</c:v>
                </c:pt>
                <c:pt idx="2292">
                  <c:v>0.22925</c:v>
                </c:pt>
                <c:pt idx="2293">
                  <c:v>0.22935</c:v>
                </c:pt>
                <c:pt idx="2294">
                  <c:v>0.22945</c:v>
                </c:pt>
                <c:pt idx="2295">
                  <c:v>0.22955</c:v>
                </c:pt>
                <c:pt idx="2296">
                  <c:v>0.22965</c:v>
                </c:pt>
                <c:pt idx="2297">
                  <c:v>0.22975</c:v>
                </c:pt>
                <c:pt idx="2298">
                  <c:v>0.22985</c:v>
                </c:pt>
                <c:pt idx="2299">
                  <c:v>0.22995</c:v>
                </c:pt>
                <c:pt idx="2300">
                  <c:v>0.23005</c:v>
                </c:pt>
                <c:pt idx="2301">
                  <c:v>0.23015</c:v>
                </c:pt>
                <c:pt idx="2302">
                  <c:v>0.23025</c:v>
                </c:pt>
                <c:pt idx="2303">
                  <c:v>0.23035</c:v>
                </c:pt>
                <c:pt idx="2304">
                  <c:v>0.23045</c:v>
                </c:pt>
                <c:pt idx="2305">
                  <c:v>0.23055</c:v>
                </c:pt>
                <c:pt idx="2306">
                  <c:v>0.23065</c:v>
                </c:pt>
                <c:pt idx="2307">
                  <c:v>0.23075</c:v>
                </c:pt>
                <c:pt idx="2308">
                  <c:v>0.23085</c:v>
                </c:pt>
                <c:pt idx="2309">
                  <c:v>0.23095</c:v>
                </c:pt>
                <c:pt idx="2310">
                  <c:v>0.23105</c:v>
                </c:pt>
                <c:pt idx="2311">
                  <c:v>0.23115</c:v>
                </c:pt>
                <c:pt idx="2312">
                  <c:v>0.23125</c:v>
                </c:pt>
                <c:pt idx="2313">
                  <c:v>0.23135</c:v>
                </c:pt>
                <c:pt idx="2314">
                  <c:v>0.23145</c:v>
                </c:pt>
                <c:pt idx="2315">
                  <c:v>0.23155</c:v>
                </c:pt>
                <c:pt idx="2316">
                  <c:v>0.23165</c:v>
                </c:pt>
                <c:pt idx="2317">
                  <c:v>0.23175</c:v>
                </c:pt>
                <c:pt idx="2318">
                  <c:v>0.23185</c:v>
                </c:pt>
                <c:pt idx="2319">
                  <c:v>0.23195</c:v>
                </c:pt>
                <c:pt idx="2320">
                  <c:v>0.23205</c:v>
                </c:pt>
                <c:pt idx="2321">
                  <c:v>0.23215</c:v>
                </c:pt>
                <c:pt idx="2322">
                  <c:v>0.23225</c:v>
                </c:pt>
                <c:pt idx="2323">
                  <c:v>0.23235</c:v>
                </c:pt>
                <c:pt idx="2324">
                  <c:v>0.23245</c:v>
                </c:pt>
                <c:pt idx="2325">
                  <c:v>0.23255</c:v>
                </c:pt>
                <c:pt idx="2326">
                  <c:v>0.23265</c:v>
                </c:pt>
                <c:pt idx="2327">
                  <c:v>0.23275</c:v>
                </c:pt>
                <c:pt idx="2328">
                  <c:v>0.23285</c:v>
                </c:pt>
                <c:pt idx="2329">
                  <c:v>0.23295</c:v>
                </c:pt>
                <c:pt idx="2330">
                  <c:v>0.23305</c:v>
                </c:pt>
                <c:pt idx="2331">
                  <c:v>0.23315</c:v>
                </c:pt>
                <c:pt idx="2332">
                  <c:v>0.23325</c:v>
                </c:pt>
                <c:pt idx="2333">
                  <c:v>0.23335</c:v>
                </c:pt>
                <c:pt idx="2334">
                  <c:v>0.23345</c:v>
                </c:pt>
                <c:pt idx="2335">
                  <c:v>0.23355</c:v>
                </c:pt>
                <c:pt idx="2336">
                  <c:v>0.23365</c:v>
                </c:pt>
                <c:pt idx="2337">
                  <c:v>0.23375</c:v>
                </c:pt>
                <c:pt idx="2338">
                  <c:v>0.23385</c:v>
                </c:pt>
                <c:pt idx="2339">
                  <c:v>0.23395</c:v>
                </c:pt>
                <c:pt idx="2340">
                  <c:v>0.23405</c:v>
                </c:pt>
                <c:pt idx="2341">
                  <c:v>0.23415</c:v>
                </c:pt>
                <c:pt idx="2342">
                  <c:v>0.23425</c:v>
                </c:pt>
                <c:pt idx="2343">
                  <c:v>0.23435</c:v>
                </c:pt>
                <c:pt idx="2344">
                  <c:v>0.23445</c:v>
                </c:pt>
                <c:pt idx="2345">
                  <c:v>0.23455</c:v>
                </c:pt>
                <c:pt idx="2346">
                  <c:v>0.23465</c:v>
                </c:pt>
                <c:pt idx="2347">
                  <c:v>0.23475</c:v>
                </c:pt>
                <c:pt idx="2348">
                  <c:v>0.23485</c:v>
                </c:pt>
                <c:pt idx="2349">
                  <c:v>0.23495</c:v>
                </c:pt>
                <c:pt idx="2350">
                  <c:v>0.23505</c:v>
                </c:pt>
                <c:pt idx="2351">
                  <c:v>0.23515</c:v>
                </c:pt>
                <c:pt idx="2352">
                  <c:v>0.23525</c:v>
                </c:pt>
                <c:pt idx="2353">
                  <c:v>0.23535</c:v>
                </c:pt>
                <c:pt idx="2354">
                  <c:v>0.23545</c:v>
                </c:pt>
                <c:pt idx="2355">
                  <c:v>0.23555</c:v>
                </c:pt>
                <c:pt idx="2356">
                  <c:v>0.23565</c:v>
                </c:pt>
                <c:pt idx="2357">
                  <c:v>0.23575</c:v>
                </c:pt>
                <c:pt idx="2358">
                  <c:v>0.23585</c:v>
                </c:pt>
                <c:pt idx="2359">
                  <c:v>0.23595</c:v>
                </c:pt>
                <c:pt idx="2360">
                  <c:v>0.23605</c:v>
                </c:pt>
                <c:pt idx="2361">
                  <c:v>0.23615</c:v>
                </c:pt>
                <c:pt idx="2362">
                  <c:v>0.23625</c:v>
                </c:pt>
                <c:pt idx="2363">
                  <c:v>0.23635</c:v>
                </c:pt>
                <c:pt idx="2364">
                  <c:v>0.23645</c:v>
                </c:pt>
                <c:pt idx="2365">
                  <c:v>0.23655</c:v>
                </c:pt>
                <c:pt idx="2366">
                  <c:v>0.23665</c:v>
                </c:pt>
                <c:pt idx="2367">
                  <c:v>0.23675</c:v>
                </c:pt>
                <c:pt idx="2368">
                  <c:v>0.23685</c:v>
                </c:pt>
                <c:pt idx="2369">
                  <c:v>0.23695</c:v>
                </c:pt>
                <c:pt idx="2370">
                  <c:v>0.23705</c:v>
                </c:pt>
                <c:pt idx="2371">
                  <c:v>0.23715</c:v>
                </c:pt>
                <c:pt idx="2372">
                  <c:v>0.23725</c:v>
                </c:pt>
                <c:pt idx="2373">
                  <c:v>0.23735</c:v>
                </c:pt>
                <c:pt idx="2374">
                  <c:v>0.23745</c:v>
                </c:pt>
                <c:pt idx="2375">
                  <c:v>0.23755</c:v>
                </c:pt>
                <c:pt idx="2376">
                  <c:v>0.23765</c:v>
                </c:pt>
                <c:pt idx="2377">
                  <c:v>0.23775</c:v>
                </c:pt>
                <c:pt idx="2378">
                  <c:v>0.23785</c:v>
                </c:pt>
                <c:pt idx="2379">
                  <c:v>0.23795</c:v>
                </c:pt>
                <c:pt idx="2380">
                  <c:v>0.23805</c:v>
                </c:pt>
                <c:pt idx="2381">
                  <c:v>0.23815</c:v>
                </c:pt>
                <c:pt idx="2382">
                  <c:v>0.23825</c:v>
                </c:pt>
                <c:pt idx="2383">
                  <c:v>0.23835</c:v>
                </c:pt>
                <c:pt idx="2384">
                  <c:v>0.23845</c:v>
                </c:pt>
                <c:pt idx="2385">
                  <c:v>0.23855</c:v>
                </c:pt>
                <c:pt idx="2386">
                  <c:v>0.23865</c:v>
                </c:pt>
                <c:pt idx="2387">
                  <c:v>0.23875</c:v>
                </c:pt>
                <c:pt idx="2388">
                  <c:v>0.23885</c:v>
                </c:pt>
                <c:pt idx="2389">
                  <c:v>0.23895</c:v>
                </c:pt>
                <c:pt idx="2390">
                  <c:v>0.23905</c:v>
                </c:pt>
                <c:pt idx="2391">
                  <c:v>0.23915</c:v>
                </c:pt>
                <c:pt idx="2392">
                  <c:v>0.23925</c:v>
                </c:pt>
                <c:pt idx="2393">
                  <c:v>0.23935</c:v>
                </c:pt>
                <c:pt idx="2394">
                  <c:v>0.23945</c:v>
                </c:pt>
                <c:pt idx="2395">
                  <c:v>0.23955</c:v>
                </c:pt>
                <c:pt idx="2396">
                  <c:v>0.23965</c:v>
                </c:pt>
                <c:pt idx="2397">
                  <c:v>0.23975</c:v>
                </c:pt>
                <c:pt idx="2398">
                  <c:v>0.23985</c:v>
                </c:pt>
                <c:pt idx="2399">
                  <c:v>0.23995</c:v>
                </c:pt>
                <c:pt idx="2400">
                  <c:v>0.24005</c:v>
                </c:pt>
                <c:pt idx="2401">
                  <c:v>0.24015</c:v>
                </c:pt>
                <c:pt idx="2402">
                  <c:v>0.24025</c:v>
                </c:pt>
                <c:pt idx="2403">
                  <c:v>0.24035</c:v>
                </c:pt>
                <c:pt idx="2404">
                  <c:v>0.24045</c:v>
                </c:pt>
                <c:pt idx="2405">
                  <c:v>0.24055</c:v>
                </c:pt>
                <c:pt idx="2406">
                  <c:v>0.24065</c:v>
                </c:pt>
                <c:pt idx="2407">
                  <c:v>0.24075</c:v>
                </c:pt>
                <c:pt idx="2408">
                  <c:v>0.24085</c:v>
                </c:pt>
                <c:pt idx="2409">
                  <c:v>0.24095</c:v>
                </c:pt>
                <c:pt idx="2410">
                  <c:v>0.24105</c:v>
                </c:pt>
                <c:pt idx="2411">
                  <c:v>0.24115</c:v>
                </c:pt>
                <c:pt idx="2412">
                  <c:v>0.24125</c:v>
                </c:pt>
                <c:pt idx="2413">
                  <c:v>0.24135</c:v>
                </c:pt>
                <c:pt idx="2414">
                  <c:v>0.24145</c:v>
                </c:pt>
                <c:pt idx="2415">
                  <c:v>0.24155</c:v>
                </c:pt>
                <c:pt idx="2416">
                  <c:v>0.24165</c:v>
                </c:pt>
                <c:pt idx="2417">
                  <c:v>0.24175</c:v>
                </c:pt>
                <c:pt idx="2418">
                  <c:v>0.24185</c:v>
                </c:pt>
                <c:pt idx="2419">
                  <c:v>0.24195</c:v>
                </c:pt>
                <c:pt idx="2420">
                  <c:v>0.24205</c:v>
                </c:pt>
                <c:pt idx="2421">
                  <c:v>0.24215</c:v>
                </c:pt>
                <c:pt idx="2422">
                  <c:v>0.24225</c:v>
                </c:pt>
                <c:pt idx="2423">
                  <c:v>0.24235</c:v>
                </c:pt>
                <c:pt idx="2424">
                  <c:v>0.24245</c:v>
                </c:pt>
                <c:pt idx="2425">
                  <c:v>0.24255</c:v>
                </c:pt>
                <c:pt idx="2426">
                  <c:v>0.24265</c:v>
                </c:pt>
                <c:pt idx="2427">
                  <c:v>0.24275</c:v>
                </c:pt>
                <c:pt idx="2428">
                  <c:v>0.24285</c:v>
                </c:pt>
                <c:pt idx="2429">
                  <c:v>0.24295</c:v>
                </c:pt>
                <c:pt idx="2430">
                  <c:v>0.24305</c:v>
                </c:pt>
                <c:pt idx="2431">
                  <c:v>0.24315</c:v>
                </c:pt>
                <c:pt idx="2432">
                  <c:v>0.24325</c:v>
                </c:pt>
                <c:pt idx="2433">
                  <c:v>0.24335</c:v>
                </c:pt>
                <c:pt idx="2434">
                  <c:v>0.24345</c:v>
                </c:pt>
                <c:pt idx="2435">
                  <c:v>0.24355</c:v>
                </c:pt>
                <c:pt idx="2436">
                  <c:v>0.24365</c:v>
                </c:pt>
                <c:pt idx="2437">
                  <c:v>0.24375</c:v>
                </c:pt>
                <c:pt idx="2438">
                  <c:v>0.24385</c:v>
                </c:pt>
                <c:pt idx="2439">
                  <c:v>0.24395</c:v>
                </c:pt>
                <c:pt idx="2440">
                  <c:v>0.24405</c:v>
                </c:pt>
                <c:pt idx="2441">
                  <c:v>0.24415</c:v>
                </c:pt>
                <c:pt idx="2442">
                  <c:v>0.24425</c:v>
                </c:pt>
                <c:pt idx="2443">
                  <c:v>0.24435</c:v>
                </c:pt>
                <c:pt idx="2444">
                  <c:v>0.24445</c:v>
                </c:pt>
                <c:pt idx="2445">
                  <c:v>0.24455</c:v>
                </c:pt>
                <c:pt idx="2446">
                  <c:v>0.24465</c:v>
                </c:pt>
                <c:pt idx="2447">
                  <c:v>0.24475</c:v>
                </c:pt>
                <c:pt idx="2448">
                  <c:v>0.24485</c:v>
                </c:pt>
                <c:pt idx="2449">
                  <c:v>0.24495</c:v>
                </c:pt>
                <c:pt idx="2450">
                  <c:v>0.24505</c:v>
                </c:pt>
                <c:pt idx="2451">
                  <c:v>0.24515</c:v>
                </c:pt>
                <c:pt idx="2452">
                  <c:v>0.24525</c:v>
                </c:pt>
                <c:pt idx="2453">
                  <c:v>0.24535</c:v>
                </c:pt>
                <c:pt idx="2454">
                  <c:v>0.24545</c:v>
                </c:pt>
                <c:pt idx="2455">
                  <c:v>0.24555</c:v>
                </c:pt>
                <c:pt idx="2456">
                  <c:v>0.24565</c:v>
                </c:pt>
                <c:pt idx="2457">
                  <c:v>0.24575</c:v>
                </c:pt>
                <c:pt idx="2458">
                  <c:v>0.24585</c:v>
                </c:pt>
                <c:pt idx="2459">
                  <c:v>0.24595</c:v>
                </c:pt>
                <c:pt idx="2460">
                  <c:v>0.24605</c:v>
                </c:pt>
                <c:pt idx="2461">
                  <c:v>0.24615</c:v>
                </c:pt>
                <c:pt idx="2462">
                  <c:v>0.24625</c:v>
                </c:pt>
                <c:pt idx="2463">
                  <c:v>0.24635</c:v>
                </c:pt>
                <c:pt idx="2464">
                  <c:v>0.24645</c:v>
                </c:pt>
                <c:pt idx="2465">
                  <c:v>0.24655</c:v>
                </c:pt>
                <c:pt idx="2466">
                  <c:v>0.24665</c:v>
                </c:pt>
                <c:pt idx="2467">
                  <c:v>0.24675</c:v>
                </c:pt>
                <c:pt idx="2468">
                  <c:v>0.24685</c:v>
                </c:pt>
                <c:pt idx="2469">
                  <c:v>0.24695</c:v>
                </c:pt>
                <c:pt idx="2470">
                  <c:v>0.24705</c:v>
                </c:pt>
                <c:pt idx="2471">
                  <c:v>0.24715</c:v>
                </c:pt>
                <c:pt idx="2472">
                  <c:v>0.24725</c:v>
                </c:pt>
                <c:pt idx="2473">
                  <c:v>0.24735</c:v>
                </c:pt>
                <c:pt idx="2474">
                  <c:v>0.24745</c:v>
                </c:pt>
                <c:pt idx="2475">
                  <c:v>0.24755</c:v>
                </c:pt>
                <c:pt idx="2476">
                  <c:v>0.24765</c:v>
                </c:pt>
                <c:pt idx="2477">
                  <c:v>0.24775</c:v>
                </c:pt>
                <c:pt idx="2478">
                  <c:v>0.24785</c:v>
                </c:pt>
                <c:pt idx="2479">
                  <c:v>0.24795</c:v>
                </c:pt>
                <c:pt idx="2480">
                  <c:v>0.24805</c:v>
                </c:pt>
                <c:pt idx="2481">
                  <c:v>0.24815</c:v>
                </c:pt>
                <c:pt idx="2482">
                  <c:v>0.24825</c:v>
                </c:pt>
                <c:pt idx="2483">
                  <c:v>0.24835</c:v>
                </c:pt>
                <c:pt idx="2484">
                  <c:v>0.24845</c:v>
                </c:pt>
                <c:pt idx="2485">
                  <c:v>0.24855</c:v>
                </c:pt>
                <c:pt idx="2486">
                  <c:v>0.24865</c:v>
                </c:pt>
                <c:pt idx="2487">
                  <c:v>0.24875</c:v>
                </c:pt>
                <c:pt idx="2488">
                  <c:v>0.24885</c:v>
                </c:pt>
                <c:pt idx="2489">
                  <c:v>0.24895</c:v>
                </c:pt>
                <c:pt idx="2490">
                  <c:v>0.24905</c:v>
                </c:pt>
                <c:pt idx="2491">
                  <c:v>0.24915</c:v>
                </c:pt>
                <c:pt idx="2492">
                  <c:v>0.24925</c:v>
                </c:pt>
                <c:pt idx="2493">
                  <c:v>0.24935</c:v>
                </c:pt>
                <c:pt idx="2494">
                  <c:v>0.24945</c:v>
                </c:pt>
                <c:pt idx="2495">
                  <c:v>0.24955</c:v>
                </c:pt>
                <c:pt idx="2496">
                  <c:v>0.24965</c:v>
                </c:pt>
                <c:pt idx="2497">
                  <c:v>0.24975</c:v>
                </c:pt>
                <c:pt idx="2498">
                  <c:v>0.24985</c:v>
                </c:pt>
                <c:pt idx="2499">
                  <c:v>0.24995</c:v>
                </c:pt>
                <c:pt idx="2500">
                  <c:v>0.25005</c:v>
                </c:pt>
                <c:pt idx="2501">
                  <c:v>0.25015</c:v>
                </c:pt>
                <c:pt idx="2502">
                  <c:v>0.25025</c:v>
                </c:pt>
                <c:pt idx="2503">
                  <c:v>0.25035</c:v>
                </c:pt>
                <c:pt idx="2504">
                  <c:v>0.25045</c:v>
                </c:pt>
                <c:pt idx="2505">
                  <c:v>0.25055</c:v>
                </c:pt>
                <c:pt idx="2506">
                  <c:v>0.25065</c:v>
                </c:pt>
                <c:pt idx="2507">
                  <c:v>0.25075</c:v>
                </c:pt>
                <c:pt idx="2508">
                  <c:v>0.25085</c:v>
                </c:pt>
                <c:pt idx="2509">
                  <c:v>0.25095</c:v>
                </c:pt>
                <c:pt idx="2510">
                  <c:v>0.25105</c:v>
                </c:pt>
                <c:pt idx="2511">
                  <c:v>0.25115</c:v>
                </c:pt>
                <c:pt idx="2512">
                  <c:v>0.25125</c:v>
                </c:pt>
                <c:pt idx="2513">
                  <c:v>0.25135</c:v>
                </c:pt>
                <c:pt idx="2514">
                  <c:v>0.25145</c:v>
                </c:pt>
                <c:pt idx="2515">
                  <c:v>0.25155</c:v>
                </c:pt>
                <c:pt idx="2516">
                  <c:v>0.25165</c:v>
                </c:pt>
                <c:pt idx="2517">
                  <c:v>0.25175</c:v>
                </c:pt>
                <c:pt idx="2518">
                  <c:v>0.25185</c:v>
                </c:pt>
                <c:pt idx="2519">
                  <c:v>0.25195</c:v>
                </c:pt>
                <c:pt idx="2520">
                  <c:v>0.25205</c:v>
                </c:pt>
                <c:pt idx="2521">
                  <c:v>0.25215</c:v>
                </c:pt>
                <c:pt idx="2522">
                  <c:v>0.25225</c:v>
                </c:pt>
                <c:pt idx="2523">
                  <c:v>0.25235</c:v>
                </c:pt>
                <c:pt idx="2524">
                  <c:v>0.25245</c:v>
                </c:pt>
                <c:pt idx="2525">
                  <c:v>0.25255</c:v>
                </c:pt>
                <c:pt idx="2526">
                  <c:v>0.25265</c:v>
                </c:pt>
                <c:pt idx="2527">
                  <c:v>0.25275</c:v>
                </c:pt>
                <c:pt idx="2528">
                  <c:v>0.25285</c:v>
                </c:pt>
                <c:pt idx="2529">
                  <c:v>0.25295</c:v>
                </c:pt>
                <c:pt idx="2530">
                  <c:v>0.25305</c:v>
                </c:pt>
                <c:pt idx="2531">
                  <c:v>0.25315</c:v>
                </c:pt>
                <c:pt idx="2532">
                  <c:v>0.25325</c:v>
                </c:pt>
                <c:pt idx="2533">
                  <c:v>0.25335</c:v>
                </c:pt>
                <c:pt idx="2534">
                  <c:v>0.25345</c:v>
                </c:pt>
                <c:pt idx="2535">
                  <c:v>0.25355</c:v>
                </c:pt>
                <c:pt idx="2536">
                  <c:v>0.25365</c:v>
                </c:pt>
                <c:pt idx="2537">
                  <c:v>0.25375</c:v>
                </c:pt>
                <c:pt idx="2538">
                  <c:v>0.25385</c:v>
                </c:pt>
                <c:pt idx="2539">
                  <c:v>0.25395</c:v>
                </c:pt>
                <c:pt idx="2540">
                  <c:v>0.25405</c:v>
                </c:pt>
                <c:pt idx="2541">
                  <c:v>0.25415</c:v>
                </c:pt>
                <c:pt idx="2542">
                  <c:v>0.25425</c:v>
                </c:pt>
                <c:pt idx="2543">
                  <c:v>0.25435</c:v>
                </c:pt>
                <c:pt idx="2544">
                  <c:v>0.25445</c:v>
                </c:pt>
                <c:pt idx="2545">
                  <c:v>0.25455</c:v>
                </c:pt>
                <c:pt idx="2546">
                  <c:v>0.25465</c:v>
                </c:pt>
                <c:pt idx="2547">
                  <c:v>0.25475</c:v>
                </c:pt>
                <c:pt idx="2548">
                  <c:v>0.25485</c:v>
                </c:pt>
                <c:pt idx="2549">
                  <c:v>0.25495</c:v>
                </c:pt>
                <c:pt idx="2550">
                  <c:v>0.25505</c:v>
                </c:pt>
                <c:pt idx="2551">
                  <c:v>0.25515</c:v>
                </c:pt>
                <c:pt idx="2552">
                  <c:v>0.25525</c:v>
                </c:pt>
                <c:pt idx="2553">
                  <c:v>0.25535</c:v>
                </c:pt>
                <c:pt idx="2554">
                  <c:v>0.25545</c:v>
                </c:pt>
                <c:pt idx="2555">
                  <c:v>0.25555</c:v>
                </c:pt>
                <c:pt idx="2556">
                  <c:v>0.25565</c:v>
                </c:pt>
                <c:pt idx="2557">
                  <c:v>0.25575</c:v>
                </c:pt>
                <c:pt idx="2558">
                  <c:v>0.25585</c:v>
                </c:pt>
                <c:pt idx="2559">
                  <c:v>0.25595</c:v>
                </c:pt>
                <c:pt idx="2560">
                  <c:v>0.25605</c:v>
                </c:pt>
                <c:pt idx="2561">
                  <c:v>0.25615</c:v>
                </c:pt>
                <c:pt idx="2562">
                  <c:v>0.25625</c:v>
                </c:pt>
                <c:pt idx="2563">
                  <c:v>0.25635</c:v>
                </c:pt>
                <c:pt idx="2564">
                  <c:v>0.25645</c:v>
                </c:pt>
                <c:pt idx="2565">
                  <c:v>0.25655</c:v>
                </c:pt>
                <c:pt idx="2566">
                  <c:v>0.25665</c:v>
                </c:pt>
                <c:pt idx="2567">
                  <c:v>0.25675</c:v>
                </c:pt>
                <c:pt idx="2568">
                  <c:v>0.25685</c:v>
                </c:pt>
                <c:pt idx="2569">
                  <c:v>0.25695</c:v>
                </c:pt>
                <c:pt idx="2570">
                  <c:v>0.25705</c:v>
                </c:pt>
                <c:pt idx="2571">
                  <c:v>0.25715</c:v>
                </c:pt>
                <c:pt idx="2572">
                  <c:v>0.25725</c:v>
                </c:pt>
                <c:pt idx="2573">
                  <c:v>0.25735</c:v>
                </c:pt>
                <c:pt idx="2574">
                  <c:v>0.25745</c:v>
                </c:pt>
                <c:pt idx="2575">
                  <c:v>0.25755</c:v>
                </c:pt>
                <c:pt idx="2576">
                  <c:v>0.25765</c:v>
                </c:pt>
                <c:pt idx="2577">
                  <c:v>0.25775</c:v>
                </c:pt>
                <c:pt idx="2578">
                  <c:v>0.25785</c:v>
                </c:pt>
                <c:pt idx="2579">
                  <c:v>0.25795</c:v>
                </c:pt>
                <c:pt idx="2580">
                  <c:v>0.25805</c:v>
                </c:pt>
                <c:pt idx="2581">
                  <c:v>0.25815</c:v>
                </c:pt>
                <c:pt idx="2582">
                  <c:v>0.25825</c:v>
                </c:pt>
                <c:pt idx="2583">
                  <c:v>0.25835</c:v>
                </c:pt>
                <c:pt idx="2584">
                  <c:v>0.25845</c:v>
                </c:pt>
                <c:pt idx="2585">
                  <c:v>0.25855</c:v>
                </c:pt>
                <c:pt idx="2586">
                  <c:v>0.25865</c:v>
                </c:pt>
                <c:pt idx="2587">
                  <c:v>0.25875</c:v>
                </c:pt>
                <c:pt idx="2588">
                  <c:v>0.25885</c:v>
                </c:pt>
                <c:pt idx="2589">
                  <c:v>0.25895</c:v>
                </c:pt>
                <c:pt idx="2590">
                  <c:v>0.25905</c:v>
                </c:pt>
                <c:pt idx="2591">
                  <c:v>0.25915</c:v>
                </c:pt>
                <c:pt idx="2592">
                  <c:v>0.25925</c:v>
                </c:pt>
                <c:pt idx="2593">
                  <c:v>0.25935</c:v>
                </c:pt>
                <c:pt idx="2594">
                  <c:v>0.25945</c:v>
                </c:pt>
                <c:pt idx="2595">
                  <c:v>0.25955</c:v>
                </c:pt>
                <c:pt idx="2596">
                  <c:v>0.25965</c:v>
                </c:pt>
                <c:pt idx="2597">
                  <c:v>0.25975</c:v>
                </c:pt>
                <c:pt idx="2598">
                  <c:v>0.25985</c:v>
                </c:pt>
                <c:pt idx="2599">
                  <c:v>0.25995</c:v>
                </c:pt>
                <c:pt idx="2600">
                  <c:v>0.26005</c:v>
                </c:pt>
                <c:pt idx="2601">
                  <c:v>0.26015</c:v>
                </c:pt>
                <c:pt idx="2602">
                  <c:v>0.26025</c:v>
                </c:pt>
                <c:pt idx="2603">
                  <c:v>0.26035</c:v>
                </c:pt>
                <c:pt idx="2604">
                  <c:v>0.26045</c:v>
                </c:pt>
                <c:pt idx="2605">
                  <c:v>0.26055</c:v>
                </c:pt>
                <c:pt idx="2606">
                  <c:v>0.26065</c:v>
                </c:pt>
                <c:pt idx="2607">
                  <c:v>0.26075</c:v>
                </c:pt>
                <c:pt idx="2608">
                  <c:v>0.26085</c:v>
                </c:pt>
                <c:pt idx="2609">
                  <c:v>0.26095</c:v>
                </c:pt>
                <c:pt idx="2610">
                  <c:v>0.26105</c:v>
                </c:pt>
                <c:pt idx="2611">
                  <c:v>0.26115</c:v>
                </c:pt>
                <c:pt idx="2612">
                  <c:v>0.26125</c:v>
                </c:pt>
                <c:pt idx="2613">
                  <c:v>0.26135</c:v>
                </c:pt>
                <c:pt idx="2614">
                  <c:v>0.26145</c:v>
                </c:pt>
                <c:pt idx="2615">
                  <c:v>0.26155</c:v>
                </c:pt>
                <c:pt idx="2616">
                  <c:v>0.26165</c:v>
                </c:pt>
                <c:pt idx="2617">
                  <c:v>0.26175</c:v>
                </c:pt>
                <c:pt idx="2618">
                  <c:v>0.26185</c:v>
                </c:pt>
                <c:pt idx="2619">
                  <c:v>0.26195</c:v>
                </c:pt>
                <c:pt idx="2620">
                  <c:v>0.26205</c:v>
                </c:pt>
                <c:pt idx="2621">
                  <c:v>0.26215</c:v>
                </c:pt>
                <c:pt idx="2622">
                  <c:v>0.26225</c:v>
                </c:pt>
                <c:pt idx="2623">
                  <c:v>0.26235</c:v>
                </c:pt>
                <c:pt idx="2624">
                  <c:v>0.26245</c:v>
                </c:pt>
                <c:pt idx="2625">
                  <c:v>0.26255</c:v>
                </c:pt>
                <c:pt idx="2626">
                  <c:v>0.26265</c:v>
                </c:pt>
                <c:pt idx="2627">
                  <c:v>0.26275</c:v>
                </c:pt>
                <c:pt idx="2628">
                  <c:v>0.26285</c:v>
                </c:pt>
                <c:pt idx="2629">
                  <c:v>0.26295</c:v>
                </c:pt>
                <c:pt idx="2630">
                  <c:v>0.26305</c:v>
                </c:pt>
                <c:pt idx="2631">
                  <c:v>0.26315</c:v>
                </c:pt>
                <c:pt idx="2632">
                  <c:v>0.26325</c:v>
                </c:pt>
                <c:pt idx="2633">
                  <c:v>0.26335</c:v>
                </c:pt>
                <c:pt idx="2634">
                  <c:v>0.26345</c:v>
                </c:pt>
                <c:pt idx="2635">
                  <c:v>0.26355</c:v>
                </c:pt>
                <c:pt idx="2636">
                  <c:v>0.26365</c:v>
                </c:pt>
                <c:pt idx="2637">
                  <c:v>0.26375</c:v>
                </c:pt>
                <c:pt idx="2638">
                  <c:v>0.26385</c:v>
                </c:pt>
                <c:pt idx="2639">
                  <c:v>0.26395</c:v>
                </c:pt>
                <c:pt idx="2640">
                  <c:v>0.26405</c:v>
                </c:pt>
                <c:pt idx="2641">
                  <c:v>0.26415</c:v>
                </c:pt>
                <c:pt idx="2642">
                  <c:v>0.26425</c:v>
                </c:pt>
                <c:pt idx="2643">
                  <c:v>0.26435</c:v>
                </c:pt>
                <c:pt idx="2644">
                  <c:v>0.26445</c:v>
                </c:pt>
                <c:pt idx="2645">
                  <c:v>0.26455</c:v>
                </c:pt>
                <c:pt idx="2646">
                  <c:v>0.26465</c:v>
                </c:pt>
                <c:pt idx="2647">
                  <c:v>0.26475</c:v>
                </c:pt>
                <c:pt idx="2648">
                  <c:v>0.26485</c:v>
                </c:pt>
                <c:pt idx="2649">
                  <c:v>0.26495</c:v>
                </c:pt>
                <c:pt idx="2650">
                  <c:v>0.26505</c:v>
                </c:pt>
                <c:pt idx="2651">
                  <c:v>0.26515</c:v>
                </c:pt>
                <c:pt idx="2652">
                  <c:v>0.26525</c:v>
                </c:pt>
                <c:pt idx="2653">
                  <c:v>0.26535</c:v>
                </c:pt>
                <c:pt idx="2654">
                  <c:v>0.26545</c:v>
                </c:pt>
                <c:pt idx="2655">
                  <c:v>0.26555</c:v>
                </c:pt>
                <c:pt idx="2656">
                  <c:v>0.26565</c:v>
                </c:pt>
                <c:pt idx="2657">
                  <c:v>0.26575</c:v>
                </c:pt>
                <c:pt idx="2658">
                  <c:v>0.26585</c:v>
                </c:pt>
                <c:pt idx="2659">
                  <c:v>0.26595</c:v>
                </c:pt>
                <c:pt idx="2660">
                  <c:v>0.26605</c:v>
                </c:pt>
                <c:pt idx="2661">
                  <c:v>0.26615</c:v>
                </c:pt>
                <c:pt idx="2662">
                  <c:v>0.26625</c:v>
                </c:pt>
                <c:pt idx="2663">
                  <c:v>0.26635</c:v>
                </c:pt>
                <c:pt idx="2664">
                  <c:v>0.26645</c:v>
                </c:pt>
                <c:pt idx="2665">
                  <c:v>0.26655</c:v>
                </c:pt>
                <c:pt idx="2666">
                  <c:v>0.26665</c:v>
                </c:pt>
                <c:pt idx="2667">
                  <c:v>0.26675</c:v>
                </c:pt>
                <c:pt idx="2668">
                  <c:v>0.26685</c:v>
                </c:pt>
                <c:pt idx="2669">
                  <c:v>0.26695</c:v>
                </c:pt>
                <c:pt idx="2670">
                  <c:v>0.26705</c:v>
                </c:pt>
                <c:pt idx="2671">
                  <c:v>0.26715</c:v>
                </c:pt>
                <c:pt idx="2672">
                  <c:v>0.26725</c:v>
                </c:pt>
                <c:pt idx="2673">
                  <c:v>0.26735</c:v>
                </c:pt>
                <c:pt idx="2674">
                  <c:v>0.26745</c:v>
                </c:pt>
                <c:pt idx="2675">
                  <c:v>0.26755</c:v>
                </c:pt>
                <c:pt idx="2676">
                  <c:v>0.26765</c:v>
                </c:pt>
                <c:pt idx="2677">
                  <c:v>0.26775</c:v>
                </c:pt>
                <c:pt idx="2678">
                  <c:v>0.26785</c:v>
                </c:pt>
                <c:pt idx="2679">
                  <c:v>0.26795</c:v>
                </c:pt>
                <c:pt idx="2680">
                  <c:v>0.26805</c:v>
                </c:pt>
                <c:pt idx="2681">
                  <c:v>0.26815</c:v>
                </c:pt>
                <c:pt idx="2682">
                  <c:v>0.26825</c:v>
                </c:pt>
                <c:pt idx="2683">
                  <c:v>0.26835</c:v>
                </c:pt>
                <c:pt idx="2684">
                  <c:v>0.26845</c:v>
                </c:pt>
                <c:pt idx="2685">
                  <c:v>0.26855</c:v>
                </c:pt>
                <c:pt idx="2686">
                  <c:v>0.26865</c:v>
                </c:pt>
                <c:pt idx="2687">
                  <c:v>0.26875</c:v>
                </c:pt>
                <c:pt idx="2688">
                  <c:v>0.26885</c:v>
                </c:pt>
                <c:pt idx="2689">
                  <c:v>0.26895</c:v>
                </c:pt>
                <c:pt idx="2690">
                  <c:v>0.26905</c:v>
                </c:pt>
                <c:pt idx="2691">
                  <c:v>0.26915</c:v>
                </c:pt>
                <c:pt idx="2692">
                  <c:v>0.26925</c:v>
                </c:pt>
                <c:pt idx="2693">
                  <c:v>0.26935</c:v>
                </c:pt>
                <c:pt idx="2694">
                  <c:v>0.26945</c:v>
                </c:pt>
                <c:pt idx="2695">
                  <c:v>0.26955</c:v>
                </c:pt>
                <c:pt idx="2696">
                  <c:v>0.26965</c:v>
                </c:pt>
                <c:pt idx="2697">
                  <c:v>0.26975</c:v>
                </c:pt>
                <c:pt idx="2698">
                  <c:v>0.26985</c:v>
                </c:pt>
                <c:pt idx="2699">
                  <c:v>0.26995</c:v>
                </c:pt>
                <c:pt idx="2700">
                  <c:v>0.27005</c:v>
                </c:pt>
                <c:pt idx="2701">
                  <c:v>0.27015</c:v>
                </c:pt>
                <c:pt idx="2702">
                  <c:v>0.27025</c:v>
                </c:pt>
                <c:pt idx="2703">
                  <c:v>0.27035</c:v>
                </c:pt>
                <c:pt idx="2704">
                  <c:v>0.27045</c:v>
                </c:pt>
                <c:pt idx="2705">
                  <c:v>0.27055</c:v>
                </c:pt>
                <c:pt idx="2706">
                  <c:v>0.27065</c:v>
                </c:pt>
                <c:pt idx="2707">
                  <c:v>0.27075</c:v>
                </c:pt>
                <c:pt idx="2708">
                  <c:v>0.27085</c:v>
                </c:pt>
                <c:pt idx="2709">
                  <c:v>0.27095</c:v>
                </c:pt>
                <c:pt idx="2710">
                  <c:v>0.27105</c:v>
                </c:pt>
                <c:pt idx="2711">
                  <c:v>0.27115</c:v>
                </c:pt>
                <c:pt idx="2712">
                  <c:v>0.27125</c:v>
                </c:pt>
                <c:pt idx="2713">
                  <c:v>0.27135</c:v>
                </c:pt>
                <c:pt idx="2714">
                  <c:v>0.27145</c:v>
                </c:pt>
                <c:pt idx="2715">
                  <c:v>0.27155</c:v>
                </c:pt>
                <c:pt idx="2716">
                  <c:v>0.27165</c:v>
                </c:pt>
                <c:pt idx="2717">
                  <c:v>0.27175</c:v>
                </c:pt>
                <c:pt idx="2718">
                  <c:v>0.27185</c:v>
                </c:pt>
                <c:pt idx="2719">
                  <c:v>0.27195</c:v>
                </c:pt>
                <c:pt idx="2720">
                  <c:v>0.27205</c:v>
                </c:pt>
                <c:pt idx="2721">
                  <c:v>0.27215</c:v>
                </c:pt>
                <c:pt idx="2722">
                  <c:v>0.27225</c:v>
                </c:pt>
                <c:pt idx="2723">
                  <c:v>0.27235</c:v>
                </c:pt>
                <c:pt idx="2724">
                  <c:v>0.27245</c:v>
                </c:pt>
                <c:pt idx="2725">
                  <c:v>0.27255</c:v>
                </c:pt>
                <c:pt idx="2726">
                  <c:v>0.27265</c:v>
                </c:pt>
                <c:pt idx="2727">
                  <c:v>0.27275</c:v>
                </c:pt>
                <c:pt idx="2728">
                  <c:v>0.27285</c:v>
                </c:pt>
                <c:pt idx="2729">
                  <c:v>0.27295</c:v>
                </c:pt>
                <c:pt idx="2730">
                  <c:v>0.27305</c:v>
                </c:pt>
                <c:pt idx="2731">
                  <c:v>0.27315</c:v>
                </c:pt>
                <c:pt idx="2732">
                  <c:v>0.27325</c:v>
                </c:pt>
                <c:pt idx="2733">
                  <c:v>0.27335</c:v>
                </c:pt>
                <c:pt idx="2734">
                  <c:v>0.27345</c:v>
                </c:pt>
                <c:pt idx="2735">
                  <c:v>0.27355</c:v>
                </c:pt>
                <c:pt idx="2736">
                  <c:v>0.27365</c:v>
                </c:pt>
                <c:pt idx="2737">
                  <c:v>0.27375</c:v>
                </c:pt>
                <c:pt idx="2738">
                  <c:v>0.27385</c:v>
                </c:pt>
                <c:pt idx="2739">
                  <c:v>0.27395</c:v>
                </c:pt>
                <c:pt idx="2740">
                  <c:v>0.27405</c:v>
                </c:pt>
                <c:pt idx="2741">
                  <c:v>0.27415</c:v>
                </c:pt>
                <c:pt idx="2742">
                  <c:v>0.27425</c:v>
                </c:pt>
                <c:pt idx="2743">
                  <c:v>0.27435</c:v>
                </c:pt>
                <c:pt idx="2744">
                  <c:v>0.27445</c:v>
                </c:pt>
                <c:pt idx="2745">
                  <c:v>0.27455</c:v>
                </c:pt>
                <c:pt idx="2746">
                  <c:v>0.27465</c:v>
                </c:pt>
                <c:pt idx="2747">
                  <c:v>0.27475</c:v>
                </c:pt>
                <c:pt idx="2748">
                  <c:v>0.27485</c:v>
                </c:pt>
                <c:pt idx="2749">
                  <c:v>0.27495</c:v>
                </c:pt>
                <c:pt idx="2750">
                  <c:v>0.27505</c:v>
                </c:pt>
                <c:pt idx="2751">
                  <c:v>0.27515</c:v>
                </c:pt>
                <c:pt idx="2752">
                  <c:v>0.27525</c:v>
                </c:pt>
                <c:pt idx="2753">
                  <c:v>0.27535</c:v>
                </c:pt>
                <c:pt idx="2754">
                  <c:v>0.27545</c:v>
                </c:pt>
                <c:pt idx="2755">
                  <c:v>0.27555</c:v>
                </c:pt>
                <c:pt idx="2756">
                  <c:v>0.27565</c:v>
                </c:pt>
                <c:pt idx="2757">
                  <c:v>0.27575</c:v>
                </c:pt>
                <c:pt idx="2758">
                  <c:v>0.27585</c:v>
                </c:pt>
                <c:pt idx="2759">
                  <c:v>0.27595</c:v>
                </c:pt>
                <c:pt idx="2760">
                  <c:v>0.27605</c:v>
                </c:pt>
                <c:pt idx="2761">
                  <c:v>0.27615</c:v>
                </c:pt>
                <c:pt idx="2762">
                  <c:v>0.27625</c:v>
                </c:pt>
                <c:pt idx="2763">
                  <c:v>0.27635</c:v>
                </c:pt>
                <c:pt idx="2764">
                  <c:v>0.27645</c:v>
                </c:pt>
                <c:pt idx="2765">
                  <c:v>0.27655</c:v>
                </c:pt>
                <c:pt idx="2766">
                  <c:v>0.27665</c:v>
                </c:pt>
                <c:pt idx="2767">
                  <c:v>0.27675</c:v>
                </c:pt>
                <c:pt idx="2768">
                  <c:v>0.27685</c:v>
                </c:pt>
                <c:pt idx="2769">
                  <c:v>0.27695</c:v>
                </c:pt>
                <c:pt idx="2770">
                  <c:v>0.27705</c:v>
                </c:pt>
                <c:pt idx="2771">
                  <c:v>0.27715</c:v>
                </c:pt>
                <c:pt idx="2772">
                  <c:v>0.27725</c:v>
                </c:pt>
                <c:pt idx="2773">
                  <c:v>0.27735</c:v>
                </c:pt>
                <c:pt idx="2774">
                  <c:v>0.27745</c:v>
                </c:pt>
                <c:pt idx="2775">
                  <c:v>0.27755</c:v>
                </c:pt>
                <c:pt idx="2776">
                  <c:v>0.27765</c:v>
                </c:pt>
                <c:pt idx="2777">
                  <c:v>0.27775</c:v>
                </c:pt>
                <c:pt idx="2778">
                  <c:v>0.27785</c:v>
                </c:pt>
                <c:pt idx="2779">
                  <c:v>0.27795</c:v>
                </c:pt>
                <c:pt idx="2780">
                  <c:v>0.27805</c:v>
                </c:pt>
                <c:pt idx="2781">
                  <c:v>0.27815</c:v>
                </c:pt>
                <c:pt idx="2782">
                  <c:v>0.27825</c:v>
                </c:pt>
                <c:pt idx="2783">
                  <c:v>0.27835</c:v>
                </c:pt>
                <c:pt idx="2784">
                  <c:v>0.27845</c:v>
                </c:pt>
                <c:pt idx="2785">
                  <c:v>0.27855</c:v>
                </c:pt>
                <c:pt idx="2786">
                  <c:v>0.27865</c:v>
                </c:pt>
                <c:pt idx="2787">
                  <c:v>0.27875</c:v>
                </c:pt>
                <c:pt idx="2788">
                  <c:v>0.27885</c:v>
                </c:pt>
                <c:pt idx="2789">
                  <c:v>0.27895</c:v>
                </c:pt>
                <c:pt idx="2790">
                  <c:v>0.27905</c:v>
                </c:pt>
                <c:pt idx="2791">
                  <c:v>0.27915</c:v>
                </c:pt>
                <c:pt idx="2792">
                  <c:v>0.27925</c:v>
                </c:pt>
                <c:pt idx="2793">
                  <c:v>0.27935</c:v>
                </c:pt>
                <c:pt idx="2794">
                  <c:v>0.27945</c:v>
                </c:pt>
                <c:pt idx="2795">
                  <c:v>0.27955</c:v>
                </c:pt>
                <c:pt idx="2796">
                  <c:v>0.27965</c:v>
                </c:pt>
                <c:pt idx="2797">
                  <c:v>0.27975</c:v>
                </c:pt>
                <c:pt idx="2798">
                  <c:v>0.27985</c:v>
                </c:pt>
                <c:pt idx="2799">
                  <c:v>0.27995</c:v>
                </c:pt>
                <c:pt idx="2800">
                  <c:v>0.28005</c:v>
                </c:pt>
                <c:pt idx="2801">
                  <c:v>0.28015</c:v>
                </c:pt>
                <c:pt idx="2802">
                  <c:v>0.28025</c:v>
                </c:pt>
                <c:pt idx="2803">
                  <c:v>0.28035</c:v>
                </c:pt>
                <c:pt idx="2804">
                  <c:v>0.28045</c:v>
                </c:pt>
                <c:pt idx="2805">
                  <c:v>0.28055</c:v>
                </c:pt>
                <c:pt idx="2806">
                  <c:v>0.28065</c:v>
                </c:pt>
                <c:pt idx="2807">
                  <c:v>0.28075</c:v>
                </c:pt>
                <c:pt idx="2808">
                  <c:v>0.28085</c:v>
                </c:pt>
                <c:pt idx="2809">
                  <c:v>0.28095</c:v>
                </c:pt>
                <c:pt idx="2810">
                  <c:v>0.28105</c:v>
                </c:pt>
                <c:pt idx="2811">
                  <c:v>0.28115</c:v>
                </c:pt>
                <c:pt idx="2812">
                  <c:v>0.28125</c:v>
                </c:pt>
                <c:pt idx="2813">
                  <c:v>0.28135</c:v>
                </c:pt>
                <c:pt idx="2814">
                  <c:v>0.28145</c:v>
                </c:pt>
                <c:pt idx="2815">
                  <c:v>0.28155</c:v>
                </c:pt>
                <c:pt idx="2816">
                  <c:v>0.28165</c:v>
                </c:pt>
                <c:pt idx="2817">
                  <c:v>0.28175</c:v>
                </c:pt>
                <c:pt idx="2818">
                  <c:v>0.28185</c:v>
                </c:pt>
                <c:pt idx="2819">
                  <c:v>0.28195</c:v>
                </c:pt>
                <c:pt idx="2820">
                  <c:v>0.28205</c:v>
                </c:pt>
                <c:pt idx="2821">
                  <c:v>0.28215</c:v>
                </c:pt>
                <c:pt idx="2822">
                  <c:v>0.28225</c:v>
                </c:pt>
                <c:pt idx="2823">
                  <c:v>0.28235</c:v>
                </c:pt>
                <c:pt idx="2824">
                  <c:v>0.28245</c:v>
                </c:pt>
                <c:pt idx="2825">
                  <c:v>0.28255</c:v>
                </c:pt>
                <c:pt idx="2826">
                  <c:v>0.28265</c:v>
                </c:pt>
                <c:pt idx="2827">
                  <c:v>0.28275</c:v>
                </c:pt>
                <c:pt idx="2828">
                  <c:v>0.28285</c:v>
                </c:pt>
                <c:pt idx="2829">
                  <c:v>0.28295</c:v>
                </c:pt>
                <c:pt idx="2830">
                  <c:v>0.28305</c:v>
                </c:pt>
                <c:pt idx="2831">
                  <c:v>0.28315</c:v>
                </c:pt>
                <c:pt idx="2832">
                  <c:v>0.28325</c:v>
                </c:pt>
                <c:pt idx="2833">
                  <c:v>0.28335</c:v>
                </c:pt>
                <c:pt idx="2834">
                  <c:v>0.28345</c:v>
                </c:pt>
                <c:pt idx="2835">
                  <c:v>0.28355</c:v>
                </c:pt>
                <c:pt idx="2836">
                  <c:v>0.28365</c:v>
                </c:pt>
                <c:pt idx="2837">
                  <c:v>0.28375</c:v>
                </c:pt>
                <c:pt idx="2838">
                  <c:v>0.28385</c:v>
                </c:pt>
                <c:pt idx="2839">
                  <c:v>0.28395</c:v>
                </c:pt>
                <c:pt idx="2840">
                  <c:v>0.28405</c:v>
                </c:pt>
                <c:pt idx="2841">
                  <c:v>0.28415</c:v>
                </c:pt>
                <c:pt idx="2842">
                  <c:v>0.28425</c:v>
                </c:pt>
                <c:pt idx="2843">
                  <c:v>0.28435</c:v>
                </c:pt>
                <c:pt idx="2844">
                  <c:v>0.28445</c:v>
                </c:pt>
                <c:pt idx="2845">
                  <c:v>0.28455</c:v>
                </c:pt>
                <c:pt idx="2846">
                  <c:v>0.28465</c:v>
                </c:pt>
                <c:pt idx="2847">
                  <c:v>0.28475</c:v>
                </c:pt>
                <c:pt idx="2848">
                  <c:v>0.28485</c:v>
                </c:pt>
                <c:pt idx="2849">
                  <c:v>0.28495</c:v>
                </c:pt>
                <c:pt idx="2850">
                  <c:v>0.28505</c:v>
                </c:pt>
                <c:pt idx="2851">
                  <c:v>0.28515</c:v>
                </c:pt>
                <c:pt idx="2852">
                  <c:v>0.28525</c:v>
                </c:pt>
                <c:pt idx="2853">
                  <c:v>0.28535</c:v>
                </c:pt>
                <c:pt idx="2854">
                  <c:v>0.28545</c:v>
                </c:pt>
                <c:pt idx="2855">
                  <c:v>0.28555</c:v>
                </c:pt>
                <c:pt idx="2856">
                  <c:v>0.28565</c:v>
                </c:pt>
                <c:pt idx="2857">
                  <c:v>0.28575</c:v>
                </c:pt>
                <c:pt idx="2858">
                  <c:v>0.28585</c:v>
                </c:pt>
                <c:pt idx="2859">
                  <c:v>0.28595</c:v>
                </c:pt>
                <c:pt idx="2860">
                  <c:v>0.28605</c:v>
                </c:pt>
                <c:pt idx="2861">
                  <c:v>0.28615</c:v>
                </c:pt>
                <c:pt idx="2862">
                  <c:v>0.28625</c:v>
                </c:pt>
                <c:pt idx="2863">
                  <c:v>0.28635</c:v>
                </c:pt>
                <c:pt idx="2864">
                  <c:v>0.28645</c:v>
                </c:pt>
                <c:pt idx="2865">
                  <c:v>0.28655</c:v>
                </c:pt>
                <c:pt idx="2866">
                  <c:v>0.28665</c:v>
                </c:pt>
                <c:pt idx="2867">
                  <c:v>0.28675</c:v>
                </c:pt>
                <c:pt idx="2868">
                  <c:v>0.28685</c:v>
                </c:pt>
                <c:pt idx="2869">
                  <c:v>0.28695</c:v>
                </c:pt>
                <c:pt idx="2870">
                  <c:v>0.28705</c:v>
                </c:pt>
                <c:pt idx="2871">
                  <c:v>0.28715</c:v>
                </c:pt>
                <c:pt idx="2872">
                  <c:v>0.28725</c:v>
                </c:pt>
                <c:pt idx="2873">
                  <c:v>0.28735</c:v>
                </c:pt>
                <c:pt idx="2874">
                  <c:v>0.28745</c:v>
                </c:pt>
                <c:pt idx="2875">
                  <c:v>0.28755</c:v>
                </c:pt>
                <c:pt idx="2876">
                  <c:v>0.28765</c:v>
                </c:pt>
                <c:pt idx="2877">
                  <c:v>0.28775</c:v>
                </c:pt>
                <c:pt idx="2878">
                  <c:v>0.28785</c:v>
                </c:pt>
                <c:pt idx="2879">
                  <c:v>0.28795</c:v>
                </c:pt>
                <c:pt idx="2880">
                  <c:v>0.28805</c:v>
                </c:pt>
                <c:pt idx="2881">
                  <c:v>0.28815</c:v>
                </c:pt>
                <c:pt idx="2882">
                  <c:v>0.28825</c:v>
                </c:pt>
                <c:pt idx="2883">
                  <c:v>0.28835</c:v>
                </c:pt>
                <c:pt idx="2884">
                  <c:v>0.28845</c:v>
                </c:pt>
                <c:pt idx="2885">
                  <c:v>0.28855</c:v>
                </c:pt>
                <c:pt idx="2886">
                  <c:v>0.28865</c:v>
                </c:pt>
                <c:pt idx="2887">
                  <c:v>0.28875</c:v>
                </c:pt>
                <c:pt idx="2888">
                  <c:v>0.28885</c:v>
                </c:pt>
                <c:pt idx="2889">
                  <c:v>0.28895</c:v>
                </c:pt>
                <c:pt idx="2890">
                  <c:v>0.28905</c:v>
                </c:pt>
                <c:pt idx="2891">
                  <c:v>0.28915</c:v>
                </c:pt>
                <c:pt idx="2892">
                  <c:v>0.28925</c:v>
                </c:pt>
                <c:pt idx="2893">
                  <c:v>0.28935</c:v>
                </c:pt>
                <c:pt idx="2894">
                  <c:v>0.28945</c:v>
                </c:pt>
                <c:pt idx="2895">
                  <c:v>0.28955</c:v>
                </c:pt>
                <c:pt idx="2896">
                  <c:v>0.28965</c:v>
                </c:pt>
                <c:pt idx="2897">
                  <c:v>0.28975</c:v>
                </c:pt>
                <c:pt idx="2898">
                  <c:v>0.28985</c:v>
                </c:pt>
                <c:pt idx="2899">
                  <c:v>0.28995</c:v>
                </c:pt>
                <c:pt idx="2900">
                  <c:v>0.29005</c:v>
                </c:pt>
                <c:pt idx="2901">
                  <c:v>0.29015</c:v>
                </c:pt>
                <c:pt idx="2902">
                  <c:v>0.29025</c:v>
                </c:pt>
                <c:pt idx="2903">
                  <c:v>0.29035</c:v>
                </c:pt>
                <c:pt idx="2904">
                  <c:v>0.29045</c:v>
                </c:pt>
                <c:pt idx="2905">
                  <c:v>0.29055</c:v>
                </c:pt>
                <c:pt idx="2906">
                  <c:v>0.29065</c:v>
                </c:pt>
                <c:pt idx="2907">
                  <c:v>0.29075</c:v>
                </c:pt>
                <c:pt idx="2908">
                  <c:v>0.29085</c:v>
                </c:pt>
                <c:pt idx="2909">
                  <c:v>0.29095</c:v>
                </c:pt>
                <c:pt idx="2910">
                  <c:v>0.29105</c:v>
                </c:pt>
                <c:pt idx="2911">
                  <c:v>0.29115</c:v>
                </c:pt>
                <c:pt idx="2912">
                  <c:v>0.29125</c:v>
                </c:pt>
                <c:pt idx="2913">
                  <c:v>0.29135</c:v>
                </c:pt>
                <c:pt idx="2914">
                  <c:v>0.29145</c:v>
                </c:pt>
                <c:pt idx="2915">
                  <c:v>0.29155</c:v>
                </c:pt>
                <c:pt idx="2916">
                  <c:v>0.29165</c:v>
                </c:pt>
                <c:pt idx="2917">
                  <c:v>0.29175</c:v>
                </c:pt>
                <c:pt idx="2918">
                  <c:v>0.29185</c:v>
                </c:pt>
                <c:pt idx="2919">
                  <c:v>0.29195</c:v>
                </c:pt>
                <c:pt idx="2920">
                  <c:v>0.29205</c:v>
                </c:pt>
                <c:pt idx="2921">
                  <c:v>0.29215</c:v>
                </c:pt>
                <c:pt idx="2922">
                  <c:v>0.29225</c:v>
                </c:pt>
                <c:pt idx="2923">
                  <c:v>0.29235</c:v>
                </c:pt>
                <c:pt idx="2924">
                  <c:v>0.29245</c:v>
                </c:pt>
                <c:pt idx="2925">
                  <c:v>0.29255</c:v>
                </c:pt>
                <c:pt idx="2926">
                  <c:v>0.29265</c:v>
                </c:pt>
                <c:pt idx="2927">
                  <c:v>0.29275</c:v>
                </c:pt>
                <c:pt idx="2928">
                  <c:v>0.29285</c:v>
                </c:pt>
                <c:pt idx="2929">
                  <c:v>0.29295</c:v>
                </c:pt>
                <c:pt idx="2930">
                  <c:v>0.29305</c:v>
                </c:pt>
                <c:pt idx="2931">
                  <c:v>0.29315</c:v>
                </c:pt>
                <c:pt idx="2932">
                  <c:v>0.29325</c:v>
                </c:pt>
                <c:pt idx="2933">
                  <c:v>0.29335</c:v>
                </c:pt>
                <c:pt idx="2934">
                  <c:v>0.29345</c:v>
                </c:pt>
                <c:pt idx="2935">
                  <c:v>0.29355</c:v>
                </c:pt>
                <c:pt idx="2936">
                  <c:v>0.29365</c:v>
                </c:pt>
                <c:pt idx="2937">
                  <c:v>0.29375</c:v>
                </c:pt>
                <c:pt idx="2938">
                  <c:v>0.29385</c:v>
                </c:pt>
                <c:pt idx="2939">
                  <c:v>0.29395</c:v>
                </c:pt>
                <c:pt idx="2940">
                  <c:v>0.29405</c:v>
                </c:pt>
                <c:pt idx="2941">
                  <c:v>0.29415</c:v>
                </c:pt>
                <c:pt idx="2942">
                  <c:v>0.29425</c:v>
                </c:pt>
                <c:pt idx="2943">
                  <c:v>0.29435</c:v>
                </c:pt>
                <c:pt idx="2944">
                  <c:v>0.29445</c:v>
                </c:pt>
                <c:pt idx="2945">
                  <c:v>0.29455</c:v>
                </c:pt>
                <c:pt idx="2946">
                  <c:v>0.29465</c:v>
                </c:pt>
                <c:pt idx="2947">
                  <c:v>0.29475</c:v>
                </c:pt>
                <c:pt idx="2948">
                  <c:v>0.29485</c:v>
                </c:pt>
                <c:pt idx="2949">
                  <c:v>0.29495</c:v>
                </c:pt>
                <c:pt idx="2950">
                  <c:v>0.29505</c:v>
                </c:pt>
                <c:pt idx="2951">
                  <c:v>0.29515</c:v>
                </c:pt>
                <c:pt idx="2952">
                  <c:v>0.29525</c:v>
                </c:pt>
                <c:pt idx="2953">
                  <c:v>0.29535</c:v>
                </c:pt>
                <c:pt idx="2954">
                  <c:v>0.29545</c:v>
                </c:pt>
                <c:pt idx="2955">
                  <c:v>0.29555</c:v>
                </c:pt>
                <c:pt idx="2956">
                  <c:v>0.29565</c:v>
                </c:pt>
                <c:pt idx="2957">
                  <c:v>0.29575</c:v>
                </c:pt>
                <c:pt idx="2958">
                  <c:v>0.29585</c:v>
                </c:pt>
                <c:pt idx="2959">
                  <c:v>0.29595</c:v>
                </c:pt>
                <c:pt idx="2960">
                  <c:v>0.29605</c:v>
                </c:pt>
                <c:pt idx="2961">
                  <c:v>0.29615</c:v>
                </c:pt>
                <c:pt idx="2962">
                  <c:v>0.29625</c:v>
                </c:pt>
                <c:pt idx="2963">
                  <c:v>0.29635</c:v>
                </c:pt>
                <c:pt idx="2964">
                  <c:v>0.29645</c:v>
                </c:pt>
                <c:pt idx="2965">
                  <c:v>0.29655</c:v>
                </c:pt>
                <c:pt idx="2966">
                  <c:v>0.29665</c:v>
                </c:pt>
                <c:pt idx="2967">
                  <c:v>0.29675</c:v>
                </c:pt>
                <c:pt idx="2968">
                  <c:v>0.29685</c:v>
                </c:pt>
                <c:pt idx="2969">
                  <c:v>0.29695</c:v>
                </c:pt>
                <c:pt idx="2970">
                  <c:v>0.29705</c:v>
                </c:pt>
                <c:pt idx="2971">
                  <c:v>0.29715</c:v>
                </c:pt>
                <c:pt idx="2972">
                  <c:v>0.29725</c:v>
                </c:pt>
                <c:pt idx="2973">
                  <c:v>0.29735</c:v>
                </c:pt>
                <c:pt idx="2974">
                  <c:v>0.29745</c:v>
                </c:pt>
                <c:pt idx="2975">
                  <c:v>0.29755</c:v>
                </c:pt>
                <c:pt idx="2976">
                  <c:v>0.29765</c:v>
                </c:pt>
                <c:pt idx="2977">
                  <c:v>0.29775</c:v>
                </c:pt>
                <c:pt idx="2978">
                  <c:v>0.29785</c:v>
                </c:pt>
                <c:pt idx="2979">
                  <c:v>0.29795</c:v>
                </c:pt>
                <c:pt idx="2980">
                  <c:v>0.29805</c:v>
                </c:pt>
                <c:pt idx="2981">
                  <c:v>0.29815</c:v>
                </c:pt>
                <c:pt idx="2982">
                  <c:v>0.29825</c:v>
                </c:pt>
                <c:pt idx="2983">
                  <c:v>0.29835</c:v>
                </c:pt>
                <c:pt idx="2984">
                  <c:v>0.29845</c:v>
                </c:pt>
                <c:pt idx="2985">
                  <c:v>0.29855</c:v>
                </c:pt>
                <c:pt idx="2986">
                  <c:v>0.29865</c:v>
                </c:pt>
                <c:pt idx="2987">
                  <c:v>0.29875</c:v>
                </c:pt>
                <c:pt idx="2988">
                  <c:v>0.29885</c:v>
                </c:pt>
                <c:pt idx="2989">
                  <c:v>0.29895</c:v>
                </c:pt>
                <c:pt idx="2990">
                  <c:v>0.29905</c:v>
                </c:pt>
                <c:pt idx="2991">
                  <c:v>0.29915</c:v>
                </c:pt>
                <c:pt idx="2992">
                  <c:v>0.29925</c:v>
                </c:pt>
                <c:pt idx="2993">
                  <c:v>0.29935</c:v>
                </c:pt>
                <c:pt idx="2994">
                  <c:v>0.29945</c:v>
                </c:pt>
                <c:pt idx="2995">
                  <c:v>0.29955</c:v>
                </c:pt>
                <c:pt idx="2996">
                  <c:v>0.29965</c:v>
                </c:pt>
                <c:pt idx="2997">
                  <c:v>0.29975</c:v>
                </c:pt>
                <c:pt idx="2998">
                  <c:v>0.29985</c:v>
                </c:pt>
                <c:pt idx="2999">
                  <c:v>0.29995</c:v>
                </c:pt>
              </c:numCache>
            </c:numRef>
          </c:xVal>
          <c:yVal>
            <c:numRef>
              <c:f>'Chart Data'!$D$2:$D$3001</c:f>
              <c:numCache>
                <c:formatCode>0.0</c:formatCode>
                <c:ptCount val="3000"/>
                <c:pt idx="0">
                  <c:v>0.87129725394</c:v>
                </c:pt>
                <c:pt idx="1">
                  <c:v>0.87098777622</c:v>
                </c:pt>
                <c:pt idx="2">
                  <c:v>0.87068937522</c:v>
                </c:pt>
                <c:pt idx="3">
                  <c:v>0.87040209637</c:v>
                </c:pt>
                <c:pt idx="4">
                  <c:v>0.87012598448</c:v>
                </c:pt>
                <c:pt idx="5">
                  <c:v>0.86986108365</c:v>
                </c:pt>
                <c:pt idx="6">
                  <c:v>0.86960743738</c:v>
                </c:pt>
                <c:pt idx="7">
                  <c:v>0.86936508851</c:v>
                </c:pt>
                <c:pt idx="8">
                  <c:v>0.86913407927</c:v>
                </c:pt>
                <c:pt idx="9">
                  <c:v>0.86891445122</c:v>
                </c:pt>
                <c:pt idx="10">
                  <c:v>0.86870624534</c:v>
                </c:pt>
                <c:pt idx="11">
                  <c:v>0.86850950197</c:v>
                </c:pt>
                <c:pt idx="12">
                  <c:v>0.86832426084</c:v>
                </c:pt>
                <c:pt idx="13">
                  <c:v>0.86815056108</c:v>
                </c:pt>
                <c:pt idx="14">
                  <c:v>0.8679884412</c:v>
                </c:pt>
                <c:pt idx="15">
                  <c:v>0.86783793914</c:v>
                </c:pt>
                <c:pt idx="16">
                  <c:v>0.8676990922</c:v>
                </c:pt>
                <c:pt idx="17">
                  <c:v>0.86757193714</c:v>
                </c:pt>
                <c:pt idx="18">
                  <c:v>0.8674565101</c:v>
                </c:pt>
                <c:pt idx="19">
                  <c:v>0.86735284664</c:v>
                </c:pt>
                <c:pt idx="20">
                  <c:v>0.86726098174</c:v>
                </c:pt>
                <c:pt idx="21">
                  <c:v>0.86718094981</c:v>
                </c:pt>
                <c:pt idx="22">
                  <c:v>0.86711278469</c:v>
                </c:pt>
                <c:pt idx="23">
                  <c:v>0.86705651963</c:v>
                </c:pt>
                <c:pt idx="24">
                  <c:v>0.86701218732</c:v>
                </c:pt>
                <c:pt idx="25">
                  <c:v>0.86697981989</c:v>
                </c:pt>
                <c:pt idx="26">
                  <c:v>0.86695944889</c:v>
                </c:pt>
                <c:pt idx="27">
                  <c:v>0.86695110532</c:v>
                </c:pt>
                <c:pt idx="28">
                  <c:v>0.86695481962</c:v>
                </c:pt>
                <c:pt idx="29">
                  <c:v>0.86697062166</c:v>
                </c:pt>
                <c:pt idx="30">
                  <c:v>0.86699854075</c:v>
                </c:pt>
                <c:pt idx="31">
                  <c:v>0.86703860565</c:v>
                </c:pt>
                <c:pt idx="32">
                  <c:v>0.86709084456</c:v>
                </c:pt>
                <c:pt idx="33">
                  <c:v>0.86715528513</c:v>
                </c:pt>
                <c:pt idx="34">
                  <c:v>0.86723195443</c:v>
                </c:pt>
                <c:pt idx="35">
                  <c:v>0.867320879</c:v>
                </c:pt>
                <c:pt idx="36">
                  <c:v>0.86742208482</c:v>
                </c:pt>
                <c:pt idx="37">
                  <c:v>0.86753559729</c:v>
                </c:pt>
                <c:pt idx="38">
                  <c:v>0.86766144127</c:v>
                </c:pt>
                <c:pt idx="39">
                  <c:v>0.86779964106</c:v>
                </c:pt>
                <c:pt idx="40">
                  <c:v>0.8679502204</c:v>
                </c:pt>
                <c:pt idx="41">
                  <c:v>0.86811320245</c:v>
                </c:pt>
                <c:pt idx="42">
                  <c:v>0.86828860983</c:v>
                </c:pt>
                <c:pt idx="43">
                  <c:v>0.86847646458</c:v>
                </c:pt>
                <c:pt idx="44">
                  <c:v>0.86867678817</c:v>
                </c:pt>
                <c:pt idx="45">
                  <c:v>0.86888960151</c:v>
                </c:pt>
                <c:pt idx="46">
                  <c:v>0.86911492492</c:v>
                </c:pt>
                <c:pt idx="47">
                  <c:v>0.86935277816</c:v>
                </c:pt>
                <c:pt idx="48">
                  <c:v>0.86960318039</c:v>
                </c:pt>
                <c:pt idx="49">
                  <c:v>0.8698661502</c:v>
                </c:pt>
                <c:pt idx="50">
                  <c:v>0.87014170558</c:v>
                </c:pt>
                <c:pt idx="51">
                  <c:v>0.87042986394</c:v>
                </c:pt>
                <c:pt idx="52">
                  <c:v>0.87073064208</c:v>
                </c:pt>
                <c:pt idx="53">
                  <c:v>0.8710440562</c:v>
                </c:pt>
                <c:pt idx="54">
                  <c:v>0.8713701219</c:v>
                </c:pt>
                <c:pt idx="55">
                  <c:v>0.87170885415</c:v>
                </c:pt>
                <c:pt idx="56">
                  <c:v>0.87206026732</c:v>
                </c:pt>
                <c:pt idx="57">
                  <c:v>0.87242437514</c:v>
                </c:pt>
                <c:pt idx="58">
                  <c:v>0.87280119072</c:v>
                </c:pt>
                <c:pt idx="59">
                  <c:v>0.87319072652</c:v>
                </c:pt>
                <c:pt idx="60">
                  <c:v>0.87359299436</c:v>
                </c:pt>
                <c:pt idx="61">
                  <c:v>0.8740080054</c:v>
                </c:pt>
                <c:pt idx="62">
                  <c:v>0.87443577016</c:v>
                </c:pt>
                <c:pt idx="63">
                  <c:v>0.87487629846</c:v>
                </c:pt>
                <c:pt idx="64">
                  <c:v>0.87532959948</c:v>
                </c:pt>
                <c:pt idx="65">
                  <c:v>0.87579568169</c:v>
                </c:pt>
                <c:pt idx="66">
                  <c:v>0.87627455286</c:v>
                </c:pt>
                <c:pt idx="67">
                  <c:v>0.87676622008</c:v>
                </c:pt>
                <c:pt idx="68">
                  <c:v>0.87727068972</c:v>
                </c:pt>
                <c:pt idx="69">
                  <c:v>0.87778796741</c:v>
                </c:pt>
                <c:pt idx="70">
                  <c:v>0.87831805807</c:v>
                </c:pt>
                <c:pt idx="71">
                  <c:v>0.87886096586</c:v>
                </c:pt>
                <c:pt idx="72">
                  <c:v>0.8794166942</c:v>
                </c:pt>
                <c:pt idx="73">
                  <c:v>0.87998524573</c:v>
                </c:pt>
                <c:pt idx="74">
                  <c:v>0.88056662233</c:v>
                </c:pt>
                <c:pt idx="75">
                  <c:v>0.88116082508</c:v>
                </c:pt>
                <c:pt idx="76">
                  <c:v>0.88176785426</c:v>
                </c:pt>
                <c:pt idx="77">
                  <c:v>0.88238770934</c:v>
                </c:pt>
                <c:pt idx="78">
                  <c:v>0.88302038896</c:v>
                </c:pt>
                <c:pt idx="79">
                  <c:v>0.88366589093</c:v>
                </c:pt>
                <c:pt idx="80">
                  <c:v>0.8843242122</c:v>
                </c:pt>
                <c:pt idx="81">
                  <c:v>0.88499534886</c:v>
                </c:pt>
                <c:pt idx="82">
                  <c:v>0.88567929612</c:v>
                </c:pt>
                <c:pt idx="83">
                  <c:v>0.88637604828</c:v>
                </c:pt>
                <c:pt idx="84">
                  <c:v>0.88708559875</c:v>
                </c:pt>
                <c:pt idx="85">
                  <c:v>0.88780794001</c:v>
                </c:pt>
                <c:pt idx="86">
                  <c:v>0.88854306359</c:v>
                </c:pt>
                <c:pt idx="87">
                  <c:v>0.88929096009</c:v>
                </c:pt>
                <c:pt idx="88">
                  <c:v>0.8900516191</c:v>
                </c:pt>
                <c:pt idx="89">
                  <c:v>0.89082502925</c:v>
                </c:pt>
                <c:pt idx="90">
                  <c:v>0.89161117817</c:v>
                </c:pt>
                <c:pt idx="91">
                  <c:v>0.89241005245</c:v>
                </c:pt>
                <c:pt idx="92">
                  <c:v>0.89322163764</c:v>
                </c:pt>
                <c:pt idx="93">
                  <c:v>0.89404591824</c:v>
                </c:pt>
                <c:pt idx="94">
                  <c:v>0.89488287768</c:v>
                </c:pt>
                <c:pt idx="95">
                  <c:v>0.8957324983</c:v>
                </c:pt>
                <c:pt idx="96">
                  <c:v>0.89659476131</c:v>
                </c:pt>
                <c:pt idx="97">
                  <c:v>0.89746964679</c:v>
                </c:pt>
                <c:pt idx="98">
                  <c:v>0.89835713369</c:v>
                </c:pt>
                <c:pt idx="99">
                  <c:v>0.89925719977</c:v>
                </c:pt>
                <c:pt idx="100">
                  <c:v>0.9001698216</c:v>
                </c:pt>
                <c:pt idx="101">
                  <c:v>0.90109497456</c:v>
                </c:pt>
                <c:pt idx="102">
                  <c:v>0.90203263278</c:v>
                </c:pt>
                <c:pt idx="103">
                  <c:v>0.90298276914</c:v>
                </c:pt>
                <c:pt idx="104">
                  <c:v>0.90394535525</c:v>
                </c:pt>
                <c:pt idx="105">
                  <c:v>0.90492036143</c:v>
                </c:pt>
                <c:pt idx="106">
                  <c:v>0.90590775666</c:v>
                </c:pt>
                <c:pt idx="107">
                  <c:v>0.90690750861</c:v>
                </c:pt>
                <c:pt idx="108">
                  <c:v>0.90791958359</c:v>
                </c:pt>
                <c:pt idx="109">
                  <c:v>0.90894394649</c:v>
                </c:pt>
                <c:pt idx="110">
                  <c:v>0.90998056083</c:v>
                </c:pt>
                <c:pt idx="111">
                  <c:v>0.91102938868</c:v>
                </c:pt>
                <c:pt idx="112">
                  <c:v>0.91209039067</c:v>
                </c:pt>
                <c:pt idx="113">
                  <c:v>0.91316352594</c:v>
                </c:pt>
                <c:pt idx="114">
                  <c:v>0.91424875215</c:v>
                </c:pt>
                <c:pt idx="115">
                  <c:v>0.9153460254</c:v>
                </c:pt>
                <c:pt idx="116">
                  <c:v>0.91645530026</c:v>
                </c:pt>
                <c:pt idx="117">
                  <c:v>0.91757652974</c:v>
                </c:pt>
                <c:pt idx="118">
                  <c:v>0.91870966522</c:v>
                </c:pt>
                <c:pt idx="119">
                  <c:v>0.91985465648</c:v>
                </c:pt>
                <c:pt idx="120">
                  <c:v>0.92101145164</c:v>
                </c:pt>
                <c:pt idx="121">
                  <c:v>0.92217999714</c:v>
                </c:pt>
                <c:pt idx="122">
                  <c:v>0.92336023773</c:v>
                </c:pt>
                <c:pt idx="123">
                  <c:v>0.92455211642</c:v>
                </c:pt>
                <c:pt idx="124">
                  <c:v>0.92575557448</c:v>
                </c:pt>
                <c:pt idx="125">
                  <c:v>0.92697055138</c:v>
                </c:pt>
                <c:pt idx="126">
                  <c:v>0.92819698482</c:v>
                </c:pt>
                <c:pt idx="127">
                  <c:v>0.92943481062</c:v>
                </c:pt>
                <c:pt idx="128">
                  <c:v>0.93068396279</c:v>
                </c:pt>
                <c:pt idx="129">
                  <c:v>0.93194437342</c:v>
                </c:pt>
                <c:pt idx="130">
                  <c:v>0.9332159727</c:v>
                </c:pt>
                <c:pt idx="131">
                  <c:v>0.93449868887</c:v>
                </c:pt>
                <c:pt idx="132">
                  <c:v>0.93579244823</c:v>
                </c:pt>
                <c:pt idx="133">
                  <c:v>0.93709717505</c:v>
                </c:pt>
                <c:pt idx="134">
                  <c:v>0.93841279162</c:v>
                </c:pt>
                <c:pt idx="135">
                  <c:v>0.93973921815</c:v>
                </c:pt>
                <c:pt idx="136">
                  <c:v>0.94107637278</c:v>
                </c:pt>
                <c:pt idx="137">
                  <c:v>0.94242417156</c:v>
                </c:pt>
                <c:pt idx="138">
                  <c:v>0.94378252841</c:v>
                </c:pt>
                <c:pt idx="139">
                  <c:v>0.94515135508</c:v>
                </c:pt>
                <c:pt idx="140">
                  <c:v>0.94653056116</c:v>
                </c:pt>
                <c:pt idx="141">
                  <c:v>0.94792005401</c:v>
                </c:pt>
                <c:pt idx="142">
                  <c:v>0.94931973876</c:v>
                </c:pt>
                <c:pt idx="143">
                  <c:v>0.95072951828</c:v>
                </c:pt>
                <c:pt idx="144">
                  <c:v>0.95214929314</c:v>
                </c:pt>
                <c:pt idx="145">
                  <c:v>0.95357896162</c:v>
                </c:pt>
                <c:pt idx="146">
                  <c:v>0.95501841963</c:v>
                </c:pt>
                <c:pt idx="147">
                  <c:v>0.95646756072</c:v>
                </c:pt>
                <c:pt idx="148">
                  <c:v>0.95792627605</c:v>
                </c:pt>
                <c:pt idx="149">
                  <c:v>0.95939445436</c:v>
                </c:pt>
                <c:pt idx="150">
                  <c:v>0.96087198194</c:v>
                </c:pt>
                <c:pt idx="151">
                  <c:v>0.96235874262</c:v>
                </c:pt>
                <c:pt idx="152">
                  <c:v>0.96385461774</c:v>
                </c:pt>
                <c:pt idx="153">
                  <c:v>0.9653594861</c:v>
                </c:pt>
                <c:pt idx="154">
                  <c:v>0.96687322397</c:v>
                </c:pt>
                <c:pt idx="155">
                  <c:v>0.96839570507</c:v>
                </c:pt>
                <c:pt idx="156">
                  <c:v>0.9699268005</c:v>
                </c:pt>
                <c:pt idx="157">
                  <c:v>0.97146637878</c:v>
                </c:pt>
                <c:pt idx="158">
                  <c:v>0.97301430578</c:v>
                </c:pt>
                <c:pt idx="159">
                  <c:v>0.97457044472</c:v>
                </c:pt>
                <c:pt idx="160">
                  <c:v>0.97613465614</c:v>
                </c:pt>
                <c:pt idx="161">
                  <c:v>0.97770679789</c:v>
                </c:pt>
                <c:pt idx="162">
                  <c:v>0.97928672511</c:v>
                </c:pt>
                <c:pt idx="163">
                  <c:v>0.98087429018</c:v>
                </c:pt>
                <c:pt idx="164">
                  <c:v>0.98246934276</c:v>
                </c:pt>
                <c:pt idx="165">
                  <c:v>0.98407172972</c:v>
                </c:pt>
                <c:pt idx="166">
                  <c:v>0.98568129514</c:v>
                </c:pt>
                <c:pt idx="167">
                  <c:v>0.98729788031</c:v>
                </c:pt>
                <c:pt idx="168">
                  <c:v>0.98892132368</c:v>
                </c:pt>
                <c:pt idx="169">
                  <c:v>0.99055146089</c:v>
                </c:pt>
                <c:pt idx="170">
                  <c:v>0.9921881247</c:v>
                </c:pt>
                <c:pt idx="171">
                  <c:v>0.99383114505</c:v>
                </c:pt>
                <c:pt idx="172">
                  <c:v>0.99548034898</c:v>
                </c:pt>
                <c:pt idx="173">
                  <c:v>0.99713556064</c:v>
                </c:pt>
                <c:pt idx="174">
                  <c:v>0.99879660131</c:v>
                </c:pt>
                <c:pt idx="175">
                  <c:v>1.0004632894</c:v>
                </c:pt>
                <c:pt idx="176">
                  <c:v>1.0021354402</c:v>
                </c:pt>
                <c:pt idx="177">
                  <c:v>1.0038128665</c:v>
                </c:pt>
                <c:pt idx="178">
                  <c:v>1.0054953777</c:v>
                </c:pt>
                <c:pt idx="179">
                  <c:v>1.0071827806</c:v>
                </c:pt>
                <c:pt idx="180">
                  <c:v>1.008874879</c:v>
                </c:pt>
                <c:pt idx="181">
                  <c:v>1.0105714736</c:v>
                </c:pt>
                <c:pt idx="182">
                  <c:v>1.0122723624</c:v>
                </c:pt>
                <c:pt idx="183">
                  <c:v>1.0139773403</c:v>
                </c:pt>
                <c:pt idx="184">
                  <c:v>1.0156861994</c:v>
                </c:pt>
                <c:pt idx="185">
                  <c:v>1.0173987289</c:v>
                </c:pt>
                <c:pt idx="186">
                  <c:v>1.0191147148</c:v>
                </c:pt>
                <c:pt idx="187">
                  <c:v>1.0208339405</c:v>
                </c:pt>
                <c:pt idx="188">
                  <c:v>1.0225561864</c:v>
                </c:pt>
                <c:pt idx="189">
                  <c:v>1.02428123</c:v>
                </c:pt>
                <c:pt idx="190">
                  <c:v>1.0260088458</c:v>
                </c:pt>
                <c:pt idx="191">
                  <c:v>1.0277388056</c:v>
                </c:pt>
                <c:pt idx="192">
                  <c:v>1.0294708783</c:v>
                </c:pt>
                <c:pt idx="193">
                  <c:v>1.03120483</c:v>
                </c:pt>
                <c:pt idx="194">
                  <c:v>1.0329404238</c:v>
                </c:pt>
                <c:pt idx="195">
                  <c:v>1.0346774202</c:v>
                </c:pt>
                <c:pt idx="196">
                  <c:v>1.0364155769</c:v>
                </c:pt>
                <c:pt idx="197">
                  <c:v>1.0381546487</c:v>
                </c:pt>
                <c:pt idx="198">
                  <c:v>1.0398943878</c:v>
                </c:pt>
                <c:pt idx="199">
                  <c:v>1.0416345436</c:v>
                </c:pt>
                <c:pt idx="200">
                  <c:v>1.0433748631</c:v>
                </c:pt>
                <c:pt idx="201">
                  <c:v>1.0451150902</c:v>
                </c:pt>
                <c:pt idx="202">
                  <c:v>1.0468549667</c:v>
                </c:pt>
                <c:pt idx="203">
                  <c:v>1.0485942314</c:v>
                </c:pt>
                <c:pt idx="204">
                  <c:v>1.0503326209</c:v>
                </c:pt>
                <c:pt idx="205">
                  <c:v>1.052069869</c:v>
                </c:pt>
                <c:pt idx="206">
                  <c:v>1.0538057074</c:v>
                </c:pt>
                <c:pt idx="207">
                  <c:v>1.0555398651</c:v>
                </c:pt>
                <c:pt idx="208">
                  <c:v>1.0572720688</c:v>
                </c:pt>
                <c:pt idx="209">
                  <c:v>1.059002043</c:v>
                </c:pt>
                <c:pt idx="210">
                  <c:v>1.0607295099</c:v>
                </c:pt>
                <c:pt idx="211">
                  <c:v>1.0624541894</c:v>
                </c:pt>
                <c:pt idx="212">
                  <c:v>1.0641757994</c:v>
                </c:pt>
                <c:pt idx="213">
                  <c:v>1.0658940555</c:v>
                </c:pt>
                <c:pt idx="214">
                  <c:v>1.0676086715</c:v>
                </c:pt>
                <c:pt idx="215">
                  <c:v>1.0693193591</c:v>
                </c:pt>
                <c:pt idx="216">
                  <c:v>1.0710258281</c:v>
                </c:pt>
                <c:pt idx="217">
                  <c:v>1.0727277864</c:v>
                </c:pt>
                <c:pt idx="218">
                  <c:v>1.0744249403</c:v>
                </c:pt>
                <c:pt idx="219">
                  <c:v>1.0761169942</c:v>
                </c:pt>
                <c:pt idx="220">
                  <c:v>1.077803651</c:v>
                </c:pt>
                <c:pt idx="221">
                  <c:v>1.079484612</c:v>
                </c:pt>
                <c:pt idx="222">
                  <c:v>1.0811595771</c:v>
                </c:pt>
                <c:pt idx="223">
                  <c:v>1.0828282447</c:v>
                </c:pt>
                <c:pt idx="224">
                  <c:v>1.0844903118</c:v>
                </c:pt>
                <c:pt idx="225">
                  <c:v>1.0861454745</c:v>
                </c:pt>
                <c:pt idx="226">
                  <c:v>1.0877934275</c:v>
                </c:pt>
                <c:pt idx="227">
                  <c:v>1.0894338644</c:v>
                </c:pt>
                <c:pt idx="228">
                  <c:v>1.0910664781</c:v>
                </c:pt>
                <c:pt idx="229">
                  <c:v>1.0926909605</c:v>
                </c:pt>
                <c:pt idx="230">
                  <c:v>1.0943070026</c:v>
                </c:pt>
                <c:pt idx="231">
                  <c:v>1.0959142949</c:v>
                </c:pt>
                <c:pt idx="232">
                  <c:v>1.0975125274</c:v>
                </c:pt>
                <c:pt idx="233">
                  <c:v>1.0991013894</c:v>
                </c:pt>
                <c:pt idx="234">
                  <c:v>1.1006805699</c:v>
                </c:pt>
                <c:pt idx="235">
                  <c:v>1.1022497578</c:v>
                </c:pt>
                <c:pt idx="236">
                  <c:v>1.1038086417</c:v>
                </c:pt>
                <c:pt idx="237">
                  <c:v>1.1053569102</c:v>
                </c:pt>
                <c:pt idx="238">
                  <c:v>1.1068942521</c:v>
                </c:pt>
                <c:pt idx="239">
                  <c:v>1.1084203561</c:v>
                </c:pt>
                <c:pt idx="240">
                  <c:v>1.1099349114</c:v>
                </c:pt>
                <c:pt idx="241">
                  <c:v>1.1114376077</c:v>
                </c:pt>
                <c:pt idx="242">
                  <c:v>1.112928135</c:v>
                </c:pt>
                <c:pt idx="243">
                  <c:v>1.1144061842</c:v>
                </c:pt>
                <c:pt idx="244">
                  <c:v>1.1158714468</c:v>
                </c:pt>
                <c:pt idx="245">
                  <c:v>1.1173236152</c:v>
                </c:pt>
                <c:pt idx="246">
                  <c:v>1.1187623831</c:v>
                </c:pt>
                <c:pt idx="247">
                  <c:v>1.120187445</c:v>
                </c:pt>
                <c:pt idx="248">
                  <c:v>1.121598497</c:v>
                </c:pt>
                <c:pt idx="249">
                  <c:v>1.1229952362</c:v>
                </c:pt>
                <c:pt idx="250">
                  <c:v>1.1243773618</c:v>
                </c:pt>
                <c:pt idx="251">
                  <c:v>1.1257445741</c:v>
                </c:pt>
                <c:pt idx="252">
                  <c:v>1.1270965756</c:v>
                </c:pt>
                <c:pt idx="253">
                  <c:v>1.1284330707</c:v>
                </c:pt>
                <c:pt idx="254">
                  <c:v>1.1297537655</c:v>
                </c:pt>
                <c:pt idx="255">
                  <c:v>1.1310583688</c:v>
                </c:pt>
                <c:pt idx="256">
                  <c:v>1.1323465914</c:v>
                </c:pt>
                <c:pt idx="257">
                  <c:v>1.1336181468</c:v>
                </c:pt>
                <c:pt idx="258">
                  <c:v>1.1348727508</c:v>
                </c:pt>
                <c:pt idx="259">
                  <c:v>1.1361101221</c:v>
                </c:pt>
                <c:pt idx="260">
                  <c:v>1.1373299825</c:v>
                </c:pt>
                <c:pt idx="261">
                  <c:v>1.1385320564</c:v>
                </c:pt>
                <c:pt idx="262">
                  <c:v>1.1397160716</c:v>
                </c:pt>
                <c:pt idx="263">
                  <c:v>1.140881759</c:v>
                </c:pt>
                <c:pt idx="264">
                  <c:v>1.1420288532</c:v>
                </c:pt>
                <c:pt idx="265">
                  <c:v>1.1431570921</c:v>
                </c:pt>
                <c:pt idx="266">
                  <c:v>1.1442662172</c:v>
                </c:pt>
                <c:pt idx="267">
                  <c:v>1.145355974</c:v>
                </c:pt>
                <c:pt idx="268">
                  <c:v>1.1464261119</c:v>
                </c:pt>
                <c:pt idx="269">
                  <c:v>1.1474763844</c:v>
                </c:pt>
                <c:pt idx="270">
                  <c:v>1.148506549</c:v>
                </c:pt>
                <c:pt idx="271">
                  <c:v>1.1495163678</c:v>
                </c:pt>
                <c:pt idx="272">
                  <c:v>1.1505056071</c:v>
                </c:pt>
                <c:pt idx="273">
                  <c:v>1.1514740379</c:v>
                </c:pt>
                <c:pt idx="274">
                  <c:v>1.152421436</c:v>
                </c:pt>
                <c:pt idx="275">
                  <c:v>1.1533475818</c:v>
                </c:pt>
                <c:pt idx="276">
                  <c:v>1.1542522607</c:v>
                </c:pt>
                <c:pt idx="277">
                  <c:v>1.1551352633</c:v>
                </c:pt>
                <c:pt idx="278">
                  <c:v>1.1559963853</c:v>
                </c:pt>
                <c:pt idx="279">
                  <c:v>1.1568354277</c:v>
                </c:pt>
                <c:pt idx="280">
                  <c:v>1.1576521968</c:v>
                </c:pt>
                <c:pt idx="281">
                  <c:v>1.1584465044</c:v>
                </c:pt>
                <c:pt idx="282">
                  <c:v>1.1592181682</c:v>
                </c:pt>
                <c:pt idx="283">
                  <c:v>1.1599670113</c:v>
                </c:pt>
                <c:pt idx="284">
                  <c:v>1.1606928627</c:v>
                </c:pt>
                <c:pt idx="285">
                  <c:v>1.1613955575</c:v>
                </c:pt>
                <c:pt idx="286">
                  <c:v>1.1620749367</c:v>
                </c:pt>
                <c:pt idx="287">
                  <c:v>1.1627308472</c:v>
                </c:pt>
                <c:pt idx="288">
                  <c:v>1.1633631424</c:v>
                </c:pt>
                <c:pt idx="289">
                  <c:v>1.163971682</c:v>
                </c:pt>
                <c:pt idx="290">
                  <c:v>1.1645563317</c:v>
                </c:pt>
                <c:pt idx="291">
                  <c:v>1.1651169641</c:v>
                </c:pt>
                <c:pt idx="292">
                  <c:v>1.165653458</c:v>
                </c:pt>
                <c:pt idx="293">
                  <c:v>1.166165699</c:v>
                </c:pt>
                <c:pt idx="294">
                  <c:v>1.1666535792</c:v>
                </c:pt>
                <c:pt idx="295">
                  <c:v>1.1671169976</c:v>
                </c:pt>
                <c:pt idx="296">
                  <c:v>1.1675558598</c:v>
                </c:pt>
                <c:pt idx="297">
                  <c:v>1.1679700784</c:v>
                </c:pt>
                <c:pt idx="298">
                  <c:v>1.1683595728</c:v>
                </c:pt>
                <c:pt idx="299">
                  <c:v>1.1687242696</c:v>
                </c:pt>
                <c:pt idx="300">
                  <c:v>1.169064102</c:v>
                </c:pt>
                <c:pt idx="301">
                  <c:v>1.1693790105</c:v>
                </c:pt>
                <c:pt idx="302">
                  <c:v>1.1696689427</c:v>
                </c:pt>
                <c:pt idx="303">
                  <c:v>1.1699338532</c:v>
                </c:pt>
                <c:pt idx="304">
                  <c:v>1.1701737038</c:v>
                </c:pt>
                <c:pt idx="305">
                  <c:v>1.1703884633</c:v>
                </c:pt>
                <c:pt idx="306">
                  <c:v>1.170578108</c:v>
                </c:pt>
                <c:pt idx="307">
                  <c:v>1.1707426211</c:v>
                </c:pt>
                <c:pt idx="308">
                  <c:v>1.1708819932</c:v>
                </c:pt>
                <c:pt idx="309">
                  <c:v>1.170996222</c:v>
                </c:pt>
                <c:pt idx="310">
                  <c:v>1.1710853126</c:v>
                </c:pt>
                <c:pt idx="311">
                  <c:v>1.1711492771</c:v>
                </c:pt>
                <c:pt idx="312">
                  <c:v>1.1711881349</c:v>
                </c:pt>
                <c:pt idx="313">
                  <c:v>1.1712019126</c:v>
                </c:pt>
                <c:pt idx="314">
                  <c:v>1.1711906442</c:v>
                </c:pt>
                <c:pt idx="315">
                  <c:v>1.1711543704</c:v>
                </c:pt>
                <c:pt idx="316">
                  <c:v>1.1710931396</c:v>
                </c:pt>
                <c:pt idx="317">
                  <c:v>1.1710070068</c:v>
                </c:pt>
                <c:pt idx="318">
                  <c:v>1.1708960346</c:v>
                </c:pt>
                <c:pt idx="319">
                  <c:v>1.1707602922</c:v>
                </c:pt>
                <c:pt idx="320">
                  <c:v>1.1705998561</c:v>
                </c:pt>
                <c:pt idx="321">
                  <c:v>1.1704148097</c:v>
                </c:pt>
                <c:pt idx="322">
                  <c:v>1.1702052433</c:v>
                </c:pt>
                <c:pt idx="323">
                  <c:v>1.1699712541</c:v>
                </c:pt>
                <c:pt idx="324">
                  <c:v>1.169712946</c:v>
                </c:pt>
                <c:pt idx="325">
                  <c:v>1.1694304298</c:v>
                </c:pt>
                <c:pt idx="326">
                  <c:v>1.169123823</c:v>
                </c:pt>
                <c:pt idx="327">
                  <c:v>1.1687932497</c:v>
                </c:pt>
                <c:pt idx="328">
                  <c:v>1.1684388403</c:v>
                </c:pt>
                <c:pt idx="329">
                  <c:v>1.1680607321</c:v>
                </c:pt>
                <c:pt idx="330">
                  <c:v>1.1676590686</c:v>
                </c:pt>
                <c:pt idx="331">
                  <c:v>1.1672339994</c:v>
                </c:pt>
                <c:pt idx="332">
                  <c:v>1.1667856808</c:v>
                </c:pt>
                <c:pt idx="333">
                  <c:v>1.1663142749</c:v>
                </c:pt>
                <c:pt idx="334">
                  <c:v>1.1658199498</c:v>
                </c:pt>
                <c:pt idx="335">
                  <c:v>1.1653028799</c:v>
                </c:pt>
                <c:pt idx="336">
                  <c:v>1.1647632452</c:v>
                </c:pt>
                <c:pt idx="337">
                  <c:v>1.1642012314</c:v>
                </c:pt>
                <c:pt idx="338">
                  <c:v>1.1636170302</c:v>
                </c:pt>
                <c:pt idx="339">
                  <c:v>1.1630108384</c:v>
                </c:pt>
                <c:pt idx="340">
                  <c:v>1.1623828586</c:v>
                </c:pt>
                <c:pt idx="341">
                  <c:v>1.1617332986</c:v>
                </c:pt>
                <c:pt idx="342">
                  <c:v>1.1610623713</c:v>
                </c:pt>
                <c:pt idx="343">
                  <c:v>1.160370295</c:v>
                </c:pt>
                <c:pt idx="344">
                  <c:v>1.1596572926</c:v>
                </c:pt>
                <c:pt idx="345">
                  <c:v>1.1589235923</c:v>
                </c:pt>
                <c:pt idx="346">
                  <c:v>1.1581694266</c:v>
                </c:pt>
                <c:pt idx="347">
                  <c:v>1.157395033</c:v>
                </c:pt>
                <c:pt idx="348">
                  <c:v>1.1566006532</c:v>
                </c:pt>
                <c:pt idx="349">
                  <c:v>1.1557865334</c:v>
                </c:pt>
                <c:pt idx="350">
                  <c:v>1.1549529242</c:v>
                </c:pt>
                <c:pt idx="351">
                  <c:v>1.1541000801</c:v>
                </c:pt>
                <c:pt idx="352">
                  <c:v>1.1532282595</c:v>
                </c:pt>
                <c:pt idx="353">
                  <c:v>1.152337725</c:v>
                </c:pt>
                <c:pt idx="354">
                  <c:v>1.1514287426</c:v>
                </c:pt>
                <c:pt idx="355">
                  <c:v>1.150501582</c:v>
                </c:pt>
                <c:pt idx="356">
                  <c:v>1.1495565163</c:v>
                </c:pt>
                <c:pt idx="357">
                  <c:v>1.1485938222</c:v>
                </c:pt>
                <c:pt idx="358">
                  <c:v>1.1476137791</c:v>
                </c:pt>
                <c:pt idx="359">
                  <c:v>1.14661667</c:v>
                </c:pt>
                <c:pt idx="360">
                  <c:v>1.1456027802</c:v>
                </c:pt>
                <c:pt idx="361">
                  <c:v>1.1445723984</c:v>
                </c:pt>
                <c:pt idx="362">
                  <c:v>1.1435258156</c:v>
                </c:pt>
                <c:pt idx="363">
                  <c:v>1.1424633252</c:v>
                </c:pt>
                <c:pt idx="364">
                  <c:v>1.1413852234</c:v>
                </c:pt>
                <c:pt idx="365">
                  <c:v>1.1402918082</c:v>
                </c:pt>
                <c:pt idx="366">
                  <c:v>1.1391833801</c:v>
                </c:pt>
                <c:pt idx="367">
                  <c:v>1.1380602411</c:v>
                </c:pt>
                <c:pt idx="368">
                  <c:v>1.1369226956</c:v>
                </c:pt>
                <c:pt idx="369">
                  <c:v>1.1357710493</c:v>
                </c:pt>
                <c:pt idx="370">
                  <c:v>1.1346056096</c:v>
                </c:pt>
                <c:pt idx="371">
                  <c:v>1.1334266853</c:v>
                </c:pt>
                <c:pt idx="372">
                  <c:v>1.1322345868</c:v>
                </c:pt>
                <c:pt idx="373">
                  <c:v>1.1310296252</c:v>
                </c:pt>
                <c:pt idx="374">
                  <c:v>1.1298121132</c:v>
                </c:pt>
                <c:pt idx="375">
                  <c:v>1.128582364</c:v>
                </c:pt>
                <c:pt idx="376">
                  <c:v>1.1273406918</c:v>
                </c:pt>
                <c:pt idx="377">
                  <c:v>1.1260874115</c:v>
                </c:pt>
                <c:pt idx="378">
                  <c:v>1.1248228386</c:v>
                </c:pt>
                <c:pt idx="379">
                  <c:v>1.1235472889</c:v>
                </c:pt>
                <c:pt idx="380">
                  <c:v>1.1222610787</c:v>
                </c:pt>
                <c:pt idx="381">
                  <c:v>1.1209645244</c:v>
                </c:pt>
                <c:pt idx="382">
                  <c:v>1.1196579426</c:v>
                </c:pt>
                <c:pt idx="383">
                  <c:v>1.1183416497</c:v>
                </c:pt>
                <c:pt idx="384">
                  <c:v>1.1170159623</c:v>
                </c:pt>
                <c:pt idx="385">
                  <c:v>1.1156811963</c:v>
                </c:pt>
                <c:pt idx="386">
                  <c:v>1.1143376676</c:v>
                </c:pt>
                <c:pt idx="387">
                  <c:v>1.1129856917</c:v>
                </c:pt>
                <c:pt idx="388">
                  <c:v>1.1116255832</c:v>
                </c:pt>
                <c:pt idx="389">
                  <c:v>1.1102576564</c:v>
                </c:pt>
                <c:pt idx="390">
                  <c:v>1.1088822247</c:v>
                </c:pt>
                <c:pt idx="391">
                  <c:v>1.1074996005</c:v>
                </c:pt>
                <c:pt idx="392">
                  <c:v>1.1061100955</c:v>
                </c:pt>
                <c:pt idx="393">
                  <c:v>1.1047140202</c:v>
                </c:pt>
                <c:pt idx="394">
                  <c:v>1.1033116841</c:v>
                </c:pt>
                <c:pt idx="395">
                  <c:v>1.1019033952</c:v>
                </c:pt>
                <c:pt idx="396">
                  <c:v>1.1004894606</c:v>
                </c:pt>
                <c:pt idx="397">
                  <c:v>1.0990701857</c:v>
                </c:pt>
                <c:pt idx="398">
                  <c:v>1.0976458744</c:v>
                </c:pt>
                <c:pt idx="399">
                  <c:v>1.0962168293</c:v>
                </c:pt>
                <c:pt idx="400">
                  <c:v>1.0947833512</c:v>
                </c:pt>
                <c:pt idx="401">
                  <c:v>1.0933457392</c:v>
                </c:pt>
                <c:pt idx="402">
                  <c:v>1.0919042905</c:v>
                </c:pt>
                <c:pt idx="403">
                  <c:v>1.0904593008</c:v>
                </c:pt>
                <c:pt idx="404">
                  <c:v>1.0890110634</c:v>
                </c:pt>
                <c:pt idx="405">
                  <c:v>1.0875598701</c:v>
                </c:pt>
                <c:pt idx="406">
                  <c:v>1.0861060102</c:v>
                </c:pt>
                <c:pt idx="407">
                  <c:v>1.0846497713</c:v>
                </c:pt>
                <c:pt idx="408">
                  <c:v>1.0831914384</c:v>
                </c:pt>
                <c:pt idx="409">
                  <c:v>1.0817312947</c:v>
                </c:pt>
                <c:pt idx="410">
                  <c:v>1.0802696208</c:v>
                </c:pt>
                <c:pt idx="411">
                  <c:v>1.0788066951</c:v>
                </c:pt>
                <c:pt idx="412">
                  <c:v>1.0773427936</c:v>
                </c:pt>
                <c:pt idx="413">
                  <c:v>1.0758781897</c:v>
                </c:pt>
                <c:pt idx="414">
                  <c:v>1.0744131546</c:v>
                </c:pt>
                <c:pt idx="415">
                  <c:v>1.0729479568</c:v>
                </c:pt>
                <c:pt idx="416">
                  <c:v>1.0714828623</c:v>
                </c:pt>
                <c:pt idx="417">
                  <c:v>1.0700181343</c:v>
                </c:pt>
                <c:pt idx="418">
                  <c:v>1.0685540336</c:v>
                </c:pt>
                <c:pt idx="419">
                  <c:v>1.0670908183</c:v>
                </c:pt>
                <c:pt idx="420">
                  <c:v>1.0656287436</c:v>
                </c:pt>
                <c:pt idx="421">
                  <c:v>1.064168062</c:v>
                </c:pt>
                <c:pt idx="422">
                  <c:v>1.0627090234</c:v>
                </c:pt>
                <c:pt idx="423">
                  <c:v>1.0612518747</c:v>
                </c:pt>
                <c:pt idx="424">
                  <c:v>1.05979686</c:v>
                </c:pt>
                <c:pt idx="425">
                  <c:v>1.0583442207</c:v>
                </c:pt>
                <c:pt idx="426">
                  <c:v>1.056894195</c:v>
                </c:pt>
                <c:pt idx="427">
                  <c:v>1.0554470186</c:v>
                </c:pt>
                <c:pt idx="428">
                  <c:v>1.0540029239</c:v>
                </c:pt>
                <c:pt idx="429">
                  <c:v>1.0525621407</c:v>
                </c:pt>
                <c:pt idx="430">
                  <c:v>1.0511248956</c:v>
                </c:pt>
                <c:pt idx="431">
                  <c:v>1.0496914123</c:v>
                </c:pt>
                <c:pt idx="432">
                  <c:v>1.0482619116</c:v>
                </c:pt>
                <c:pt idx="433">
                  <c:v>1.0468366113</c:v>
                </c:pt>
                <c:pt idx="434">
                  <c:v>1.0454157261</c:v>
                </c:pt>
                <c:pt idx="435">
                  <c:v>1.0439994678</c:v>
                </c:pt>
                <c:pt idx="436">
                  <c:v>1.0425880451</c:v>
                </c:pt>
                <c:pt idx="437">
                  <c:v>1.0411816637</c:v>
                </c:pt>
                <c:pt idx="438">
                  <c:v>1.0397805264</c:v>
                </c:pt>
                <c:pt idx="439">
                  <c:v>1.0383848328</c:v>
                </c:pt>
                <c:pt idx="440">
                  <c:v>1.0369947797</c:v>
                </c:pt>
                <c:pt idx="441">
                  <c:v>1.0356105607</c:v>
                </c:pt>
                <c:pt idx="442">
                  <c:v>1.0342323664</c:v>
                </c:pt>
                <c:pt idx="443">
                  <c:v>1.0328603844</c:v>
                </c:pt>
                <c:pt idx="444">
                  <c:v>1.0314947993</c:v>
                </c:pt>
                <c:pt idx="445">
                  <c:v>1.0301357928</c:v>
                </c:pt>
                <c:pt idx="446">
                  <c:v>1.0287835434</c:v>
                </c:pt>
                <c:pt idx="447">
                  <c:v>1.0274382267</c:v>
                </c:pt>
                <c:pt idx="448">
                  <c:v>1.0261000154</c:v>
                </c:pt>
                <c:pt idx="449">
                  <c:v>1.0247690791</c:v>
                </c:pt>
                <c:pt idx="450">
                  <c:v>1.0234455844</c:v>
                </c:pt>
                <c:pt idx="451">
                  <c:v>1.0221296952</c:v>
                </c:pt>
                <c:pt idx="452">
                  <c:v>1.0208215722</c:v>
                </c:pt>
                <c:pt idx="453">
                  <c:v>1.0195213732</c:v>
                </c:pt>
                <c:pt idx="454">
                  <c:v>1.0182292532</c:v>
                </c:pt>
                <c:pt idx="455">
                  <c:v>1.0169453643</c:v>
                </c:pt>
                <c:pt idx="456">
                  <c:v>1.0156698556</c:v>
                </c:pt>
                <c:pt idx="457">
                  <c:v>1.0144028733</c:v>
                </c:pt>
                <c:pt idx="458">
                  <c:v>1.013144561</c:v>
                </c:pt>
                <c:pt idx="459">
                  <c:v>1.0118950592</c:v>
                </c:pt>
                <c:pt idx="460">
                  <c:v>1.0106545057</c:v>
                </c:pt>
                <c:pt idx="461">
                  <c:v>1.0094230355</c:v>
                </c:pt>
                <c:pt idx="462">
                  <c:v>1.0082007807</c:v>
                </c:pt>
                <c:pt idx="463">
                  <c:v>1.0069878709</c:v>
                </c:pt>
                <c:pt idx="464">
                  <c:v>1.0057844327</c:v>
                </c:pt>
                <c:pt idx="465">
                  <c:v>1.0045905901</c:v>
                </c:pt>
                <c:pt idx="466">
                  <c:v>1.0034064644</c:v>
                </c:pt>
                <c:pt idx="467">
                  <c:v>1.0022321741</c:v>
                </c:pt>
                <c:pt idx="468">
                  <c:v>1.0010678352</c:v>
                </c:pt>
                <c:pt idx="469">
                  <c:v>0.99991356104</c:v>
                </c:pt>
                <c:pt idx="470">
                  <c:v>0.99876946222</c:v>
                </c:pt>
                <c:pt idx="471">
                  <c:v>0.99763564686</c:v>
                </c:pt>
                <c:pt idx="472">
                  <c:v>0.99651222047</c:v>
                </c:pt>
                <c:pt idx="473">
                  <c:v>0.99539928602</c:v>
                </c:pt>
                <c:pt idx="474">
                  <c:v>0.99429694396</c:v>
                </c:pt>
                <c:pt idx="475">
                  <c:v>0.99320529223</c:v>
                </c:pt>
                <c:pt idx="476">
                  <c:v>0.99212442629</c:v>
                </c:pt>
                <c:pt idx="477">
                  <c:v>0.99105443914</c:v>
                </c:pt>
                <c:pt idx="478">
                  <c:v>0.98999542137</c:v>
                </c:pt>
                <c:pt idx="479">
                  <c:v>0.98894746113</c:v>
                </c:pt>
                <c:pt idx="480">
                  <c:v>0.98791064421</c:v>
                </c:pt>
                <c:pt idx="481">
                  <c:v>0.98688505402</c:v>
                </c:pt>
                <c:pt idx="482">
                  <c:v>0.98587077165</c:v>
                </c:pt>
                <c:pt idx="483">
                  <c:v>0.98486787587</c:v>
                </c:pt>
                <c:pt idx="484">
                  <c:v>0.98387644315</c:v>
                </c:pt>
                <c:pt idx="485">
                  <c:v>0.98289654771</c:v>
                </c:pt>
                <c:pt idx="486">
                  <c:v>0.98192826151</c:v>
                </c:pt>
                <c:pt idx="487">
                  <c:v>0.98097165431</c:v>
                </c:pt>
                <c:pt idx="488">
                  <c:v>0.98002679365</c:v>
                </c:pt>
                <c:pt idx="489">
                  <c:v>0.97909374492</c:v>
                </c:pt>
                <c:pt idx="490">
                  <c:v>0.97817257136</c:v>
                </c:pt>
                <c:pt idx="491">
                  <c:v>0.97726333406</c:v>
                </c:pt>
                <c:pt idx="492">
                  <c:v>0.97636609203</c:v>
                </c:pt>
                <c:pt idx="493">
                  <c:v>0.9754809022</c:v>
                </c:pt>
                <c:pt idx="494">
                  <c:v>0.97460781943</c:v>
                </c:pt>
                <c:pt idx="495">
                  <c:v>0.97374689656</c:v>
                </c:pt>
                <c:pt idx="496">
                  <c:v>0.9728981844</c:v>
                </c:pt>
                <c:pt idx="497">
                  <c:v>0.97206173179</c:v>
                </c:pt>
                <c:pt idx="498">
                  <c:v>0.97123758558</c:v>
                </c:pt>
                <c:pt idx="499">
                  <c:v>0.97042579071</c:v>
                </c:pt>
                <c:pt idx="500">
                  <c:v>0.96962639015</c:v>
                </c:pt>
                <c:pt idx="501">
                  <c:v>0.96883942501</c:v>
                </c:pt>
                <c:pt idx="502">
                  <c:v>0.96806493448</c:v>
                </c:pt>
                <c:pt idx="503">
                  <c:v>0.96730295591</c:v>
                </c:pt>
                <c:pt idx="504">
                  <c:v>0.96655352482</c:v>
                </c:pt>
                <c:pt idx="505">
                  <c:v>0.96581667488</c:v>
                </c:pt>
                <c:pt idx="506">
                  <c:v>0.96509243799</c:v>
                </c:pt>
                <c:pt idx="507">
                  <c:v>0.96438084425</c:v>
                </c:pt>
                <c:pt idx="508">
                  <c:v>0.963681922</c:v>
                </c:pt>
                <c:pt idx="509">
                  <c:v>0.96299569785</c:v>
                </c:pt>
                <c:pt idx="510">
                  <c:v>0.96232219669</c:v>
                </c:pt>
                <c:pt idx="511">
                  <c:v>0.96166144168</c:v>
                </c:pt>
                <c:pt idx="512">
                  <c:v>0.96101345432</c:v>
                </c:pt>
                <c:pt idx="513">
                  <c:v>0.96037825443</c:v>
                </c:pt>
                <c:pt idx="514">
                  <c:v>0.9597558602</c:v>
                </c:pt>
                <c:pt idx="515">
                  <c:v>0.95914628815</c:v>
                </c:pt>
                <c:pt idx="516">
                  <c:v>0.95854955321</c:v>
                </c:pt>
                <c:pt idx="517">
                  <c:v>0.95796566871</c:v>
                </c:pt>
                <c:pt idx="518">
                  <c:v>0.9573946464</c:v>
                </c:pt>
                <c:pt idx="519">
                  <c:v>0.95683649644</c:v>
                </c:pt>
                <c:pt idx="520">
                  <c:v>0.95629122746</c:v>
                </c:pt>
                <c:pt idx="521">
                  <c:v>0.95575884656</c:v>
                </c:pt>
                <c:pt idx="522">
                  <c:v>0.9552393593</c:v>
                </c:pt>
                <c:pt idx="523">
                  <c:v>0.95473276975</c:v>
                </c:pt>
                <c:pt idx="524">
                  <c:v>0.95423908047</c:v>
                </c:pt>
                <c:pt idx="525">
                  <c:v>0.95375829255</c:v>
                </c:pt>
                <c:pt idx="526">
                  <c:v>0.95329040563</c:v>
                </c:pt>
                <c:pt idx="527">
                  <c:v>0.95283541788</c:v>
                </c:pt>
                <c:pt idx="528">
                  <c:v>0.95239332604</c:v>
                </c:pt>
                <c:pt idx="529">
                  <c:v>0.95196412543</c:v>
                </c:pt>
                <c:pt idx="530">
                  <c:v>0.95154780993</c:v>
                </c:pt>
                <c:pt idx="531">
                  <c:v>0.95114437206</c:v>
                </c:pt>
                <c:pt idx="532">
                  <c:v>0.95075380291</c:v>
                </c:pt>
                <c:pt idx="533">
                  <c:v>0.95037609221</c:v>
                </c:pt>
                <c:pt idx="534">
                  <c:v>0.95001122834</c:v>
                </c:pt>
                <c:pt idx="535">
                  <c:v>0.94965919828</c:v>
                </c:pt>
                <c:pt idx="536">
                  <c:v>0.94931998769</c:v>
                </c:pt>
                <c:pt idx="537">
                  <c:v>0.94899358088</c:v>
                </c:pt>
                <c:pt idx="538">
                  <c:v>0.94867996086</c:v>
                </c:pt>
                <c:pt idx="539">
                  <c:v>0.94837910927</c:v>
                </c:pt>
                <c:pt idx="540">
                  <c:v>0.94809100649</c:v>
                </c:pt>
                <c:pt idx="541">
                  <c:v>0.94781563156</c:v>
                </c:pt>
                <c:pt idx="542">
                  <c:v>0.94755296225</c:v>
                </c:pt>
                <c:pt idx="543">
                  <c:v>0.94730297503</c:v>
                </c:pt>
                <c:pt idx="544">
                  <c:v>0.94706564509</c:v>
                </c:pt>
                <c:pt idx="545">
                  <c:v>0.94684094636</c:v>
                </c:pt>
                <c:pt idx="546">
                  <c:v>0.94662885149</c:v>
                </c:pt>
                <c:pt idx="547">
                  <c:v>0.94642933189</c:v>
                </c:pt>
                <c:pt idx="548">
                  <c:v>0.9462423577</c:v>
                </c:pt>
                <c:pt idx="549">
                  <c:v>0.94606789781</c:v>
                </c:pt>
                <c:pt idx="550">
                  <c:v>0.94590591989</c:v>
                </c:pt>
                <c:pt idx="551">
                  <c:v>0.94575639035</c:v>
                </c:pt>
                <c:pt idx="552">
                  <c:v>0.94561927439</c:v>
                </c:pt>
                <c:pt idx="553">
                  <c:v>0.94549453597</c:v>
                </c:pt>
                <c:pt idx="554">
                  <c:v>0.94538213782</c:v>
                </c:pt>
                <c:pt idx="555">
                  <c:v>0.94528204148</c:v>
                </c:pt>
                <c:pt idx="556">
                  <c:v>0.94519420724</c:v>
                </c:pt>
                <c:pt idx="557">
                  <c:v>0.9451185942</c:v>
                </c:pt>
                <c:pt idx="558">
                  <c:v>0.94505516025</c:v>
                </c:pt>
                <c:pt idx="559">
                  <c:v>0.94500386208</c:v>
                </c:pt>
                <c:pt idx="560">
                  <c:v>0.94496465516</c:v>
                </c:pt>
                <c:pt idx="561">
                  <c:v>0.94493749377</c:v>
                </c:pt>
                <c:pt idx="562">
                  <c:v>0.944922331</c:v>
                </c:pt>
                <c:pt idx="563">
                  <c:v>0.94491911874</c:v>
                </c:pt>
                <c:pt idx="564">
                  <c:v>0.94492780766</c:v>
                </c:pt>
                <c:pt idx="565">
                  <c:v>0.94494834729</c:v>
                </c:pt>
                <c:pt idx="566">
                  <c:v>0.94498068591</c:v>
                </c:pt>
                <c:pt idx="567">
                  <c:v>0.94502477065</c:v>
                </c:pt>
                <c:pt idx="568">
                  <c:v>0.94508054744</c:v>
                </c:pt>
                <c:pt idx="569">
                  <c:v>0.94514796102</c:v>
                </c:pt>
                <c:pt idx="570">
                  <c:v>0.94522695493</c:v>
                </c:pt>
                <c:pt idx="571">
                  <c:v>0.94531747153</c:v>
                </c:pt>
                <c:pt idx="572">
                  <c:v>0.945419452</c:v>
                </c:pt>
                <c:pt idx="573">
                  <c:v>0.94553283631</c:v>
                </c:pt>
                <c:pt idx="574">
                  <c:v>0.94565756327</c:v>
                </c:pt>
                <c:pt idx="575">
                  <c:v>0.94579357047</c:v>
                </c:pt>
                <c:pt idx="576">
                  <c:v>0.94594079433</c:v>
                </c:pt>
                <c:pt idx="577">
                  <c:v>0.94609917007</c:v>
                </c:pt>
                <c:pt idx="578">
                  <c:v>0.94626863171</c:v>
                </c:pt>
                <c:pt idx="579">
                  <c:v>0.9464491121</c:v>
                </c:pt>
                <c:pt idx="580">
                  <c:v>0.94664054287</c:v>
                </c:pt>
                <c:pt idx="581">
                  <c:v>0.94684285447</c:v>
                </c:pt>
                <c:pt idx="582">
                  <c:v>0.94705597614</c:v>
                </c:pt>
                <c:pt idx="583">
                  <c:v>0.94727983593</c:v>
                </c:pt>
                <c:pt idx="584">
                  <c:v>0.94751436069</c:v>
                </c:pt>
                <c:pt idx="585">
                  <c:v>0.94775947605</c:v>
                </c:pt>
                <c:pt idx="586">
                  <c:v>0.94801510646</c:v>
                </c:pt>
                <c:pt idx="587">
                  <c:v>0.94828117515</c:v>
                </c:pt>
                <c:pt idx="588">
                  <c:v>0.94855760414</c:v>
                </c:pt>
                <c:pt idx="589">
                  <c:v>0.94884431425</c:v>
                </c:pt>
                <c:pt idx="590">
                  <c:v>0.94914122506</c:v>
                </c:pt>
                <c:pt idx="591">
                  <c:v>0.94944825497</c:v>
                </c:pt>
                <c:pt idx="592">
                  <c:v>0.94976532115</c:v>
                </c:pt>
                <c:pt idx="593">
                  <c:v>0.95009233953</c:v>
                </c:pt>
                <c:pt idx="594">
                  <c:v>0.95042922484</c:v>
                </c:pt>
                <c:pt idx="595">
                  <c:v>0.95077589059</c:v>
                </c:pt>
                <c:pt idx="596">
                  <c:v>0.95113224906</c:v>
                </c:pt>
                <c:pt idx="597">
                  <c:v>0.95149821128</c:v>
                </c:pt>
                <c:pt idx="598">
                  <c:v>0.95187368708</c:v>
                </c:pt>
                <c:pt idx="599">
                  <c:v>0.95225858504</c:v>
                </c:pt>
                <c:pt idx="600">
                  <c:v>0.95265281252</c:v>
                </c:pt>
                <c:pt idx="601">
                  <c:v>0.95305627561</c:v>
                </c:pt>
                <c:pt idx="602">
                  <c:v>0.95346887921</c:v>
                </c:pt>
                <c:pt idx="603">
                  <c:v>0.95389052695</c:v>
                </c:pt>
                <c:pt idx="604">
                  <c:v>0.95432112121</c:v>
                </c:pt>
                <c:pt idx="605">
                  <c:v>0.95476056315</c:v>
                </c:pt>
                <c:pt idx="606">
                  <c:v>0.95520875267</c:v>
                </c:pt>
                <c:pt idx="607">
                  <c:v>0.95566558844</c:v>
                </c:pt>
                <c:pt idx="608">
                  <c:v>0.95613096786</c:v>
                </c:pt>
                <c:pt idx="609">
                  <c:v>0.95660478709</c:v>
                </c:pt>
                <c:pt idx="610">
                  <c:v>0.95708694104</c:v>
                </c:pt>
                <c:pt idx="611">
                  <c:v>0.95757732338</c:v>
                </c:pt>
                <c:pt idx="612">
                  <c:v>0.95807582651</c:v>
                </c:pt>
                <c:pt idx="613">
                  <c:v>0.9585823416</c:v>
                </c:pt>
                <c:pt idx="614">
                  <c:v>0.95909675854</c:v>
                </c:pt>
                <c:pt idx="615">
                  <c:v>0.959618966</c:v>
                </c:pt>
                <c:pt idx="616">
                  <c:v>0.96014885138</c:v>
                </c:pt>
                <c:pt idx="617">
                  <c:v>0.96068630082</c:v>
                </c:pt>
                <c:pt idx="618">
                  <c:v>0.96123119922</c:v>
                </c:pt>
                <c:pt idx="619">
                  <c:v>0.96178343025</c:v>
                </c:pt>
                <c:pt idx="620">
                  <c:v>0.9623428763</c:v>
                </c:pt>
                <c:pt idx="621">
                  <c:v>0.96290941852</c:v>
                </c:pt>
                <c:pt idx="622">
                  <c:v>0.96348293684</c:v>
                </c:pt>
                <c:pt idx="623">
                  <c:v>0.9640633099</c:v>
                </c:pt>
                <c:pt idx="624">
                  <c:v>0.96465041516</c:v>
                </c:pt>
                <c:pt idx="625">
                  <c:v>0.96524412878</c:v>
                </c:pt>
                <c:pt idx="626">
                  <c:v>0.96584432573</c:v>
                </c:pt>
                <c:pt idx="627">
                  <c:v>0.96645087973</c:v>
                </c:pt>
                <c:pt idx="628">
                  <c:v>0.96706366328</c:v>
                </c:pt>
                <c:pt idx="629">
                  <c:v>0.96768254765</c:v>
                </c:pt>
                <c:pt idx="630">
                  <c:v>0.96830740289</c:v>
                </c:pt>
                <c:pt idx="631">
                  <c:v>0.96893809784</c:v>
                </c:pt>
                <c:pt idx="632">
                  <c:v>0.96957450014</c:v>
                </c:pt>
                <c:pt idx="633">
                  <c:v>0.97021647621</c:v>
                </c:pt>
                <c:pt idx="634">
                  <c:v>0.97086389128</c:v>
                </c:pt>
                <c:pt idx="635">
                  <c:v>0.9715166094</c:v>
                </c:pt>
                <c:pt idx="636">
                  <c:v>0.97217449344</c:v>
                </c:pt>
                <c:pt idx="637">
                  <c:v>0.97283740506</c:v>
                </c:pt>
                <c:pt idx="638">
                  <c:v>0.97350520479</c:v>
                </c:pt>
                <c:pt idx="639">
                  <c:v>0.97417775198</c:v>
                </c:pt>
                <c:pt idx="640">
                  <c:v>0.97485490486</c:v>
                </c:pt>
                <c:pt idx="641">
                  <c:v>0.97553652048</c:v>
                </c:pt>
                <c:pt idx="642">
                  <c:v>0.97622245477</c:v>
                </c:pt>
                <c:pt idx="643">
                  <c:v>0.97691256258</c:v>
                </c:pt>
                <c:pt idx="644">
                  <c:v>0.97760669759</c:v>
                </c:pt>
                <c:pt idx="645">
                  <c:v>0.97830471242</c:v>
                </c:pt>
                <c:pt idx="646">
                  <c:v>0.97900645861</c:v>
                </c:pt>
                <c:pt idx="647">
                  <c:v>0.97971178661</c:v>
                </c:pt>
                <c:pt idx="648">
                  <c:v>0.98042054581</c:v>
                </c:pt>
                <c:pt idx="649">
                  <c:v>0.98113258457</c:v>
                </c:pt>
                <c:pt idx="650">
                  <c:v>0.98184775021</c:v>
                </c:pt>
                <c:pt idx="651">
                  <c:v>0.98256588904</c:v>
                </c:pt>
                <c:pt idx="652">
                  <c:v>0.98328684637</c:v>
                </c:pt>
                <c:pt idx="653">
                  <c:v>0.98401046651</c:v>
                </c:pt>
                <c:pt idx="654">
                  <c:v>0.98473659283</c:v>
                </c:pt>
                <c:pt idx="655">
                  <c:v>0.98546506773</c:v>
                </c:pt>
                <c:pt idx="656">
                  <c:v>0.98619573269</c:v>
                </c:pt>
                <c:pt idx="657">
                  <c:v>0.98692842828</c:v>
                </c:pt>
                <c:pt idx="658">
                  <c:v>0.98766299416</c:v>
                </c:pt>
                <c:pt idx="659">
                  <c:v>0.98839926915</c:v>
                </c:pt>
                <c:pt idx="660">
                  <c:v>0.98913709118</c:v>
                </c:pt>
                <c:pt idx="661">
                  <c:v>0.98987629737</c:v>
                </c:pt>
                <c:pt idx="662">
                  <c:v>0.99061672404</c:v>
                </c:pt>
                <c:pt idx="663">
                  <c:v>0.99135820671</c:v>
                </c:pt>
                <c:pt idx="664">
                  <c:v>0.99210058013</c:v>
                </c:pt>
                <c:pt idx="665">
                  <c:v>0.99284367834</c:v>
                </c:pt>
                <c:pt idx="666">
                  <c:v>0.99358733464</c:v>
                </c:pt>
                <c:pt idx="667">
                  <c:v>0.99433138166</c:v>
                </c:pt>
                <c:pt idx="668">
                  <c:v>0.99507565135</c:v>
                </c:pt>
                <c:pt idx="669">
                  <c:v>0.99581997504</c:v>
                </c:pt>
                <c:pt idx="670">
                  <c:v>0.99656418345</c:v>
                </c:pt>
                <c:pt idx="671">
                  <c:v>0.99730810671</c:v>
                </c:pt>
                <c:pt idx="672">
                  <c:v>0.99805157441</c:v>
                </c:pt>
                <c:pt idx="673">
                  <c:v>0.99879441563</c:v>
                </c:pt>
                <c:pt idx="674">
                  <c:v>0.99953645893</c:v>
                </c:pt>
                <c:pt idx="675">
                  <c:v>1.0002775324</c:v>
                </c:pt>
                <c:pt idx="676">
                  <c:v>1.0010174638</c:v>
                </c:pt>
                <c:pt idx="677">
                  <c:v>1.0017560804</c:v>
                </c:pt>
                <c:pt idx="678">
                  <c:v>1.0024932091</c:v>
                </c:pt>
                <c:pt idx="679">
                  <c:v>1.0032286765</c:v>
                </c:pt>
                <c:pt idx="680">
                  <c:v>1.0039623088</c:v>
                </c:pt>
                <c:pt idx="681">
                  <c:v>1.0046939323</c:v>
                </c:pt>
                <c:pt idx="682">
                  <c:v>1.0054233726</c:v>
                </c:pt>
                <c:pt idx="683">
                  <c:v>1.0061504554</c:v>
                </c:pt>
                <c:pt idx="684">
                  <c:v>1.0068750062</c:v>
                </c:pt>
                <c:pt idx="685">
                  <c:v>1.0075968503</c:v>
                </c:pt>
                <c:pt idx="686">
                  <c:v>1.008315813</c:v>
                </c:pt>
                <c:pt idx="687">
                  <c:v>1.0090317195</c:v>
                </c:pt>
                <c:pt idx="688">
                  <c:v>1.0097443952</c:v>
                </c:pt>
                <c:pt idx="689">
                  <c:v>1.0104536653</c:v>
                </c:pt>
                <c:pt idx="690">
                  <c:v>1.0111593552</c:v>
                </c:pt>
                <c:pt idx="691">
                  <c:v>1.0118612903</c:v>
                </c:pt>
                <c:pt idx="692">
                  <c:v>1.0125592963</c:v>
                </c:pt>
                <c:pt idx="693">
                  <c:v>1.0132531991</c:v>
                </c:pt>
                <c:pt idx="694">
                  <c:v>1.0139428248</c:v>
                </c:pt>
                <c:pt idx="695">
                  <c:v>1.0146279997</c:v>
                </c:pt>
                <c:pt idx="696">
                  <c:v>1.0153085507</c:v>
                </c:pt>
                <c:pt idx="697">
                  <c:v>1.0159843049</c:v>
                </c:pt>
                <c:pt idx="698">
                  <c:v>1.0166550897</c:v>
                </c:pt>
                <c:pt idx="699">
                  <c:v>1.0173207332</c:v>
                </c:pt>
                <c:pt idx="700">
                  <c:v>1.0179810639</c:v>
                </c:pt>
                <c:pt idx="701">
                  <c:v>1.0186359109</c:v>
                </c:pt>
                <c:pt idx="702">
                  <c:v>1.0192851039</c:v>
                </c:pt>
                <c:pt idx="703">
                  <c:v>1.0199284732</c:v>
                </c:pt>
                <c:pt idx="704">
                  <c:v>1.0205658499</c:v>
                </c:pt>
                <c:pt idx="705">
                  <c:v>1.0211970657</c:v>
                </c:pt>
                <c:pt idx="706">
                  <c:v>1.0218219532</c:v>
                </c:pt>
                <c:pt idx="707">
                  <c:v>1.0224403458</c:v>
                </c:pt>
                <c:pt idx="708">
                  <c:v>1.0230520779</c:v>
                </c:pt>
                <c:pt idx="709">
                  <c:v>1.0236569847</c:v>
                </c:pt>
                <c:pt idx="710">
                  <c:v>1.0242549025</c:v>
                </c:pt>
                <c:pt idx="711">
                  <c:v>1.0248456684</c:v>
                </c:pt>
                <c:pt idx="712">
                  <c:v>1.0254291209</c:v>
                </c:pt>
                <c:pt idx="713">
                  <c:v>1.0260050994</c:v>
                </c:pt>
                <c:pt idx="714">
                  <c:v>1.0265734446</c:v>
                </c:pt>
                <c:pt idx="715">
                  <c:v>1.0271339984</c:v>
                </c:pt>
                <c:pt idx="716">
                  <c:v>1.027686604</c:v>
                </c:pt>
                <c:pt idx="717">
                  <c:v>1.0282311058</c:v>
                </c:pt>
                <c:pt idx="718">
                  <c:v>1.0287673498</c:v>
                </c:pt>
                <c:pt idx="719">
                  <c:v>1.0292951832</c:v>
                </c:pt>
                <c:pt idx="720">
                  <c:v>1.0298144549</c:v>
                </c:pt>
                <c:pt idx="721">
                  <c:v>1.0303250152</c:v>
                </c:pt>
                <c:pt idx="722">
                  <c:v>1.0308267159</c:v>
                </c:pt>
                <c:pt idx="723">
                  <c:v>1.0313194105</c:v>
                </c:pt>
                <c:pt idx="724">
                  <c:v>1.0318029543</c:v>
                </c:pt>
                <c:pt idx="725">
                  <c:v>1.0322772041</c:v>
                </c:pt>
                <c:pt idx="726">
                  <c:v>1.0327420185</c:v>
                </c:pt>
                <c:pt idx="727">
                  <c:v>1.0331972581</c:v>
                </c:pt>
                <c:pt idx="728">
                  <c:v>1.0336427852</c:v>
                </c:pt>
                <c:pt idx="729">
                  <c:v>1.0340784641</c:v>
                </c:pt>
                <c:pt idx="730">
                  <c:v>1.0345041609</c:v>
                </c:pt>
                <c:pt idx="731">
                  <c:v>1.0349197439</c:v>
                </c:pt>
                <c:pt idx="732">
                  <c:v>1.0353250833</c:v>
                </c:pt>
                <c:pt idx="733">
                  <c:v>1.0357200514</c:v>
                </c:pt>
                <c:pt idx="734">
                  <c:v>1.0361045229</c:v>
                </c:pt>
                <c:pt idx="735">
                  <c:v>1.0364783742</c:v>
                </c:pt>
                <c:pt idx="736">
                  <c:v>1.0368414845</c:v>
                </c:pt>
                <c:pt idx="737">
                  <c:v>1.0371937347</c:v>
                </c:pt>
                <c:pt idx="738">
                  <c:v>1.0375350084</c:v>
                </c:pt>
                <c:pt idx="739">
                  <c:v>1.0378651915</c:v>
                </c:pt>
                <c:pt idx="740">
                  <c:v>1.0381841722</c:v>
                </c:pt>
                <c:pt idx="741">
                  <c:v>1.0384918411</c:v>
                </c:pt>
                <c:pt idx="742">
                  <c:v>1.0387880914</c:v>
                </c:pt>
                <c:pt idx="743">
                  <c:v>1.0390728188</c:v>
                </c:pt>
                <c:pt idx="744">
                  <c:v>1.0393459216</c:v>
                </c:pt>
                <c:pt idx="745">
                  <c:v>1.0396073004</c:v>
                </c:pt>
                <c:pt idx="746">
                  <c:v>1.0398568589</c:v>
                </c:pt>
                <c:pt idx="747">
                  <c:v>1.040094503</c:v>
                </c:pt>
                <c:pt idx="748">
                  <c:v>1.0403201416</c:v>
                </c:pt>
                <c:pt idx="749">
                  <c:v>1.0405336863</c:v>
                </c:pt>
                <c:pt idx="750">
                  <c:v>1.0407350514</c:v>
                </c:pt>
                <c:pt idx="751">
                  <c:v>1.040924154</c:v>
                </c:pt>
                <c:pt idx="752">
                  <c:v>1.041100914</c:v>
                </c:pt>
                <c:pt idx="753">
                  <c:v>1.0412652543</c:v>
                </c:pt>
                <c:pt idx="754">
                  <c:v>1.0414171005</c:v>
                </c:pt>
                <c:pt idx="755">
                  <c:v>1.0415563813</c:v>
                </c:pt>
                <c:pt idx="756">
                  <c:v>1.0416830282</c:v>
                </c:pt>
                <c:pt idx="757">
                  <c:v>1.0417969758</c:v>
                </c:pt>
                <c:pt idx="758">
                  <c:v>1.0418981615</c:v>
                </c:pt>
                <c:pt idx="759">
                  <c:v>1.041986526</c:v>
                </c:pt>
                <c:pt idx="760">
                  <c:v>1.0420620128</c:v>
                </c:pt>
                <c:pt idx="761">
                  <c:v>1.0421245685</c:v>
                </c:pt>
                <c:pt idx="762">
                  <c:v>1.042174143</c:v>
                </c:pt>
                <c:pt idx="763">
                  <c:v>1.0422106889</c:v>
                </c:pt>
                <c:pt idx="764">
                  <c:v>1.0422341624</c:v>
                </c:pt>
                <c:pt idx="765">
                  <c:v>1.0422445224</c:v>
                </c:pt>
                <c:pt idx="766">
                  <c:v>1.0422417311</c:v>
                </c:pt>
                <c:pt idx="767">
                  <c:v>1.0422257541</c:v>
                </c:pt>
                <c:pt idx="768">
                  <c:v>1.0421965597</c:v>
                </c:pt>
                <c:pt idx="769">
                  <c:v>1.0421541199</c:v>
                </c:pt>
                <c:pt idx="770">
                  <c:v>1.0420984095</c:v>
                </c:pt>
                <c:pt idx="771">
                  <c:v>1.0420294068</c:v>
                </c:pt>
                <c:pt idx="772">
                  <c:v>1.0419470929</c:v>
                </c:pt>
                <c:pt idx="773">
                  <c:v>1.0418514527</c:v>
                </c:pt>
                <c:pt idx="774">
                  <c:v>1.0417424737</c:v>
                </c:pt>
                <c:pt idx="775">
                  <c:v>1.0416201472</c:v>
                </c:pt>
                <c:pt idx="776">
                  <c:v>1.0414844672</c:v>
                </c:pt>
                <c:pt idx="777">
                  <c:v>1.0413354314</c:v>
                </c:pt>
                <c:pt idx="778">
                  <c:v>1.0411730403</c:v>
                </c:pt>
                <c:pt idx="779">
                  <c:v>1.040997298</c:v>
                </c:pt>
                <c:pt idx="780">
                  <c:v>1.0408082115</c:v>
                </c:pt>
                <c:pt idx="781">
                  <c:v>1.0406057913</c:v>
                </c:pt>
                <c:pt idx="782">
                  <c:v>1.0403900509</c:v>
                </c:pt>
                <c:pt idx="783">
                  <c:v>1.040161007</c:v>
                </c:pt>
                <c:pt idx="784">
                  <c:v>1.0399186797</c:v>
                </c:pt>
                <c:pt idx="785">
                  <c:v>1.039663092</c:v>
                </c:pt>
                <c:pt idx="786">
                  <c:v>1.0393942703</c:v>
                </c:pt>
                <c:pt idx="787">
                  <c:v>1.0391122441</c:v>
                </c:pt>
                <c:pt idx="788">
                  <c:v>1.0388170459</c:v>
                </c:pt>
                <c:pt idx="789">
                  <c:v>1.0385087115</c:v>
                </c:pt>
                <c:pt idx="790">
                  <c:v>1.0381872798</c:v>
                </c:pt>
                <c:pt idx="791">
                  <c:v>1.0378527927</c:v>
                </c:pt>
                <c:pt idx="792">
                  <c:v>1.0375052951</c:v>
                </c:pt>
                <c:pt idx="793">
                  <c:v>1.0371448352</c:v>
                </c:pt>
                <c:pt idx="794">
                  <c:v>1.0367714641</c:v>
                </c:pt>
                <c:pt idx="795">
                  <c:v>1.0363852358</c:v>
                </c:pt>
                <c:pt idx="796">
                  <c:v>1.0359862076</c:v>
                </c:pt>
                <c:pt idx="797">
                  <c:v>1.0355744393</c:v>
                </c:pt>
                <c:pt idx="798">
                  <c:v>1.035149994</c:v>
                </c:pt>
                <c:pt idx="799">
                  <c:v>1.0347129377</c:v>
                </c:pt>
                <c:pt idx="800">
                  <c:v>1.0342633389</c:v>
                </c:pt>
                <c:pt idx="801">
                  <c:v>1.0338012695</c:v>
                </c:pt>
                <c:pt idx="802">
                  <c:v>1.0333268038</c:v>
                </c:pt>
                <c:pt idx="803">
                  <c:v>1.032840019</c:v>
                </c:pt>
                <c:pt idx="804">
                  <c:v>1.0323409951</c:v>
                </c:pt>
                <c:pt idx="805">
                  <c:v>1.0318298148</c:v>
                </c:pt>
                <c:pt idx="806">
                  <c:v>1.0313065635</c:v>
                </c:pt>
                <c:pt idx="807">
                  <c:v>1.0307713292</c:v>
                </c:pt>
                <c:pt idx="808">
                  <c:v>1.0302242026</c:v>
                </c:pt>
                <c:pt idx="809">
                  <c:v>1.0296652769</c:v>
                </c:pt>
                <c:pt idx="810">
                  <c:v>1.0290946477</c:v>
                </c:pt>
                <c:pt idx="811">
                  <c:v>1.0285124135</c:v>
                </c:pt>
                <c:pt idx="812">
                  <c:v>1.0279186749</c:v>
                </c:pt>
                <c:pt idx="813">
                  <c:v>1.0273135351</c:v>
                </c:pt>
                <c:pt idx="814">
                  <c:v>1.0266970995</c:v>
                </c:pt>
                <c:pt idx="815">
                  <c:v>1.0260694761</c:v>
                </c:pt>
                <c:pt idx="816">
                  <c:v>1.0254307749</c:v>
                </c:pt>
                <c:pt idx="817">
                  <c:v>1.0247811085</c:v>
                </c:pt>
                <c:pt idx="818">
                  <c:v>1.0241205913</c:v>
                </c:pt>
                <c:pt idx="819">
                  <c:v>1.0234493403</c:v>
                </c:pt>
                <c:pt idx="820">
                  <c:v>1.0227674742</c:v>
                </c:pt>
                <c:pt idx="821">
                  <c:v>1.0220751141</c:v>
                </c:pt>
                <c:pt idx="822">
                  <c:v>1.0213723829</c:v>
                </c:pt>
                <c:pt idx="823">
                  <c:v>1.0206594057</c:v>
                </c:pt>
                <c:pt idx="824">
                  <c:v>1.0199363093</c:v>
                </c:pt>
                <c:pt idx="825">
                  <c:v>1.0192032227</c:v>
                </c:pt>
                <c:pt idx="826">
                  <c:v>1.0184602763</c:v>
                </c:pt>
                <c:pt idx="827">
                  <c:v>1.0177076027</c:v>
                </c:pt>
                <c:pt idx="828">
                  <c:v>1.0169453361</c:v>
                </c:pt>
                <c:pt idx="829">
                  <c:v>1.0161736124</c:v>
                </c:pt>
                <c:pt idx="830">
                  <c:v>1.0153925691</c:v>
                </c:pt>
                <c:pt idx="831">
                  <c:v>1.0146023453</c:v>
                </c:pt>
                <c:pt idx="832">
                  <c:v>1.0138030817</c:v>
                </c:pt>
                <c:pt idx="833">
                  <c:v>1.0129949206</c:v>
                </c:pt>
                <c:pt idx="834">
                  <c:v>1.0121780056</c:v>
                </c:pt>
                <c:pt idx="835">
                  <c:v>1.0113524818</c:v>
                </c:pt>
                <c:pt idx="836">
                  <c:v>1.0105184955</c:v>
                </c:pt>
                <c:pt idx="837">
                  <c:v>1.0096761945</c:v>
                </c:pt>
                <c:pt idx="838">
                  <c:v>1.0088257279</c:v>
                </c:pt>
                <c:pt idx="839">
                  <c:v>1.0079672457</c:v>
                </c:pt>
                <c:pt idx="840">
                  <c:v>1.0071008994</c:v>
                </c:pt>
                <c:pt idx="841">
                  <c:v>1.0062268414</c:v>
                </c:pt>
                <c:pt idx="842">
                  <c:v>1.0053452252</c:v>
                </c:pt>
                <c:pt idx="843">
                  <c:v>1.0044562054</c:v>
                </c:pt>
                <c:pt idx="844">
                  <c:v>1.0035599375</c:v>
                </c:pt>
                <c:pt idx="845">
                  <c:v>1.002656578</c:v>
                </c:pt>
                <c:pt idx="846">
                  <c:v>1.0017462841</c:v>
                </c:pt>
                <c:pt idx="847">
                  <c:v>1.0008292139</c:v>
                </c:pt>
                <c:pt idx="848">
                  <c:v>0.9999055264</c:v>
                </c:pt>
                <c:pt idx="849">
                  <c:v>0.99897538116</c:v>
                </c:pt>
                <c:pt idx="850">
                  <c:v>0.9980389385</c:v>
                </c:pt>
                <c:pt idx="851">
                  <c:v>0.99709635935</c:v>
                </c:pt>
                <c:pt idx="852">
                  <c:v>0.99614780525</c:v>
                </c:pt>
                <c:pt idx="853">
                  <c:v>0.99519343825</c:v>
                </c:pt>
                <c:pt idx="854">
                  <c:v>0.99423342092</c:v>
                </c:pt>
                <c:pt idx="855">
                  <c:v>0.99326791627</c:v>
                </c:pt>
                <c:pt idx="856">
                  <c:v>0.99229708774</c:v>
                </c:pt>
                <c:pt idx="857">
                  <c:v>0.9913210991</c:v>
                </c:pt>
                <c:pt idx="858">
                  <c:v>0.99034011447</c:v>
                </c:pt>
                <c:pt idx="859">
                  <c:v>0.98935429821</c:v>
                </c:pt>
                <c:pt idx="860">
                  <c:v>0.98836381495</c:v>
                </c:pt>
                <c:pt idx="861">
                  <c:v>0.98736882949</c:v>
                </c:pt>
                <c:pt idx="862">
                  <c:v>0.98636950679</c:v>
                </c:pt>
                <c:pt idx="863">
                  <c:v>0.98536601192</c:v>
                </c:pt>
                <c:pt idx="864">
                  <c:v>0.98435851</c:v>
                </c:pt>
                <c:pt idx="865">
                  <c:v>0.98334716621</c:v>
                </c:pt>
                <c:pt idx="866">
                  <c:v>0.9823321457</c:v>
                </c:pt>
                <c:pt idx="867">
                  <c:v>0.98131361357</c:v>
                </c:pt>
                <c:pt idx="868">
                  <c:v>0.98029173483</c:v>
                </c:pt>
                <c:pt idx="869">
                  <c:v>0.97926667439</c:v>
                </c:pt>
                <c:pt idx="870">
                  <c:v>0.97823859698</c:v>
                </c:pt>
                <c:pt idx="871">
                  <c:v>0.97720766712</c:v>
                </c:pt>
                <c:pt idx="872">
                  <c:v>0.97617404913</c:v>
                </c:pt>
                <c:pt idx="873">
                  <c:v>0.97513790703</c:v>
                </c:pt>
                <c:pt idx="874">
                  <c:v>0.97409940457</c:v>
                </c:pt>
                <c:pt idx="875">
                  <c:v>0.97305870514</c:v>
                </c:pt>
                <c:pt idx="876">
                  <c:v>0.97201597178</c:v>
                </c:pt>
                <c:pt idx="877">
                  <c:v>0.97097136712</c:v>
                </c:pt>
                <c:pt idx="878">
                  <c:v>0.96992505337</c:v>
                </c:pt>
                <c:pt idx="879">
                  <c:v>0.96887719225</c:v>
                </c:pt>
                <c:pt idx="880">
                  <c:v>0.96782794503</c:v>
                </c:pt>
                <c:pt idx="881">
                  <c:v>0.96677747243</c:v>
                </c:pt>
                <c:pt idx="882">
                  <c:v>0.96572593464</c:v>
                </c:pt>
                <c:pt idx="883">
                  <c:v>0.96467349125</c:v>
                </c:pt>
                <c:pt idx="884">
                  <c:v>0.96362030127</c:v>
                </c:pt>
                <c:pt idx="885">
                  <c:v>0.96256652306</c:v>
                </c:pt>
                <c:pt idx="886">
                  <c:v>0.96151231434</c:v>
                </c:pt>
                <c:pt idx="887">
                  <c:v>0.96045783214</c:v>
                </c:pt>
                <c:pt idx="888">
                  <c:v>0.95940323279</c:v>
                </c:pt>
                <c:pt idx="889">
                  <c:v>0.95834867188</c:v>
                </c:pt>
                <c:pt idx="890">
                  <c:v>0.95729430426</c:v>
                </c:pt>
                <c:pt idx="891">
                  <c:v>0.95624028401</c:v>
                </c:pt>
                <c:pt idx="892">
                  <c:v>0.9551867644</c:v>
                </c:pt>
                <c:pt idx="893">
                  <c:v>0.95413389788</c:v>
                </c:pt>
                <c:pt idx="894">
                  <c:v>0.9530818361</c:v>
                </c:pt>
                <c:pt idx="895">
                  <c:v>0.9520307298</c:v>
                </c:pt>
                <c:pt idx="896">
                  <c:v>0.9509807289</c:v>
                </c:pt>
                <c:pt idx="897">
                  <c:v>0.9499319824</c:v>
                </c:pt>
                <c:pt idx="898">
                  <c:v>0.94888463838</c:v>
                </c:pt>
                <c:pt idx="899">
                  <c:v>0.94783884402</c:v>
                </c:pt>
                <c:pt idx="900">
                  <c:v>0.94679474554</c:v>
                </c:pt>
                <c:pt idx="901">
                  <c:v>0.94575248822</c:v>
                </c:pt>
                <c:pt idx="902">
                  <c:v>0.94471221635</c:v>
                </c:pt>
                <c:pt idx="903">
                  <c:v>0.94367407323</c:v>
                </c:pt>
                <c:pt idx="904">
                  <c:v>0.9426382012</c:v>
                </c:pt>
                <c:pt idx="905">
                  <c:v>0.94160474153</c:v>
                </c:pt>
                <c:pt idx="906">
                  <c:v>0.94057383452</c:v>
                </c:pt>
                <c:pt idx="907">
                  <c:v>0.93954561939</c:v>
                </c:pt>
                <c:pt idx="908">
                  <c:v>0.93852023436</c:v>
                </c:pt>
                <c:pt idx="909">
                  <c:v>0.93749781655</c:v>
                </c:pt>
                <c:pt idx="910">
                  <c:v>0.93647850204</c:v>
                </c:pt>
                <c:pt idx="911">
                  <c:v>0.93546242582</c:v>
                </c:pt>
                <c:pt idx="912">
                  <c:v>0.93444972181</c:v>
                </c:pt>
                <c:pt idx="913">
                  <c:v>0.93344052282</c:v>
                </c:pt>
                <c:pt idx="914">
                  <c:v>0.93243496059</c:v>
                </c:pt>
                <c:pt idx="915">
                  <c:v>0.93143316573</c:v>
                </c:pt>
                <c:pt idx="916">
                  <c:v>0.93043526774</c:v>
                </c:pt>
                <c:pt idx="917">
                  <c:v>0.92944139502</c:v>
                </c:pt>
                <c:pt idx="918">
                  <c:v>0.92845167481</c:v>
                </c:pt>
                <c:pt idx="919">
                  <c:v>0.92746623327</c:v>
                </c:pt>
                <c:pt idx="920">
                  <c:v>0.9264851954</c:v>
                </c:pt>
                <c:pt idx="921">
                  <c:v>0.92550868506</c:v>
                </c:pt>
                <c:pt idx="922">
                  <c:v>0.92453682498</c:v>
                </c:pt>
                <c:pt idx="923">
                  <c:v>0.92356973677</c:v>
                </c:pt>
                <c:pt idx="924">
                  <c:v>0.92260754085</c:v>
                </c:pt>
                <c:pt idx="925">
                  <c:v>0.92165035652</c:v>
                </c:pt>
                <c:pt idx="926">
                  <c:v>0.92069830196</c:v>
                </c:pt>
                <c:pt idx="927">
                  <c:v>0.91975149414</c:v>
                </c:pt>
                <c:pt idx="928">
                  <c:v>0.91881004894</c:v>
                </c:pt>
                <c:pt idx="929">
                  <c:v>0.91787408106</c:v>
                </c:pt>
                <c:pt idx="930">
                  <c:v>0.91694370407</c:v>
                </c:pt>
                <c:pt idx="931">
                  <c:v>0.91601903036</c:v>
                </c:pt>
                <c:pt idx="932">
                  <c:v>0.91510017121</c:v>
                </c:pt>
                <c:pt idx="933">
                  <c:v>0.91418723673</c:v>
                </c:pt>
                <c:pt idx="934">
                  <c:v>0.91328033591</c:v>
                </c:pt>
                <c:pt idx="935">
                  <c:v>0.91237957658</c:v>
                </c:pt>
                <c:pt idx="936">
                  <c:v>0.91148506544</c:v>
                </c:pt>
                <c:pt idx="937">
                  <c:v>0.91059690805</c:v>
                </c:pt>
                <c:pt idx="938">
                  <c:v>0.90971520883</c:v>
                </c:pt>
                <c:pt idx="939">
                  <c:v>0.90884007109</c:v>
                </c:pt>
                <c:pt idx="940">
                  <c:v>0.907971597</c:v>
                </c:pt>
                <c:pt idx="941">
                  <c:v>0.90710988761</c:v>
                </c:pt>
                <c:pt idx="942">
                  <c:v>0.90625504286</c:v>
                </c:pt>
                <c:pt idx="943">
                  <c:v>0.90540716156</c:v>
                </c:pt>
                <c:pt idx="944">
                  <c:v>0.90456634144</c:v>
                </c:pt>
                <c:pt idx="945">
                  <c:v>0.90373267911</c:v>
                </c:pt>
                <c:pt idx="946">
                  <c:v>0.90290627008</c:v>
                </c:pt>
                <c:pt idx="947">
                  <c:v>0.90208720876</c:v>
                </c:pt>
                <c:pt idx="948">
                  <c:v>0.90127558851</c:v>
                </c:pt>
                <c:pt idx="949">
                  <c:v>0.90047150157</c:v>
                </c:pt>
                <c:pt idx="950">
                  <c:v>0.89967503913</c:v>
                </c:pt>
                <c:pt idx="951">
                  <c:v>0.8988862913</c:v>
                </c:pt>
                <c:pt idx="952">
                  <c:v>0.89810534713</c:v>
                </c:pt>
                <c:pt idx="953">
                  <c:v>0.89733229463</c:v>
                </c:pt>
                <c:pt idx="954">
                  <c:v>0.89656722075</c:v>
                </c:pt>
                <c:pt idx="955">
                  <c:v>0.8958102114</c:v>
                </c:pt>
                <c:pt idx="956">
                  <c:v>0.89506135146</c:v>
                </c:pt>
                <c:pt idx="957">
                  <c:v>0.89432072478</c:v>
                </c:pt>
                <c:pt idx="958">
                  <c:v>0.8935884142</c:v>
                </c:pt>
                <c:pt idx="959">
                  <c:v>0.89286450155</c:v>
                </c:pt>
                <c:pt idx="960">
                  <c:v>0.89214906763</c:v>
                </c:pt>
                <c:pt idx="961">
                  <c:v>0.89144219229</c:v>
                </c:pt>
                <c:pt idx="962">
                  <c:v>0.89074395436</c:v>
                </c:pt>
                <c:pt idx="963">
                  <c:v>0.8900544317</c:v>
                </c:pt>
                <c:pt idx="964">
                  <c:v>0.8893737012</c:v>
                </c:pt>
                <c:pt idx="965">
                  <c:v>0.88870183879</c:v>
                </c:pt>
                <c:pt idx="966">
                  <c:v>0.88803891944</c:v>
                </c:pt>
                <c:pt idx="967">
                  <c:v>0.88738501717</c:v>
                </c:pt>
                <c:pt idx="968">
                  <c:v>0.88674020508</c:v>
                </c:pt>
                <c:pt idx="969">
                  <c:v>0.88610455531</c:v>
                </c:pt>
                <c:pt idx="970">
                  <c:v>0.88547813912</c:v>
                </c:pt>
                <c:pt idx="971">
                  <c:v>0.88486102681</c:v>
                </c:pt>
                <c:pt idx="972">
                  <c:v>0.88425328782</c:v>
                </c:pt>
                <c:pt idx="973">
                  <c:v>0.88365499066</c:v>
                </c:pt>
                <c:pt idx="974">
                  <c:v>0.88306620298</c:v>
                </c:pt>
                <c:pt idx="975">
                  <c:v>0.88248699153</c:v>
                </c:pt>
                <c:pt idx="976">
                  <c:v>0.8819174222</c:v>
                </c:pt>
                <c:pt idx="977">
                  <c:v>0.88135756001</c:v>
                </c:pt>
                <c:pt idx="978">
                  <c:v>0.88080746914</c:v>
                </c:pt>
                <c:pt idx="979">
                  <c:v>0.88026721292</c:v>
                </c:pt>
                <c:pt idx="980">
                  <c:v>0.87973685385</c:v>
                </c:pt>
                <c:pt idx="981">
                  <c:v>0.87921645357</c:v>
                </c:pt>
                <c:pt idx="982">
                  <c:v>0.87870607295</c:v>
                </c:pt>
                <c:pt idx="983">
                  <c:v>0.87820577201</c:v>
                </c:pt>
                <c:pt idx="984">
                  <c:v>0.87771560998</c:v>
                </c:pt>
                <c:pt idx="985">
                  <c:v>0.8772356453</c:v>
                </c:pt>
                <c:pt idx="986">
                  <c:v>0.87676593562</c:v>
                </c:pt>
                <c:pt idx="987">
                  <c:v>0.87630653781</c:v>
                </c:pt>
                <c:pt idx="988">
                  <c:v>0.87585750797</c:v>
                </c:pt>
                <c:pt idx="989">
                  <c:v>0.87541890143</c:v>
                </c:pt>
                <c:pt idx="990">
                  <c:v>0.87499077279</c:v>
                </c:pt>
                <c:pt idx="991">
                  <c:v>0.87457317586</c:v>
                </c:pt>
                <c:pt idx="992">
                  <c:v>0.87416616376</c:v>
                </c:pt>
                <c:pt idx="993">
                  <c:v>0.87376978885</c:v>
                </c:pt>
                <c:pt idx="994">
                  <c:v>0.87338410276</c:v>
                </c:pt>
                <c:pt idx="995">
                  <c:v>0.87300915642</c:v>
                </c:pt>
                <c:pt idx="996">
                  <c:v>0.87264500004</c:v>
                </c:pt>
                <c:pt idx="997">
                  <c:v>0.87229168313</c:v>
                </c:pt>
                <c:pt idx="998">
                  <c:v>0.87194925451</c:v>
                </c:pt>
                <c:pt idx="999">
                  <c:v>0.8716177623</c:v>
                </c:pt>
                <c:pt idx="1000">
                  <c:v>0.87129725394</c:v>
                </c:pt>
                <c:pt idx="1001">
                  <c:v>0.87098777622</c:v>
                </c:pt>
                <c:pt idx="1002">
                  <c:v>0.87068937522</c:v>
                </c:pt>
                <c:pt idx="1003">
                  <c:v>0.87040209637</c:v>
                </c:pt>
                <c:pt idx="1004">
                  <c:v>0.87012598448</c:v>
                </c:pt>
                <c:pt idx="1005">
                  <c:v>0.86986108365</c:v>
                </c:pt>
                <c:pt idx="1006">
                  <c:v>0.86960743738</c:v>
                </c:pt>
                <c:pt idx="1007">
                  <c:v>0.86936508851</c:v>
                </c:pt>
                <c:pt idx="1008">
                  <c:v>0.86913407927</c:v>
                </c:pt>
                <c:pt idx="1009">
                  <c:v>0.86891445122</c:v>
                </c:pt>
                <c:pt idx="1010">
                  <c:v>0.86870624534</c:v>
                </c:pt>
                <c:pt idx="1011">
                  <c:v>0.86850950197</c:v>
                </c:pt>
                <c:pt idx="1012">
                  <c:v>0.86832426084</c:v>
                </c:pt>
                <c:pt idx="1013">
                  <c:v>0.86815056108</c:v>
                </c:pt>
                <c:pt idx="1014">
                  <c:v>0.8679884412</c:v>
                </c:pt>
                <c:pt idx="1015">
                  <c:v>0.86783793914</c:v>
                </c:pt>
                <c:pt idx="1016">
                  <c:v>0.8676990922</c:v>
                </c:pt>
                <c:pt idx="1017">
                  <c:v>0.86757193714</c:v>
                </c:pt>
                <c:pt idx="1018">
                  <c:v>0.8674565101</c:v>
                </c:pt>
                <c:pt idx="1019">
                  <c:v>0.86735284664</c:v>
                </c:pt>
                <c:pt idx="1020">
                  <c:v>0.86726098174</c:v>
                </c:pt>
                <c:pt idx="1021">
                  <c:v>0.86718094981</c:v>
                </c:pt>
                <c:pt idx="1022">
                  <c:v>0.86711278469</c:v>
                </c:pt>
                <c:pt idx="1023">
                  <c:v>0.86705651963</c:v>
                </c:pt>
                <c:pt idx="1024">
                  <c:v>0.86701218732</c:v>
                </c:pt>
                <c:pt idx="1025">
                  <c:v>0.86697981989</c:v>
                </c:pt>
                <c:pt idx="1026">
                  <c:v>0.86695944889</c:v>
                </c:pt>
                <c:pt idx="1027">
                  <c:v>0.86695110532</c:v>
                </c:pt>
                <c:pt idx="1028">
                  <c:v>0.86695481962</c:v>
                </c:pt>
                <c:pt idx="1029">
                  <c:v>0.86697062166</c:v>
                </c:pt>
                <c:pt idx="1030">
                  <c:v>0.86699854075</c:v>
                </c:pt>
                <c:pt idx="1031">
                  <c:v>0.86703860565</c:v>
                </c:pt>
                <c:pt idx="1032">
                  <c:v>0.86709084456</c:v>
                </c:pt>
                <c:pt idx="1033">
                  <c:v>0.86715528513</c:v>
                </c:pt>
                <c:pt idx="1034">
                  <c:v>0.86723195443</c:v>
                </c:pt>
                <c:pt idx="1035">
                  <c:v>0.867320879</c:v>
                </c:pt>
                <c:pt idx="1036">
                  <c:v>0.86742208482</c:v>
                </c:pt>
                <c:pt idx="1037">
                  <c:v>0.86753559729</c:v>
                </c:pt>
                <c:pt idx="1038">
                  <c:v>0.86766144127</c:v>
                </c:pt>
                <c:pt idx="1039">
                  <c:v>0.86779964106</c:v>
                </c:pt>
                <c:pt idx="1040">
                  <c:v>0.8679502204</c:v>
                </c:pt>
                <c:pt idx="1041">
                  <c:v>0.86811320245</c:v>
                </c:pt>
                <c:pt idx="1042">
                  <c:v>0.86828860983</c:v>
                </c:pt>
                <c:pt idx="1043">
                  <c:v>0.86847646458</c:v>
                </c:pt>
                <c:pt idx="1044">
                  <c:v>0.86867678817</c:v>
                </c:pt>
                <c:pt idx="1045">
                  <c:v>0.86888960151</c:v>
                </c:pt>
                <c:pt idx="1046">
                  <c:v>0.86911492492</c:v>
                </c:pt>
                <c:pt idx="1047">
                  <c:v>0.86935277816</c:v>
                </c:pt>
                <c:pt idx="1048">
                  <c:v>0.86960318039</c:v>
                </c:pt>
                <c:pt idx="1049">
                  <c:v>0.8698661502</c:v>
                </c:pt>
                <c:pt idx="1050">
                  <c:v>0.87014170558</c:v>
                </c:pt>
                <c:pt idx="1051">
                  <c:v>0.87042986394</c:v>
                </c:pt>
                <c:pt idx="1052">
                  <c:v>0.87073064208</c:v>
                </c:pt>
                <c:pt idx="1053">
                  <c:v>0.8710440562</c:v>
                </c:pt>
                <c:pt idx="1054">
                  <c:v>0.8713701219</c:v>
                </c:pt>
                <c:pt idx="1055">
                  <c:v>0.87170885415</c:v>
                </c:pt>
                <c:pt idx="1056">
                  <c:v>0.87206026732</c:v>
                </c:pt>
                <c:pt idx="1057">
                  <c:v>0.87242437514</c:v>
                </c:pt>
                <c:pt idx="1058">
                  <c:v>0.87280119072</c:v>
                </c:pt>
                <c:pt idx="1059">
                  <c:v>0.87319072652</c:v>
                </c:pt>
                <c:pt idx="1060">
                  <c:v>0.87359299436</c:v>
                </c:pt>
                <c:pt idx="1061">
                  <c:v>0.8740080054</c:v>
                </c:pt>
                <c:pt idx="1062">
                  <c:v>0.87443577016</c:v>
                </c:pt>
                <c:pt idx="1063">
                  <c:v>0.87487629846</c:v>
                </c:pt>
                <c:pt idx="1064">
                  <c:v>0.87532959948</c:v>
                </c:pt>
                <c:pt idx="1065">
                  <c:v>0.87579568169</c:v>
                </c:pt>
                <c:pt idx="1066">
                  <c:v>0.87627455286</c:v>
                </c:pt>
                <c:pt idx="1067">
                  <c:v>0.87676622008</c:v>
                </c:pt>
                <c:pt idx="1068">
                  <c:v>0.87727068972</c:v>
                </c:pt>
                <c:pt idx="1069">
                  <c:v>0.87778796741</c:v>
                </c:pt>
                <c:pt idx="1070">
                  <c:v>0.87831805807</c:v>
                </c:pt>
                <c:pt idx="1071">
                  <c:v>0.87886096586</c:v>
                </c:pt>
                <c:pt idx="1072">
                  <c:v>0.8794166942</c:v>
                </c:pt>
                <c:pt idx="1073">
                  <c:v>0.87998524573</c:v>
                </c:pt>
                <c:pt idx="1074">
                  <c:v>0.88056662233</c:v>
                </c:pt>
                <c:pt idx="1075">
                  <c:v>0.88116082508</c:v>
                </c:pt>
                <c:pt idx="1076">
                  <c:v>0.88176785426</c:v>
                </c:pt>
                <c:pt idx="1077">
                  <c:v>0.88238770934</c:v>
                </c:pt>
                <c:pt idx="1078">
                  <c:v>0.88302038896</c:v>
                </c:pt>
                <c:pt idx="1079">
                  <c:v>0.88366589093</c:v>
                </c:pt>
                <c:pt idx="1080">
                  <c:v>0.8843242122</c:v>
                </c:pt>
                <c:pt idx="1081">
                  <c:v>0.88499534886</c:v>
                </c:pt>
                <c:pt idx="1082">
                  <c:v>0.88567929612</c:v>
                </c:pt>
                <c:pt idx="1083">
                  <c:v>0.88637604828</c:v>
                </c:pt>
                <c:pt idx="1084">
                  <c:v>0.88708559875</c:v>
                </c:pt>
                <c:pt idx="1085">
                  <c:v>0.88780794001</c:v>
                </c:pt>
                <c:pt idx="1086">
                  <c:v>0.88854306359</c:v>
                </c:pt>
                <c:pt idx="1087">
                  <c:v>0.88929096009</c:v>
                </c:pt>
                <c:pt idx="1088">
                  <c:v>0.8900516191</c:v>
                </c:pt>
                <c:pt idx="1089">
                  <c:v>0.89082502925</c:v>
                </c:pt>
                <c:pt idx="1090">
                  <c:v>0.89161117817</c:v>
                </c:pt>
                <c:pt idx="1091">
                  <c:v>0.89241005245</c:v>
                </c:pt>
                <c:pt idx="1092">
                  <c:v>0.89322163764</c:v>
                </c:pt>
                <c:pt idx="1093">
                  <c:v>0.89404591824</c:v>
                </c:pt>
                <c:pt idx="1094">
                  <c:v>0.89488287768</c:v>
                </c:pt>
                <c:pt idx="1095">
                  <c:v>0.8957324983</c:v>
                </c:pt>
                <c:pt idx="1096">
                  <c:v>0.89659476131</c:v>
                </c:pt>
                <c:pt idx="1097">
                  <c:v>0.89746964679</c:v>
                </c:pt>
                <c:pt idx="1098">
                  <c:v>0.89835713369</c:v>
                </c:pt>
                <c:pt idx="1099">
                  <c:v>0.89925719977</c:v>
                </c:pt>
                <c:pt idx="1100">
                  <c:v>0.9001698216</c:v>
                </c:pt>
                <c:pt idx="1101">
                  <c:v>0.90109497456</c:v>
                </c:pt>
                <c:pt idx="1102">
                  <c:v>0.90203263278</c:v>
                </c:pt>
                <c:pt idx="1103">
                  <c:v>0.90298276914</c:v>
                </c:pt>
                <c:pt idx="1104">
                  <c:v>0.90394535525</c:v>
                </c:pt>
                <c:pt idx="1105">
                  <c:v>0.90492036143</c:v>
                </c:pt>
                <c:pt idx="1106">
                  <c:v>0.90590775666</c:v>
                </c:pt>
                <c:pt idx="1107">
                  <c:v>0.90690750861</c:v>
                </c:pt>
                <c:pt idx="1108">
                  <c:v>0.90791958359</c:v>
                </c:pt>
                <c:pt idx="1109">
                  <c:v>0.90894394649</c:v>
                </c:pt>
                <c:pt idx="1110">
                  <c:v>0.90998056083</c:v>
                </c:pt>
                <c:pt idx="1111">
                  <c:v>0.91102938868</c:v>
                </c:pt>
                <c:pt idx="1112">
                  <c:v>0.91209039067</c:v>
                </c:pt>
                <c:pt idx="1113">
                  <c:v>0.91316352594</c:v>
                </c:pt>
                <c:pt idx="1114">
                  <c:v>0.91424875215</c:v>
                </c:pt>
                <c:pt idx="1115">
                  <c:v>0.9153460254</c:v>
                </c:pt>
                <c:pt idx="1116">
                  <c:v>0.91645530026</c:v>
                </c:pt>
                <c:pt idx="1117">
                  <c:v>0.91757652974</c:v>
                </c:pt>
                <c:pt idx="1118">
                  <c:v>0.91870966522</c:v>
                </c:pt>
                <c:pt idx="1119">
                  <c:v>0.91985465648</c:v>
                </c:pt>
                <c:pt idx="1120">
                  <c:v>0.92101145164</c:v>
                </c:pt>
                <c:pt idx="1121">
                  <c:v>0.92217999714</c:v>
                </c:pt>
                <c:pt idx="1122">
                  <c:v>0.92336023773</c:v>
                </c:pt>
                <c:pt idx="1123">
                  <c:v>0.92455211642</c:v>
                </c:pt>
                <c:pt idx="1124">
                  <c:v>0.92575557448</c:v>
                </c:pt>
                <c:pt idx="1125">
                  <c:v>0.92697055138</c:v>
                </c:pt>
                <c:pt idx="1126">
                  <c:v>0.92819698482</c:v>
                </c:pt>
                <c:pt idx="1127">
                  <c:v>0.92943481062</c:v>
                </c:pt>
                <c:pt idx="1128">
                  <c:v>0.93068396279</c:v>
                </c:pt>
                <c:pt idx="1129">
                  <c:v>0.93194437342</c:v>
                </c:pt>
                <c:pt idx="1130">
                  <c:v>0.9332159727</c:v>
                </c:pt>
                <c:pt idx="1131">
                  <c:v>0.93449868887</c:v>
                </c:pt>
                <c:pt idx="1132">
                  <c:v>0.93579244823</c:v>
                </c:pt>
                <c:pt idx="1133">
                  <c:v>0.93709717505</c:v>
                </c:pt>
                <c:pt idx="1134">
                  <c:v>0.93841279162</c:v>
                </c:pt>
                <c:pt idx="1135">
                  <c:v>0.93973921815</c:v>
                </c:pt>
                <c:pt idx="1136">
                  <c:v>0.94107637278</c:v>
                </c:pt>
                <c:pt idx="1137">
                  <c:v>0.94242417156</c:v>
                </c:pt>
                <c:pt idx="1138">
                  <c:v>0.94378252841</c:v>
                </c:pt>
                <c:pt idx="1139">
                  <c:v>0.94515135508</c:v>
                </c:pt>
                <c:pt idx="1140">
                  <c:v>0.94653056116</c:v>
                </c:pt>
                <c:pt idx="1141">
                  <c:v>0.94792005401</c:v>
                </c:pt>
                <c:pt idx="1142">
                  <c:v>0.94931973876</c:v>
                </c:pt>
                <c:pt idx="1143">
                  <c:v>0.95072951828</c:v>
                </c:pt>
                <c:pt idx="1144">
                  <c:v>0.95214929314</c:v>
                </c:pt>
                <c:pt idx="1145">
                  <c:v>0.95357896162</c:v>
                </c:pt>
                <c:pt idx="1146">
                  <c:v>0.95501841963</c:v>
                </c:pt>
                <c:pt idx="1147">
                  <c:v>0.95646756072</c:v>
                </c:pt>
                <c:pt idx="1148">
                  <c:v>0.95792627605</c:v>
                </c:pt>
                <c:pt idx="1149">
                  <c:v>0.95939445436</c:v>
                </c:pt>
                <c:pt idx="1150">
                  <c:v>0.96087198194</c:v>
                </c:pt>
                <c:pt idx="1151">
                  <c:v>0.96235874262</c:v>
                </c:pt>
                <c:pt idx="1152">
                  <c:v>0.96385461774</c:v>
                </c:pt>
                <c:pt idx="1153">
                  <c:v>0.9653594861</c:v>
                </c:pt>
                <c:pt idx="1154">
                  <c:v>0.96687322397</c:v>
                </c:pt>
                <c:pt idx="1155">
                  <c:v>0.96839570507</c:v>
                </c:pt>
                <c:pt idx="1156">
                  <c:v>0.9699268005</c:v>
                </c:pt>
                <c:pt idx="1157">
                  <c:v>0.97146637878</c:v>
                </c:pt>
                <c:pt idx="1158">
                  <c:v>0.97301430578</c:v>
                </c:pt>
                <c:pt idx="1159">
                  <c:v>0.97457044472</c:v>
                </c:pt>
                <c:pt idx="1160">
                  <c:v>0.97613465614</c:v>
                </c:pt>
                <c:pt idx="1161">
                  <c:v>0.97770679789</c:v>
                </c:pt>
                <c:pt idx="1162">
                  <c:v>0.97928672511</c:v>
                </c:pt>
                <c:pt idx="1163">
                  <c:v>0.98087429018</c:v>
                </c:pt>
                <c:pt idx="1164">
                  <c:v>0.98246934276</c:v>
                </c:pt>
                <c:pt idx="1165">
                  <c:v>0.98407172972</c:v>
                </c:pt>
                <c:pt idx="1166">
                  <c:v>0.98568129514</c:v>
                </c:pt>
                <c:pt idx="1167">
                  <c:v>0.98729788031</c:v>
                </c:pt>
                <c:pt idx="1168">
                  <c:v>0.98892132368</c:v>
                </c:pt>
                <c:pt idx="1169">
                  <c:v>0.99055146089</c:v>
                </c:pt>
                <c:pt idx="1170">
                  <c:v>0.9921881247</c:v>
                </c:pt>
                <c:pt idx="1171">
                  <c:v>0.99383114505</c:v>
                </c:pt>
                <c:pt idx="1172">
                  <c:v>0.99548034898</c:v>
                </c:pt>
                <c:pt idx="1173">
                  <c:v>0.99713556064</c:v>
                </c:pt>
                <c:pt idx="1174">
                  <c:v>0.99879660131</c:v>
                </c:pt>
                <c:pt idx="1175">
                  <c:v>1.0004632894</c:v>
                </c:pt>
                <c:pt idx="1176">
                  <c:v>1.0021354402</c:v>
                </c:pt>
                <c:pt idx="1177">
                  <c:v>1.0038128665</c:v>
                </c:pt>
                <c:pt idx="1178">
                  <c:v>1.0054953777</c:v>
                </c:pt>
                <c:pt idx="1179">
                  <c:v>1.0071827806</c:v>
                </c:pt>
                <c:pt idx="1180">
                  <c:v>1.008874879</c:v>
                </c:pt>
                <c:pt idx="1181">
                  <c:v>1.0105714736</c:v>
                </c:pt>
                <c:pt idx="1182">
                  <c:v>1.0122723624</c:v>
                </c:pt>
                <c:pt idx="1183">
                  <c:v>1.0139773403</c:v>
                </c:pt>
                <c:pt idx="1184">
                  <c:v>1.0156861994</c:v>
                </c:pt>
                <c:pt idx="1185">
                  <c:v>1.0173987289</c:v>
                </c:pt>
                <c:pt idx="1186">
                  <c:v>1.0191147148</c:v>
                </c:pt>
                <c:pt idx="1187">
                  <c:v>1.0208339405</c:v>
                </c:pt>
                <c:pt idx="1188">
                  <c:v>1.0225561864</c:v>
                </c:pt>
                <c:pt idx="1189">
                  <c:v>1.02428123</c:v>
                </c:pt>
                <c:pt idx="1190">
                  <c:v>1.0260088458</c:v>
                </c:pt>
                <c:pt idx="1191">
                  <c:v>1.0277388056</c:v>
                </c:pt>
                <c:pt idx="1192">
                  <c:v>1.0294708783</c:v>
                </c:pt>
                <c:pt idx="1193">
                  <c:v>1.03120483</c:v>
                </c:pt>
                <c:pt idx="1194">
                  <c:v>1.0329404238</c:v>
                </c:pt>
                <c:pt idx="1195">
                  <c:v>1.0346774202</c:v>
                </c:pt>
                <c:pt idx="1196">
                  <c:v>1.0364155769</c:v>
                </c:pt>
                <c:pt idx="1197">
                  <c:v>1.0381546487</c:v>
                </c:pt>
                <c:pt idx="1198">
                  <c:v>1.0398943878</c:v>
                </c:pt>
                <c:pt idx="1199">
                  <c:v>1.0416345436</c:v>
                </c:pt>
                <c:pt idx="1200">
                  <c:v>1.0433748631</c:v>
                </c:pt>
                <c:pt idx="1201">
                  <c:v>1.0451150902</c:v>
                </c:pt>
                <c:pt idx="1202">
                  <c:v>1.0468549667</c:v>
                </c:pt>
                <c:pt idx="1203">
                  <c:v>1.0485942314</c:v>
                </c:pt>
                <c:pt idx="1204">
                  <c:v>1.0503326209</c:v>
                </c:pt>
                <c:pt idx="1205">
                  <c:v>1.052069869</c:v>
                </c:pt>
                <c:pt idx="1206">
                  <c:v>1.0538057074</c:v>
                </c:pt>
                <c:pt idx="1207">
                  <c:v>1.0555398651</c:v>
                </c:pt>
                <c:pt idx="1208">
                  <c:v>1.0572720688</c:v>
                </c:pt>
                <c:pt idx="1209">
                  <c:v>1.059002043</c:v>
                </c:pt>
                <c:pt idx="1210">
                  <c:v>1.0607295099</c:v>
                </c:pt>
                <c:pt idx="1211">
                  <c:v>1.0624541894</c:v>
                </c:pt>
                <c:pt idx="1212">
                  <c:v>1.0641757994</c:v>
                </c:pt>
                <c:pt idx="1213">
                  <c:v>1.0658940555</c:v>
                </c:pt>
                <c:pt idx="1214">
                  <c:v>1.0676086715</c:v>
                </c:pt>
                <c:pt idx="1215">
                  <c:v>1.0693193591</c:v>
                </c:pt>
                <c:pt idx="1216">
                  <c:v>1.0710258281</c:v>
                </c:pt>
                <c:pt idx="1217">
                  <c:v>1.0727277864</c:v>
                </c:pt>
                <c:pt idx="1218">
                  <c:v>1.0744249403</c:v>
                </c:pt>
                <c:pt idx="1219">
                  <c:v>1.0761169942</c:v>
                </c:pt>
                <c:pt idx="1220">
                  <c:v>1.077803651</c:v>
                </c:pt>
                <c:pt idx="1221">
                  <c:v>1.079484612</c:v>
                </c:pt>
                <c:pt idx="1222">
                  <c:v>1.0811595771</c:v>
                </c:pt>
                <c:pt idx="1223">
                  <c:v>1.0828282447</c:v>
                </c:pt>
                <c:pt idx="1224">
                  <c:v>1.0844903118</c:v>
                </c:pt>
                <c:pt idx="1225">
                  <c:v>1.0861454745</c:v>
                </c:pt>
                <c:pt idx="1226">
                  <c:v>1.0877934275</c:v>
                </c:pt>
                <c:pt idx="1227">
                  <c:v>1.0894338644</c:v>
                </c:pt>
                <c:pt idx="1228">
                  <c:v>1.0910664781</c:v>
                </c:pt>
                <c:pt idx="1229">
                  <c:v>1.0926909605</c:v>
                </c:pt>
                <c:pt idx="1230">
                  <c:v>1.0943070026</c:v>
                </c:pt>
                <c:pt idx="1231">
                  <c:v>1.0959142949</c:v>
                </c:pt>
                <c:pt idx="1232">
                  <c:v>1.0975125274</c:v>
                </c:pt>
                <c:pt idx="1233">
                  <c:v>1.0991013894</c:v>
                </c:pt>
                <c:pt idx="1234">
                  <c:v>1.1006805699</c:v>
                </c:pt>
                <c:pt idx="1235">
                  <c:v>1.1022497578</c:v>
                </c:pt>
                <c:pt idx="1236">
                  <c:v>1.1038086417</c:v>
                </c:pt>
                <c:pt idx="1237">
                  <c:v>1.1053569102</c:v>
                </c:pt>
                <c:pt idx="1238">
                  <c:v>1.1068942521</c:v>
                </c:pt>
                <c:pt idx="1239">
                  <c:v>1.1084203561</c:v>
                </c:pt>
                <c:pt idx="1240">
                  <c:v>1.1099349114</c:v>
                </c:pt>
                <c:pt idx="1241">
                  <c:v>1.1114376077</c:v>
                </c:pt>
                <c:pt idx="1242">
                  <c:v>1.112928135</c:v>
                </c:pt>
                <c:pt idx="1243">
                  <c:v>1.1144061842</c:v>
                </c:pt>
                <c:pt idx="1244">
                  <c:v>1.1158714468</c:v>
                </c:pt>
                <c:pt idx="1245">
                  <c:v>1.1173236152</c:v>
                </c:pt>
                <c:pt idx="1246">
                  <c:v>1.1187623831</c:v>
                </c:pt>
                <c:pt idx="1247">
                  <c:v>1.120187445</c:v>
                </c:pt>
                <c:pt idx="1248">
                  <c:v>1.121598497</c:v>
                </c:pt>
                <c:pt idx="1249">
                  <c:v>1.1229952362</c:v>
                </c:pt>
                <c:pt idx="1250">
                  <c:v>1.1243773618</c:v>
                </c:pt>
                <c:pt idx="1251">
                  <c:v>1.1257445741</c:v>
                </c:pt>
                <c:pt idx="1252">
                  <c:v>1.1270965756</c:v>
                </c:pt>
                <c:pt idx="1253">
                  <c:v>1.1284330707</c:v>
                </c:pt>
                <c:pt idx="1254">
                  <c:v>1.1297537655</c:v>
                </c:pt>
                <c:pt idx="1255">
                  <c:v>1.1310583688</c:v>
                </c:pt>
                <c:pt idx="1256">
                  <c:v>1.1323465914</c:v>
                </c:pt>
                <c:pt idx="1257">
                  <c:v>1.1336181468</c:v>
                </c:pt>
                <c:pt idx="1258">
                  <c:v>1.1348727508</c:v>
                </c:pt>
                <c:pt idx="1259">
                  <c:v>1.1361101221</c:v>
                </c:pt>
                <c:pt idx="1260">
                  <c:v>1.1373299825</c:v>
                </c:pt>
                <c:pt idx="1261">
                  <c:v>1.1385320564</c:v>
                </c:pt>
                <c:pt idx="1262">
                  <c:v>1.1397160716</c:v>
                </c:pt>
                <c:pt idx="1263">
                  <c:v>1.140881759</c:v>
                </c:pt>
                <c:pt idx="1264">
                  <c:v>1.1420288532</c:v>
                </c:pt>
                <c:pt idx="1265">
                  <c:v>1.1431570921</c:v>
                </c:pt>
                <c:pt idx="1266">
                  <c:v>1.1442662172</c:v>
                </c:pt>
                <c:pt idx="1267">
                  <c:v>1.145355974</c:v>
                </c:pt>
                <c:pt idx="1268">
                  <c:v>1.1464261119</c:v>
                </c:pt>
                <c:pt idx="1269">
                  <c:v>1.1474763844</c:v>
                </c:pt>
                <c:pt idx="1270">
                  <c:v>1.148506549</c:v>
                </c:pt>
                <c:pt idx="1271">
                  <c:v>1.1495163678</c:v>
                </c:pt>
                <c:pt idx="1272">
                  <c:v>1.1505056071</c:v>
                </c:pt>
                <c:pt idx="1273">
                  <c:v>1.1514740379</c:v>
                </c:pt>
                <c:pt idx="1274">
                  <c:v>1.152421436</c:v>
                </c:pt>
                <c:pt idx="1275">
                  <c:v>1.1533475818</c:v>
                </c:pt>
                <c:pt idx="1276">
                  <c:v>1.1542522607</c:v>
                </c:pt>
                <c:pt idx="1277">
                  <c:v>1.1551352633</c:v>
                </c:pt>
                <c:pt idx="1278">
                  <c:v>1.1559963853</c:v>
                </c:pt>
                <c:pt idx="1279">
                  <c:v>1.1568354277</c:v>
                </c:pt>
                <c:pt idx="1280">
                  <c:v>1.1576521968</c:v>
                </c:pt>
                <c:pt idx="1281">
                  <c:v>1.1584465044</c:v>
                </c:pt>
                <c:pt idx="1282">
                  <c:v>1.1592181682</c:v>
                </c:pt>
                <c:pt idx="1283">
                  <c:v>1.1599670113</c:v>
                </c:pt>
                <c:pt idx="1284">
                  <c:v>1.1606928627</c:v>
                </c:pt>
                <c:pt idx="1285">
                  <c:v>1.1613955575</c:v>
                </c:pt>
                <c:pt idx="1286">
                  <c:v>1.1620749367</c:v>
                </c:pt>
                <c:pt idx="1287">
                  <c:v>1.1627308472</c:v>
                </c:pt>
                <c:pt idx="1288">
                  <c:v>1.1633631424</c:v>
                </c:pt>
                <c:pt idx="1289">
                  <c:v>1.163971682</c:v>
                </c:pt>
                <c:pt idx="1290">
                  <c:v>1.1645563317</c:v>
                </c:pt>
                <c:pt idx="1291">
                  <c:v>1.1651169641</c:v>
                </c:pt>
                <c:pt idx="1292">
                  <c:v>1.165653458</c:v>
                </c:pt>
                <c:pt idx="1293">
                  <c:v>1.166165699</c:v>
                </c:pt>
                <c:pt idx="1294">
                  <c:v>1.1666535792</c:v>
                </c:pt>
                <c:pt idx="1295">
                  <c:v>1.1671169976</c:v>
                </c:pt>
                <c:pt idx="1296">
                  <c:v>1.1675558598</c:v>
                </c:pt>
                <c:pt idx="1297">
                  <c:v>1.1679700784</c:v>
                </c:pt>
                <c:pt idx="1298">
                  <c:v>1.1683595728</c:v>
                </c:pt>
                <c:pt idx="1299">
                  <c:v>1.1687242696</c:v>
                </c:pt>
                <c:pt idx="1300">
                  <c:v>1.169064102</c:v>
                </c:pt>
                <c:pt idx="1301">
                  <c:v>1.1693790105</c:v>
                </c:pt>
                <c:pt idx="1302">
                  <c:v>1.1696689427</c:v>
                </c:pt>
                <c:pt idx="1303">
                  <c:v>1.1699338532</c:v>
                </c:pt>
                <c:pt idx="1304">
                  <c:v>1.1701737038</c:v>
                </c:pt>
                <c:pt idx="1305">
                  <c:v>1.1703884633</c:v>
                </c:pt>
                <c:pt idx="1306">
                  <c:v>1.170578108</c:v>
                </c:pt>
                <c:pt idx="1307">
                  <c:v>1.1707426211</c:v>
                </c:pt>
                <c:pt idx="1308">
                  <c:v>1.1708819932</c:v>
                </c:pt>
                <c:pt idx="1309">
                  <c:v>1.170996222</c:v>
                </c:pt>
                <c:pt idx="1310">
                  <c:v>1.1710853126</c:v>
                </c:pt>
                <c:pt idx="1311">
                  <c:v>1.1711492771</c:v>
                </c:pt>
                <c:pt idx="1312">
                  <c:v>1.1711881349</c:v>
                </c:pt>
                <c:pt idx="1313">
                  <c:v>1.1712019126</c:v>
                </c:pt>
                <c:pt idx="1314">
                  <c:v>1.1711906442</c:v>
                </c:pt>
                <c:pt idx="1315">
                  <c:v>1.1711543704</c:v>
                </c:pt>
                <c:pt idx="1316">
                  <c:v>1.1710931396</c:v>
                </c:pt>
                <c:pt idx="1317">
                  <c:v>1.1710070068</c:v>
                </c:pt>
                <c:pt idx="1318">
                  <c:v>1.1708960346</c:v>
                </c:pt>
                <c:pt idx="1319">
                  <c:v>1.1707602922</c:v>
                </c:pt>
                <c:pt idx="1320">
                  <c:v>1.1705998561</c:v>
                </c:pt>
                <c:pt idx="1321">
                  <c:v>1.1704148097</c:v>
                </c:pt>
                <c:pt idx="1322">
                  <c:v>1.1702052433</c:v>
                </c:pt>
                <c:pt idx="1323">
                  <c:v>1.1699712541</c:v>
                </c:pt>
                <c:pt idx="1324">
                  <c:v>1.169712946</c:v>
                </c:pt>
                <c:pt idx="1325">
                  <c:v>1.1694304298</c:v>
                </c:pt>
                <c:pt idx="1326">
                  <c:v>1.169123823</c:v>
                </c:pt>
                <c:pt idx="1327">
                  <c:v>1.1687932497</c:v>
                </c:pt>
                <c:pt idx="1328">
                  <c:v>1.1684388403</c:v>
                </c:pt>
                <c:pt idx="1329">
                  <c:v>1.1680607321</c:v>
                </c:pt>
                <c:pt idx="1330">
                  <c:v>1.1676590686</c:v>
                </c:pt>
                <c:pt idx="1331">
                  <c:v>1.1672339994</c:v>
                </c:pt>
                <c:pt idx="1332">
                  <c:v>1.1667856808</c:v>
                </c:pt>
                <c:pt idx="1333">
                  <c:v>1.1663142749</c:v>
                </c:pt>
                <c:pt idx="1334">
                  <c:v>1.1658199498</c:v>
                </c:pt>
                <c:pt idx="1335">
                  <c:v>1.1653028799</c:v>
                </c:pt>
                <c:pt idx="1336">
                  <c:v>1.1647632452</c:v>
                </c:pt>
                <c:pt idx="1337">
                  <c:v>1.1642012314</c:v>
                </c:pt>
                <c:pt idx="1338">
                  <c:v>1.1636170302</c:v>
                </c:pt>
                <c:pt idx="1339">
                  <c:v>1.1630108384</c:v>
                </c:pt>
                <c:pt idx="1340">
                  <c:v>1.1623828586</c:v>
                </c:pt>
                <c:pt idx="1341">
                  <c:v>1.1617332986</c:v>
                </c:pt>
                <c:pt idx="1342">
                  <c:v>1.1610623713</c:v>
                </c:pt>
                <c:pt idx="1343">
                  <c:v>1.160370295</c:v>
                </c:pt>
                <c:pt idx="1344">
                  <c:v>1.1596572926</c:v>
                </c:pt>
                <c:pt idx="1345">
                  <c:v>1.1589235923</c:v>
                </c:pt>
                <c:pt idx="1346">
                  <c:v>1.1581694266</c:v>
                </c:pt>
                <c:pt idx="1347">
                  <c:v>1.157395033</c:v>
                </c:pt>
                <c:pt idx="1348">
                  <c:v>1.1566006532</c:v>
                </c:pt>
                <c:pt idx="1349">
                  <c:v>1.1557865334</c:v>
                </c:pt>
                <c:pt idx="1350">
                  <c:v>1.1549529242</c:v>
                </c:pt>
                <c:pt idx="1351">
                  <c:v>1.1541000801</c:v>
                </c:pt>
                <c:pt idx="1352">
                  <c:v>1.1532282595</c:v>
                </c:pt>
                <c:pt idx="1353">
                  <c:v>1.152337725</c:v>
                </c:pt>
                <c:pt idx="1354">
                  <c:v>1.1514287426</c:v>
                </c:pt>
                <c:pt idx="1355">
                  <c:v>1.150501582</c:v>
                </c:pt>
                <c:pt idx="1356">
                  <c:v>1.1495565163</c:v>
                </c:pt>
                <c:pt idx="1357">
                  <c:v>1.1485938222</c:v>
                </c:pt>
                <c:pt idx="1358">
                  <c:v>1.1476137791</c:v>
                </c:pt>
                <c:pt idx="1359">
                  <c:v>1.14661667</c:v>
                </c:pt>
                <c:pt idx="1360">
                  <c:v>1.1456027802</c:v>
                </c:pt>
                <c:pt idx="1361">
                  <c:v>1.1445723984</c:v>
                </c:pt>
                <c:pt idx="1362">
                  <c:v>1.1435258156</c:v>
                </c:pt>
                <c:pt idx="1363">
                  <c:v>1.1424633252</c:v>
                </c:pt>
                <c:pt idx="1364">
                  <c:v>1.1413852234</c:v>
                </c:pt>
                <c:pt idx="1365">
                  <c:v>1.1402918082</c:v>
                </c:pt>
                <c:pt idx="1366">
                  <c:v>1.1391833801</c:v>
                </c:pt>
                <c:pt idx="1367">
                  <c:v>1.1380602411</c:v>
                </c:pt>
                <c:pt idx="1368">
                  <c:v>1.1369226956</c:v>
                </c:pt>
                <c:pt idx="1369">
                  <c:v>1.1357710493</c:v>
                </c:pt>
                <c:pt idx="1370">
                  <c:v>1.1346056096</c:v>
                </c:pt>
                <c:pt idx="1371">
                  <c:v>1.1334266853</c:v>
                </c:pt>
                <c:pt idx="1372">
                  <c:v>1.1322345868</c:v>
                </c:pt>
                <c:pt idx="1373">
                  <c:v>1.1310296252</c:v>
                </c:pt>
                <c:pt idx="1374">
                  <c:v>1.1298121132</c:v>
                </c:pt>
                <c:pt idx="1375">
                  <c:v>1.128582364</c:v>
                </c:pt>
                <c:pt idx="1376">
                  <c:v>1.1273406918</c:v>
                </c:pt>
                <c:pt idx="1377">
                  <c:v>1.1260874115</c:v>
                </c:pt>
                <c:pt idx="1378">
                  <c:v>1.1248228386</c:v>
                </c:pt>
                <c:pt idx="1379">
                  <c:v>1.1235472889</c:v>
                </c:pt>
                <c:pt idx="1380">
                  <c:v>1.1222610787</c:v>
                </c:pt>
                <c:pt idx="1381">
                  <c:v>1.1209645244</c:v>
                </c:pt>
                <c:pt idx="1382">
                  <c:v>1.1196579426</c:v>
                </c:pt>
                <c:pt idx="1383">
                  <c:v>1.1183416497</c:v>
                </c:pt>
                <c:pt idx="1384">
                  <c:v>1.1170159623</c:v>
                </c:pt>
                <c:pt idx="1385">
                  <c:v>1.1156811963</c:v>
                </c:pt>
                <c:pt idx="1386">
                  <c:v>1.1143376676</c:v>
                </c:pt>
                <c:pt idx="1387">
                  <c:v>1.1129856917</c:v>
                </c:pt>
                <c:pt idx="1388">
                  <c:v>1.1116255832</c:v>
                </c:pt>
                <c:pt idx="1389">
                  <c:v>1.1102576564</c:v>
                </c:pt>
                <c:pt idx="1390">
                  <c:v>1.1088822247</c:v>
                </c:pt>
                <c:pt idx="1391">
                  <c:v>1.1074996005</c:v>
                </c:pt>
                <c:pt idx="1392">
                  <c:v>1.1061100955</c:v>
                </c:pt>
                <c:pt idx="1393">
                  <c:v>1.1047140202</c:v>
                </c:pt>
                <c:pt idx="1394">
                  <c:v>1.1033116841</c:v>
                </c:pt>
                <c:pt idx="1395">
                  <c:v>1.1019033952</c:v>
                </c:pt>
                <c:pt idx="1396">
                  <c:v>1.1004894606</c:v>
                </c:pt>
                <c:pt idx="1397">
                  <c:v>1.0990701857</c:v>
                </c:pt>
                <c:pt idx="1398">
                  <c:v>1.0976458744</c:v>
                </c:pt>
                <c:pt idx="1399">
                  <c:v>1.0962168293</c:v>
                </c:pt>
                <c:pt idx="1400">
                  <c:v>1.0947833512</c:v>
                </c:pt>
                <c:pt idx="1401">
                  <c:v>1.0933457392</c:v>
                </c:pt>
                <c:pt idx="1402">
                  <c:v>1.0919042905</c:v>
                </c:pt>
                <c:pt idx="1403">
                  <c:v>1.0904593008</c:v>
                </c:pt>
                <c:pt idx="1404">
                  <c:v>1.0890110634</c:v>
                </c:pt>
                <c:pt idx="1405">
                  <c:v>1.0875598701</c:v>
                </c:pt>
                <c:pt idx="1406">
                  <c:v>1.0861060102</c:v>
                </c:pt>
                <c:pt idx="1407">
                  <c:v>1.0846497713</c:v>
                </c:pt>
                <c:pt idx="1408">
                  <c:v>1.0831914384</c:v>
                </c:pt>
                <c:pt idx="1409">
                  <c:v>1.0817312947</c:v>
                </c:pt>
                <c:pt idx="1410">
                  <c:v>1.0802696208</c:v>
                </c:pt>
                <c:pt idx="1411">
                  <c:v>1.0788066951</c:v>
                </c:pt>
                <c:pt idx="1412">
                  <c:v>1.0773427936</c:v>
                </c:pt>
                <c:pt idx="1413">
                  <c:v>1.0758781897</c:v>
                </c:pt>
                <c:pt idx="1414">
                  <c:v>1.0744131546</c:v>
                </c:pt>
                <c:pt idx="1415">
                  <c:v>1.0729479568</c:v>
                </c:pt>
                <c:pt idx="1416">
                  <c:v>1.0714828623</c:v>
                </c:pt>
                <c:pt idx="1417">
                  <c:v>1.0700181343</c:v>
                </c:pt>
                <c:pt idx="1418">
                  <c:v>1.0685540336</c:v>
                </c:pt>
                <c:pt idx="1419">
                  <c:v>1.0670908183</c:v>
                </c:pt>
                <c:pt idx="1420">
                  <c:v>1.0656287436</c:v>
                </c:pt>
                <c:pt idx="1421">
                  <c:v>1.064168062</c:v>
                </c:pt>
                <c:pt idx="1422">
                  <c:v>1.0627090234</c:v>
                </c:pt>
                <c:pt idx="1423">
                  <c:v>1.0612518747</c:v>
                </c:pt>
                <c:pt idx="1424">
                  <c:v>1.05979686</c:v>
                </c:pt>
                <c:pt idx="1425">
                  <c:v>1.0583442207</c:v>
                </c:pt>
                <c:pt idx="1426">
                  <c:v>1.056894195</c:v>
                </c:pt>
                <c:pt idx="1427">
                  <c:v>1.0554470186</c:v>
                </c:pt>
                <c:pt idx="1428">
                  <c:v>1.0540029239</c:v>
                </c:pt>
                <c:pt idx="1429">
                  <c:v>1.0525621407</c:v>
                </c:pt>
                <c:pt idx="1430">
                  <c:v>1.0511248956</c:v>
                </c:pt>
                <c:pt idx="1431">
                  <c:v>1.0496914123</c:v>
                </c:pt>
                <c:pt idx="1432">
                  <c:v>1.0482619116</c:v>
                </c:pt>
                <c:pt idx="1433">
                  <c:v>1.0468366113</c:v>
                </c:pt>
                <c:pt idx="1434">
                  <c:v>1.0454157261</c:v>
                </c:pt>
                <c:pt idx="1435">
                  <c:v>1.0439994678</c:v>
                </c:pt>
                <c:pt idx="1436">
                  <c:v>1.0425880451</c:v>
                </c:pt>
                <c:pt idx="1437">
                  <c:v>1.0411816637</c:v>
                </c:pt>
                <c:pt idx="1438">
                  <c:v>1.0397805264</c:v>
                </c:pt>
                <c:pt idx="1439">
                  <c:v>1.0383848328</c:v>
                </c:pt>
                <c:pt idx="1440">
                  <c:v>1.0369947797</c:v>
                </c:pt>
                <c:pt idx="1441">
                  <c:v>1.0356105607</c:v>
                </c:pt>
                <c:pt idx="1442">
                  <c:v>1.0342323664</c:v>
                </c:pt>
                <c:pt idx="1443">
                  <c:v>1.0328603844</c:v>
                </c:pt>
                <c:pt idx="1444">
                  <c:v>1.0314947993</c:v>
                </c:pt>
                <c:pt idx="1445">
                  <c:v>1.0301357928</c:v>
                </c:pt>
                <c:pt idx="1446">
                  <c:v>1.0287835434</c:v>
                </c:pt>
                <c:pt idx="1447">
                  <c:v>1.0274382267</c:v>
                </c:pt>
                <c:pt idx="1448">
                  <c:v>1.0261000154</c:v>
                </c:pt>
                <c:pt idx="1449">
                  <c:v>1.0247690791</c:v>
                </c:pt>
                <c:pt idx="1450">
                  <c:v>1.0234455844</c:v>
                </c:pt>
                <c:pt idx="1451">
                  <c:v>1.0221296952</c:v>
                </c:pt>
                <c:pt idx="1452">
                  <c:v>1.0208215722</c:v>
                </c:pt>
                <c:pt idx="1453">
                  <c:v>1.0195213732</c:v>
                </c:pt>
                <c:pt idx="1454">
                  <c:v>1.0182292532</c:v>
                </c:pt>
                <c:pt idx="1455">
                  <c:v>1.0169453643</c:v>
                </c:pt>
                <c:pt idx="1456">
                  <c:v>1.0156698556</c:v>
                </c:pt>
                <c:pt idx="1457">
                  <c:v>1.0144028733</c:v>
                </c:pt>
                <c:pt idx="1458">
                  <c:v>1.013144561</c:v>
                </c:pt>
                <c:pt idx="1459">
                  <c:v>1.0118950592</c:v>
                </c:pt>
                <c:pt idx="1460">
                  <c:v>1.0106545057</c:v>
                </c:pt>
                <c:pt idx="1461">
                  <c:v>1.0094230355</c:v>
                </c:pt>
                <c:pt idx="1462">
                  <c:v>1.0082007807</c:v>
                </c:pt>
                <c:pt idx="1463">
                  <c:v>1.0069878709</c:v>
                </c:pt>
                <c:pt idx="1464">
                  <c:v>1.0057844327</c:v>
                </c:pt>
                <c:pt idx="1465">
                  <c:v>1.0045905901</c:v>
                </c:pt>
                <c:pt idx="1466">
                  <c:v>1.0034064644</c:v>
                </c:pt>
                <c:pt idx="1467">
                  <c:v>1.0022321741</c:v>
                </c:pt>
                <c:pt idx="1468">
                  <c:v>1.0010678352</c:v>
                </c:pt>
                <c:pt idx="1469">
                  <c:v>0.99991356104</c:v>
                </c:pt>
                <c:pt idx="1470">
                  <c:v>0.99876946222</c:v>
                </c:pt>
                <c:pt idx="1471">
                  <c:v>0.99763564686</c:v>
                </c:pt>
                <c:pt idx="1472">
                  <c:v>0.99651222047</c:v>
                </c:pt>
                <c:pt idx="1473">
                  <c:v>0.99539928602</c:v>
                </c:pt>
                <c:pt idx="1474">
                  <c:v>0.99429694397</c:v>
                </c:pt>
                <c:pt idx="1475">
                  <c:v>0.99320529223</c:v>
                </c:pt>
                <c:pt idx="1476">
                  <c:v>0.99212442629</c:v>
                </c:pt>
                <c:pt idx="1477">
                  <c:v>0.99105443914</c:v>
                </c:pt>
                <c:pt idx="1478">
                  <c:v>0.98999542137</c:v>
                </c:pt>
                <c:pt idx="1479">
                  <c:v>0.98894746113</c:v>
                </c:pt>
                <c:pt idx="1480">
                  <c:v>0.98791064421</c:v>
                </c:pt>
                <c:pt idx="1481">
                  <c:v>0.98688505402</c:v>
                </c:pt>
                <c:pt idx="1482">
                  <c:v>0.98587077165</c:v>
                </c:pt>
                <c:pt idx="1483">
                  <c:v>0.98486787587</c:v>
                </c:pt>
                <c:pt idx="1484">
                  <c:v>0.98387644315</c:v>
                </c:pt>
                <c:pt idx="1485">
                  <c:v>0.98289654771</c:v>
                </c:pt>
                <c:pt idx="1486">
                  <c:v>0.98192826151</c:v>
                </c:pt>
                <c:pt idx="1487">
                  <c:v>0.98097165431</c:v>
                </c:pt>
                <c:pt idx="1488">
                  <c:v>0.98002679365</c:v>
                </c:pt>
                <c:pt idx="1489">
                  <c:v>0.97909374492</c:v>
                </c:pt>
                <c:pt idx="1490">
                  <c:v>0.97817257136</c:v>
                </c:pt>
                <c:pt idx="1491">
                  <c:v>0.97726333406</c:v>
                </c:pt>
                <c:pt idx="1492">
                  <c:v>0.97636609203</c:v>
                </c:pt>
                <c:pt idx="1493">
                  <c:v>0.9754809022</c:v>
                </c:pt>
                <c:pt idx="1494">
                  <c:v>0.97460781943</c:v>
                </c:pt>
                <c:pt idx="1495">
                  <c:v>0.97374689656</c:v>
                </c:pt>
                <c:pt idx="1496">
                  <c:v>0.9728981844</c:v>
                </c:pt>
                <c:pt idx="1497">
                  <c:v>0.97206173179</c:v>
                </c:pt>
                <c:pt idx="1498">
                  <c:v>0.97123758558</c:v>
                </c:pt>
                <c:pt idx="1499">
                  <c:v>0.97042579071</c:v>
                </c:pt>
                <c:pt idx="1500">
                  <c:v>0.96962639015</c:v>
                </c:pt>
                <c:pt idx="1501">
                  <c:v>0.96883942501</c:v>
                </c:pt>
                <c:pt idx="1502">
                  <c:v>0.96806493448</c:v>
                </c:pt>
                <c:pt idx="1503">
                  <c:v>0.96730295591</c:v>
                </c:pt>
                <c:pt idx="1504">
                  <c:v>0.96655352482</c:v>
                </c:pt>
                <c:pt idx="1505">
                  <c:v>0.96581667488</c:v>
                </c:pt>
                <c:pt idx="1506">
                  <c:v>0.96509243799</c:v>
                </c:pt>
                <c:pt idx="1507">
                  <c:v>0.96438084425</c:v>
                </c:pt>
                <c:pt idx="1508">
                  <c:v>0.963681922</c:v>
                </c:pt>
                <c:pt idx="1509">
                  <c:v>0.96299569785</c:v>
                </c:pt>
                <c:pt idx="1510">
                  <c:v>0.96232219669</c:v>
                </c:pt>
                <c:pt idx="1511">
                  <c:v>0.96166144168</c:v>
                </c:pt>
                <c:pt idx="1512">
                  <c:v>0.96101345432</c:v>
                </c:pt>
                <c:pt idx="1513">
                  <c:v>0.96037825444</c:v>
                </c:pt>
                <c:pt idx="1514">
                  <c:v>0.9597558602</c:v>
                </c:pt>
                <c:pt idx="1515">
                  <c:v>0.95914628815</c:v>
                </c:pt>
                <c:pt idx="1516">
                  <c:v>0.95854955321</c:v>
                </c:pt>
                <c:pt idx="1517">
                  <c:v>0.95796566871</c:v>
                </c:pt>
                <c:pt idx="1518">
                  <c:v>0.9573946464</c:v>
                </c:pt>
                <c:pt idx="1519">
                  <c:v>0.95683649644</c:v>
                </c:pt>
                <c:pt idx="1520">
                  <c:v>0.95629122747</c:v>
                </c:pt>
                <c:pt idx="1521">
                  <c:v>0.95575884656</c:v>
                </c:pt>
                <c:pt idx="1522">
                  <c:v>0.9552393593</c:v>
                </c:pt>
                <c:pt idx="1523">
                  <c:v>0.95473276975</c:v>
                </c:pt>
                <c:pt idx="1524">
                  <c:v>0.95423908047</c:v>
                </c:pt>
                <c:pt idx="1525">
                  <c:v>0.95375829255</c:v>
                </c:pt>
                <c:pt idx="1526">
                  <c:v>0.95329040563</c:v>
                </c:pt>
                <c:pt idx="1527">
                  <c:v>0.95283541788</c:v>
                </c:pt>
                <c:pt idx="1528">
                  <c:v>0.95239332604</c:v>
                </c:pt>
                <c:pt idx="1529">
                  <c:v>0.95196412542</c:v>
                </c:pt>
                <c:pt idx="1530">
                  <c:v>0.95154780993</c:v>
                </c:pt>
                <c:pt idx="1531">
                  <c:v>0.95114437206</c:v>
                </c:pt>
                <c:pt idx="1532">
                  <c:v>0.95075380291</c:v>
                </c:pt>
                <c:pt idx="1533">
                  <c:v>0.95037609221</c:v>
                </c:pt>
                <c:pt idx="1534">
                  <c:v>0.95001122834</c:v>
                </c:pt>
                <c:pt idx="1535">
                  <c:v>0.94965919828</c:v>
                </c:pt>
                <c:pt idx="1536">
                  <c:v>0.94931998769</c:v>
                </c:pt>
                <c:pt idx="1537">
                  <c:v>0.94899358088</c:v>
                </c:pt>
                <c:pt idx="1538">
                  <c:v>0.94867996086</c:v>
                </c:pt>
                <c:pt idx="1539">
                  <c:v>0.94837910927</c:v>
                </c:pt>
                <c:pt idx="1540">
                  <c:v>0.94809100649</c:v>
                </c:pt>
                <c:pt idx="1541">
                  <c:v>0.94781563156</c:v>
                </c:pt>
                <c:pt idx="1542">
                  <c:v>0.94755296225</c:v>
                </c:pt>
                <c:pt idx="1543">
                  <c:v>0.94730297503</c:v>
                </c:pt>
                <c:pt idx="1544">
                  <c:v>0.94706564509</c:v>
                </c:pt>
                <c:pt idx="1545">
                  <c:v>0.94684094636</c:v>
                </c:pt>
                <c:pt idx="1546">
                  <c:v>0.94662885149</c:v>
                </c:pt>
                <c:pt idx="1547">
                  <c:v>0.94642933189</c:v>
                </c:pt>
                <c:pt idx="1548">
                  <c:v>0.9462423577</c:v>
                </c:pt>
                <c:pt idx="1549">
                  <c:v>0.94606789781</c:v>
                </c:pt>
                <c:pt idx="1550">
                  <c:v>0.94590591989</c:v>
                </c:pt>
                <c:pt idx="1551">
                  <c:v>0.94575639035</c:v>
                </c:pt>
                <c:pt idx="1552">
                  <c:v>0.94561927439</c:v>
                </c:pt>
                <c:pt idx="1553">
                  <c:v>0.94549453597</c:v>
                </c:pt>
                <c:pt idx="1554">
                  <c:v>0.94538213782</c:v>
                </c:pt>
                <c:pt idx="1555">
                  <c:v>0.94528204148</c:v>
                </c:pt>
                <c:pt idx="1556">
                  <c:v>0.94519420724</c:v>
                </c:pt>
                <c:pt idx="1557">
                  <c:v>0.9451185942</c:v>
                </c:pt>
                <c:pt idx="1558">
                  <c:v>0.94505516025</c:v>
                </c:pt>
                <c:pt idx="1559">
                  <c:v>0.94500386208</c:v>
                </c:pt>
                <c:pt idx="1560">
                  <c:v>0.94496465516</c:v>
                </c:pt>
                <c:pt idx="1561">
                  <c:v>0.94493749377</c:v>
                </c:pt>
                <c:pt idx="1562">
                  <c:v>0.944922331</c:v>
                </c:pt>
                <c:pt idx="1563">
                  <c:v>0.94491911874</c:v>
                </c:pt>
                <c:pt idx="1564">
                  <c:v>0.94492780766</c:v>
                </c:pt>
                <c:pt idx="1565">
                  <c:v>0.94494834729</c:v>
                </c:pt>
                <c:pt idx="1566">
                  <c:v>0.94498068591</c:v>
                </c:pt>
                <c:pt idx="1567">
                  <c:v>0.94502477065</c:v>
                </c:pt>
                <c:pt idx="1568">
                  <c:v>0.94508054744</c:v>
                </c:pt>
                <c:pt idx="1569">
                  <c:v>0.94514796102</c:v>
                </c:pt>
                <c:pt idx="1570">
                  <c:v>0.94522695493</c:v>
                </c:pt>
                <c:pt idx="1571">
                  <c:v>0.94531747153</c:v>
                </c:pt>
                <c:pt idx="1572">
                  <c:v>0.945419452</c:v>
                </c:pt>
                <c:pt idx="1573">
                  <c:v>0.94553283631</c:v>
                </c:pt>
                <c:pt idx="1574">
                  <c:v>0.94565756327</c:v>
                </c:pt>
                <c:pt idx="1575">
                  <c:v>0.94579357047</c:v>
                </c:pt>
                <c:pt idx="1576">
                  <c:v>0.94594079433</c:v>
                </c:pt>
                <c:pt idx="1577">
                  <c:v>0.94609917007</c:v>
                </c:pt>
                <c:pt idx="1578">
                  <c:v>0.94626863171</c:v>
                </c:pt>
                <c:pt idx="1579">
                  <c:v>0.9464491121</c:v>
                </c:pt>
                <c:pt idx="1580">
                  <c:v>0.94664054287</c:v>
                </c:pt>
                <c:pt idx="1581">
                  <c:v>0.94684285447</c:v>
                </c:pt>
                <c:pt idx="1582">
                  <c:v>0.94705597614</c:v>
                </c:pt>
                <c:pt idx="1583">
                  <c:v>0.94727983593</c:v>
                </c:pt>
                <c:pt idx="1584">
                  <c:v>0.94751436069</c:v>
                </c:pt>
                <c:pt idx="1585">
                  <c:v>0.94775947605</c:v>
                </c:pt>
                <c:pt idx="1586">
                  <c:v>0.94801510646</c:v>
                </c:pt>
                <c:pt idx="1587">
                  <c:v>0.94828117515</c:v>
                </c:pt>
                <c:pt idx="1588">
                  <c:v>0.94855760414</c:v>
                </c:pt>
                <c:pt idx="1589">
                  <c:v>0.94884431425</c:v>
                </c:pt>
                <c:pt idx="1590">
                  <c:v>0.94914122506</c:v>
                </c:pt>
                <c:pt idx="1591">
                  <c:v>0.94944825497</c:v>
                </c:pt>
                <c:pt idx="1592">
                  <c:v>0.94976532115</c:v>
                </c:pt>
                <c:pt idx="1593">
                  <c:v>0.95009233953</c:v>
                </c:pt>
                <c:pt idx="1594">
                  <c:v>0.95042922484</c:v>
                </c:pt>
                <c:pt idx="1595">
                  <c:v>0.95077589059</c:v>
                </c:pt>
                <c:pt idx="1596">
                  <c:v>0.95113224906</c:v>
                </c:pt>
                <c:pt idx="1597">
                  <c:v>0.95149821128</c:v>
                </c:pt>
                <c:pt idx="1598">
                  <c:v>0.95187368708</c:v>
                </c:pt>
                <c:pt idx="1599">
                  <c:v>0.95225858504</c:v>
                </c:pt>
                <c:pt idx="1600">
                  <c:v>0.95265281252</c:v>
                </c:pt>
                <c:pt idx="1601">
                  <c:v>0.95305627561</c:v>
                </c:pt>
                <c:pt idx="1602">
                  <c:v>0.95346887921</c:v>
                </c:pt>
                <c:pt idx="1603">
                  <c:v>0.95389052695</c:v>
                </c:pt>
                <c:pt idx="1604">
                  <c:v>0.95432112121</c:v>
                </c:pt>
                <c:pt idx="1605">
                  <c:v>0.95476056315</c:v>
                </c:pt>
                <c:pt idx="1606">
                  <c:v>0.95520875267</c:v>
                </c:pt>
                <c:pt idx="1607">
                  <c:v>0.95566558844</c:v>
                </c:pt>
                <c:pt idx="1608">
                  <c:v>0.95613096786</c:v>
                </c:pt>
                <c:pt idx="1609">
                  <c:v>0.95660478709</c:v>
                </c:pt>
                <c:pt idx="1610">
                  <c:v>0.95708694104</c:v>
                </c:pt>
                <c:pt idx="1611">
                  <c:v>0.95757732338</c:v>
                </c:pt>
                <c:pt idx="1612">
                  <c:v>0.95807582651</c:v>
                </c:pt>
                <c:pt idx="1613">
                  <c:v>0.9585823416</c:v>
                </c:pt>
                <c:pt idx="1614">
                  <c:v>0.95909675854</c:v>
                </c:pt>
                <c:pt idx="1615">
                  <c:v>0.959618966</c:v>
                </c:pt>
                <c:pt idx="1616">
                  <c:v>0.96014885138</c:v>
                </c:pt>
                <c:pt idx="1617">
                  <c:v>0.96068630082</c:v>
                </c:pt>
                <c:pt idx="1618">
                  <c:v>0.96123119922</c:v>
                </c:pt>
                <c:pt idx="1619">
                  <c:v>0.96178343025</c:v>
                </c:pt>
                <c:pt idx="1620">
                  <c:v>0.9623428763</c:v>
                </c:pt>
                <c:pt idx="1621">
                  <c:v>0.96290941852</c:v>
                </c:pt>
                <c:pt idx="1622">
                  <c:v>0.96348293684</c:v>
                </c:pt>
                <c:pt idx="1623">
                  <c:v>0.9640633099</c:v>
                </c:pt>
                <c:pt idx="1624">
                  <c:v>0.96465041516</c:v>
                </c:pt>
                <c:pt idx="1625">
                  <c:v>0.96524412878</c:v>
                </c:pt>
                <c:pt idx="1626">
                  <c:v>0.96584432573</c:v>
                </c:pt>
                <c:pt idx="1627">
                  <c:v>0.96645087973</c:v>
                </c:pt>
                <c:pt idx="1628">
                  <c:v>0.96706366328</c:v>
                </c:pt>
                <c:pt idx="1629">
                  <c:v>0.96768254765</c:v>
                </c:pt>
                <c:pt idx="1630">
                  <c:v>0.96830740289</c:v>
                </c:pt>
                <c:pt idx="1631">
                  <c:v>0.96893809784</c:v>
                </c:pt>
                <c:pt idx="1632">
                  <c:v>0.96957450014</c:v>
                </c:pt>
                <c:pt idx="1633">
                  <c:v>0.97021647621</c:v>
                </c:pt>
                <c:pt idx="1634">
                  <c:v>0.97086389128</c:v>
                </c:pt>
                <c:pt idx="1635">
                  <c:v>0.9715166094</c:v>
                </c:pt>
                <c:pt idx="1636">
                  <c:v>0.97217449344</c:v>
                </c:pt>
                <c:pt idx="1637">
                  <c:v>0.97283740506</c:v>
                </c:pt>
                <c:pt idx="1638">
                  <c:v>0.97350520479</c:v>
                </c:pt>
                <c:pt idx="1639">
                  <c:v>0.97417775198</c:v>
                </c:pt>
                <c:pt idx="1640">
                  <c:v>0.97485490486</c:v>
                </c:pt>
                <c:pt idx="1641">
                  <c:v>0.97553652048</c:v>
                </c:pt>
                <c:pt idx="1642">
                  <c:v>0.97622245477</c:v>
                </c:pt>
                <c:pt idx="1643">
                  <c:v>0.97691256258</c:v>
                </c:pt>
                <c:pt idx="1644">
                  <c:v>0.97760669759</c:v>
                </c:pt>
                <c:pt idx="1645">
                  <c:v>0.97830471242</c:v>
                </c:pt>
                <c:pt idx="1646">
                  <c:v>0.97900645861</c:v>
                </c:pt>
                <c:pt idx="1647">
                  <c:v>0.97971178661</c:v>
                </c:pt>
                <c:pt idx="1648">
                  <c:v>0.98042054581</c:v>
                </c:pt>
                <c:pt idx="1649">
                  <c:v>0.98113258457</c:v>
                </c:pt>
                <c:pt idx="1650">
                  <c:v>0.98184775021</c:v>
                </c:pt>
                <c:pt idx="1651">
                  <c:v>0.98256588904</c:v>
                </c:pt>
                <c:pt idx="1652">
                  <c:v>0.98328684637</c:v>
                </c:pt>
                <c:pt idx="1653">
                  <c:v>0.98401046651</c:v>
                </c:pt>
                <c:pt idx="1654">
                  <c:v>0.98473659283</c:v>
                </c:pt>
                <c:pt idx="1655">
                  <c:v>0.98546506773</c:v>
                </c:pt>
                <c:pt idx="1656">
                  <c:v>0.98619573269</c:v>
                </c:pt>
                <c:pt idx="1657">
                  <c:v>0.98692842828</c:v>
                </c:pt>
                <c:pt idx="1658">
                  <c:v>0.98766299416</c:v>
                </c:pt>
                <c:pt idx="1659">
                  <c:v>0.98839926915</c:v>
                </c:pt>
                <c:pt idx="1660">
                  <c:v>0.98913709118</c:v>
                </c:pt>
                <c:pt idx="1661">
                  <c:v>0.98987629737</c:v>
                </c:pt>
                <c:pt idx="1662">
                  <c:v>0.99061672404</c:v>
                </c:pt>
                <c:pt idx="1663">
                  <c:v>0.99135820671</c:v>
                </c:pt>
                <c:pt idx="1664">
                  <c:v>0.99210058013</c:v>
                </c:pt>
                <c:pt idx="1665">
                  <c:v>0.99284367834</c:v>
                </c:pt>
                <c:pt idx="1666">
                  <c:v>0.99358733464</c:v>
                </c:pt>
                <c:pt idx="1667">
                  <c:v>0.99433138166</c:v>
                </c:pt>
                <c:pt idx="1668">
                  <c:v>0.99507565135</c:v>
                </c:pt>
                <c:pt idx="1669">
                  <c:v>0.99581997504</c:v>
                </c:pt>
                <c:pt idx="1670">
                  <c:v>0.99656418344</c:v>
                </c:pt>
                <c:pt idx="1671">
                  <c:v>0.99730810671</c:v>
                </c:pt>
                <c:pt idx="1672">
                  <c:v>0.99805157441</c:v>
                </c:pt>
                <c:pt idx="1673">
                  <c:v>0.99879441563</c:v>
                </c:pt>
                <c:pt idx="1674">
                  <c:v>0.99953645893</c:v>
                </c:pt>
                <c:pt idx="1675">
                  <c:v>1.0002775324</c:v>
                </c:pt>
                <c:pt idx="1676">
                  <c:v>1.0010174638</c:v>
                </c:pt>
                <c:pt idx="1677">
                  <c:v>1.0017560804</c:v>
                </c:pt>
                <c:pt idx="1678">
                  <c:v>1.0024932091</c:v>
                </c:pt>
                <c:pt idx="1679">
                  <c:v>1.0032286765</c:v>
                </c:pt>
                <c:pt idx="1680">
                  <c:v>1.0039623088</c:v>
                </c:pt>
                <c:pt idx="1681">
                  <c:v>1.0046939323</c:v>
                </c:pt>
                <c:pt idx="1682">
                  <c:v>1.0054233726</c:v>
                </c:pt>
                <c:pt idx="1683">
                  <c:v>1.0061504554</c:v>
                </c:pt>
                <c:pt idx="1684">
                  <c:v>1.0068750062</c:v>
                </c:pt>
                <c:pt idx="1685">
                  <c:v>1.0075968503</c:v>
                </c:pt>
                <c:pt idx="1686">
                  <c:v>1.008315813</c:v>
                </c:pt>
                <c:pt idx="1687">
                  <c:v>1.0090317195</c:v>
                </c:pt>
                <c:pt idx="1688">
                  <c:v>1.0097443952</c:v>
                </c:pt>
                <c:pt idx="1689">
                  <c:v>1.0104536653</c:v>
                </c:pt>
                <c:pt idx="1690">
                  <c:v>1.0111593552</c:v>
                </c:pt>
                <c:pt idx="1691">
                  <c:v>1.0118612903</c:v>
                </c:pt>
                <c:pt idx="1692">
                  <c:v>1.0125592963</c:v>
                </c:pt>
                <c:pt idx="1693">
                  <c:v>1.0132531991</c:v>
                </c:pt>
                <c:pt idx="1694">
                  <c:v>1.0139428248</c:v>
                </c:pt>
                <c:pt idx="1695">
                  <c:v>1.0146279997</c:v>
                </c:pt>
                <c:pt idx="1696">
                  <c:v>1.0153085507</c:v>
                </c:pt>
                <c:pt idx="1697">
                  <c:v>1.0159843049</c:v>
                </c:pt>
                <c:pt idx="1698">
                  <c:v>1.0166550897</c:v>
                </c:pt>
                <c:pt idx="1699">
                  <c:v>1.0173207332</c:v>
                </c:pt>
                <c:pt idx="1700">
                  <c:v>1.0179810639</c:v>
                </c:pt>
                <c:pt idx="1701">
                  <c:v>1.0186359109</c:v>
                </c:pt>
                <c:pt idx="1702">
                  <c:v>1.0192851039</c:v>
                </c:pt>
                <c:pt idx="1703">
                  <c:v>1.0199284732</c:v>
                </c:pt>
                <c:pt idx="1704">
                  <c:v>1.0205658499</c:v>
                </c:pt>
                <c:pt idx="1705">
                  <c:v>1.0211970657</c:v>
                </c:pt>
                <c:pt idx="1706">
                  <c:v>1.0218219532</c:v>
                </c:pt>
                <c:pt idx="1707">
                  <c:v>1.0224403458</c:v>
                </c:pt>
                <c:pt idx="1708">
                  <c:v>1.0230520779</c:v>
                </c:pt>
                <c:pt idx="1709">
                  <c:v>1.0236569847</c:v>
                </c:pt>
                <c:pt idx="1710">
                  <c:v>1.0242549025</c:v>
                </c:pt>
                <c:pt idx="1711">
                  <c:v>1.0248456684</c:v>
                </c:pt>
                <c:pt idx="1712">
                  <c:v>1.0254291209</c:v>
                </c:pt>
                <c:pt idx="1713">
                  <c:v>1.0260050994</c:v>
                </c:pt>
                <c:pt idx="1714">
                  <c:v>1.0265734446</c:v>
                </c:pt>
                <c:pt idx="1715">
                  <c:v>1.0271339984</c:v>
                </c:pt>
                <c:pt idx="1716">
                  <c:v>1.027686604</c:v>
                </c:pt>
                <c:pt idx="1717">
                  <c:v>1.0282311058</c:v>
                </c:pt>
                <c:pt idx="1718">
                  <c:v>1.0287673498</c:v>
                </c:pt>
                <c:pt idx="1719">
                  <c:v>1.0292951833</c:v>
                </c:pt>
                <c:pt idx="1720">
                  <c:v>1.0298144549</c:v>
                </c:pt>
                <c:pt idx="1721">
                  <c:v>1.0303250152</c:v>
                </c:pt>
                <c:pt idx="1722">
                  <c:v>1.0308267159</c:v>
                </c:pt>
                <c:pt idx="1723">
                  <c:v>1.0313194105</c:v>
                </c:pt>
                <c:pt idx="1724">
                  <c:v>1.0318029543</c:v>
                </c:pt>
                <c:pt idx="1725">
                  <c:v>1.0322772041</c:v>
                </c:pt>
                <c:pt idx="1726">
                  <c:v>1.0327420185</c:v>
                </c:pt>
                <c:pt idx="1727">
                  <c:v>1.0331972581</c:v>
                </c:pt>
                <c:pt idx="1728">
                  <c:v>1.0336427852</c:v>
                </c:pt>
                <c:pt idx="1729">
                  <c:v>1.0340784641</c:v>
                </c:pt>
                <c:pt idx="1730">
                  <c:v>1.0345041609</c:v>
                </c:pt>
                <c:pt idx="1731">
                  <c:v>1.0349197439</c:v>
                </c:pt>
                <c:pt idx="1732">
                  <c:v>1.0353250833</c:v>
                </c:pt>
                <c:pt idx="1733">
                  <c:v>1.0357200514</c:v>
                </c:pt>
                <c:pt idx="1734">
                  <c:v>1.0361045229</c:v>
                </c:pt>
                <c:pt idx="1735">
                  <c:v>1.0364783742</c:v>
                </c:pt>
                <c:pt idx="1736">
                  <c:v>1.0368414845</c:v>
                </c:pt>
                <c:pt idx="1737">
                  <c:v>1.0371937347</c:v>
                </c:pt>
                <c:pt idx="1738">
                  <c:v>1.0375350084</c:v>
                </c:pt>
                <c:pt idx="1739">
                  <c:v>1.0378651915</c:v>
                </c:pt>
                <c:pt idx="1740">
                  <c:v>1.0381841722</c:v>
                </c:pt>
                <c:pt idx="1741">
                  <c:v>1.0384918411</c:v>
                </c:pt>
                <c:pt idx="1742">
                  <c:v>1.0387880914</c:v>
                </c:pt>
                <c:pt idx="1743">
                  <c:v>1.0390728188</c:v>
                </c:pt>
                <c:pt idx="1744">
                  <c:v>1.0393459216</c:v>
                </c:pt>
                <c:pt idx="1745">
                  <c:v>1.0396073004</c:v>
                </c:pt>
                <c:pt idx="1746">
                  <c:v>1.0398568589</c:v>
                </c:pt>
                <c:pt idx="1747">
                  <c:v>1.040094503</c:v>
                </c:pt>
                <c:pt idx="1748">
                  <c:v>1.0403201416</c:v>
                </c:pt>
                <c:pt idx="1749">
                  <c:v>1.0405336863</c:v>
                </c:pt>
                <c:pt idx="1750">
                  <c:v>1.0407350514</c:v>
                </c:pt>
                <c:pt idx="1751">
                  <c:v>1.040924154</c:v>
                </c:pt>
                <c:pt idx="1752">
                  <c:v>1.041100914</c:v>
                </c:pt>
                <c:pt idx="1753">
                  <c:v>1.0412652543</c:v>
                </c:pt>
                <c:pt idx="1754">
                  <c:v>1.0414171005</c:v>
                </c:pt>
                <c:pt idx="1755">
                  <c:v>1.0415563813</c:v>
                </c:pt>
                <c:pt idx="1756">
                  <c:v>1.0416830282</c:v>
                </c:pt>
                <c:pt idx="1757">
                  <c:v>1.0417969758</c:v>
                </c:pt>
                <c:pt idx="1758">
                  <c:v>1.0418981615</c:v>
                </c:pt>
                <c:pt idx="1759">
                  <c:v>1.041986526</c:v>
                </c:pt>
                <c:pt idx="1760">
                  <c:v>1.0420620128</c:v>
                </c:pt>
                <c:pt idx="1761">
                  <c:v>1.0421245685</c:v>
                </c:pt>
                <c:pt idx="1762">
                  <c:v>1.042174143</c:v>
                </c:pt>
                <c:pt idx="1763">
                  <c:v>1.0422106889</c:v>
                </c:pt>
                <c:pt idx="1764">
                  <c:v>1.0422341624</c:v>
                </c:pt>
                <c:pt idx="1765">
                  <c:v>1.0422445224</c:v>
                </c:pt>
                <c:pt idx="1766">
                  <c:v>1.0422417311</c:v>
                </c:pt>
                <c:pt idx="1767">
                  <c:v>1.0422257541</c:v>
                </c:pt>
                <c:pt idx="1768">
                  <c:v>1.0421965597</c:v>
                </c:pt>
                <c:pt idx="1769">
                  <c:v>1.0421541199</c:v>
                </c:pt>
                <c:pt idx="1770">
                  <c:v>1.0420984095</c:v>
                </c:pt>
                <c:pt idx="1771">
                  <c:v>1.0420294068</c:v>
                </c:pt>
                <c:pt idx="1772">
                  <c:v>1.0419470929</c:v>
                </c:pt>
                <c:pt idx="1773">
                  <c:v>1.0418514527</c:v>
                </c:pt>
                <c:pt idx="1774">
                  <c:v>1.0417424737</c:v>
                </c:pt>
                <c:pt idx="1775">
                  <c:v>1.0416201472</c:v>
                </c:pt>
                <c:pt idx="1776">
                  <c:v>1.0414844672</c:v>
                </c:pt>
                <c:pt idx="1777">
                  <c:v>1.0413354314</c:v>
                </c:pt>
                <c:pt idx="1778">
                  <c:v>1.0411730403</c:v>
                </c:pt>
                <c:pt idx="1779">
                  <c:v>1.040997298</c:v>
                </c:pt>
                <c:pt idx="1780">
                  <c:v>1.0408082115</c:v>
                </c:pt>
                <c:pt idx="1781">
                  <c:v>1.0406057913</c:v>
                </c:pt>
                <c:pt idx="1782">
                  <c:v>1.0403900509</c:v>
                </c:pt>
                <c:pt idx="1783">
                  <c:v>1.040161007</c:v>
                </c:pt>
                <c:pt idx="1784">
                  <c:v>1.0399186797</c:v>
                </c:pt>
                <c:pt idx="1785">
                  <c:v>1.039663092</c:v>
                </c:pt>
                <c:pt idx="1786">
                  <c:v>1.0393942703</c:v>
                </c:pt>
                <c:pt idx="1787">
                  <c:v>1.0391122441</c:v>
                </c:pt>
                <c:pt idx="1788">
                  <c:v>1.0388170459</c:v>
                </c:pt>
                <c:pt idx="1789">
                  <c:v>1.0385087115</c:v>
                </c:pt>
                <c:pt idx="1790">
                  <c:v>1.0381872798</c:v>
                </c:pt>
                <c:pt idx="1791">
                  <c:v>1.0378527927</c:v>
                </c:pt>
                <c:pt idx="1792">
                  <c:v>1.0375052951</c:v>
                </c:pt>
                <c:pt idx="1793">
                  <c:v>1.0371448352</c:v>
                </c:pt>
                <c:pt idx="1794">
                  <c:v>1.0367714641</c:v>
                </c:pt>
                <c:pt idx="1795">
                  <c:v>1.0363852358</c:v>
                </c:pt>
                <c:pt idx="1796">
                  <c:v>1.0359862076</c:v>
                </c:pt>
                <c:pt idx="1797">
                  <c:v>1.0355744393</c:v>
                </c:pt>
                <c:pt idx="1798">
                  <c:v>1.035149994</c:v>
                </c:pt>
                <c:pt idx="1799">
                  <c:v>1.0347129377</c:v>
                </c:pt>
                <c:pt idx="1800">
                  <c:v>1.0342633389</c:v>
                </c:pt>
                <c:pt idx="1801">
                  <c:v>1.0338012695</c:v>
                </c:pt>
                <c:pt idx="1802">
                  <c:v>1.0333268038</c:v>
                </c:pt>
                <c:pt idx="1803">
                  <c:v>1.032840019</c:v>
                </c:pt>
                <c:pt idx="1804">
                  <c:v>1.0323409951</c:v>
                </c:pt>
                <c:pt idx="1805">
                  <c:v>1.0318298148</c:v>
                </c:pt>
                <c:pt idx="1806">
                  <c:v>1.0313065635</c:v>
                </c:pt>
                <c:pt idx="1807">
                  <c:v>1.0307713292</c:v>
                </c:pt>
                <c:pt idx="1808">
                  <c:v>1.0302242026</c:v>
                </c:pt>
                <c:pt idx="1809">
                  <c:v>1.0296652769</c:v>
                </c:pt>
                <c:pt idx="1810">
                  <c:v>1.0290946477</c:v>
                </c:pt>
                <c:pt idx="1811">
                  <c:v>1.0285124135</c:v>
                </c:pt>
                <c:pt idx="1812">
                  <c:v>1.0279186749</c:v>
                </c:pt>
                <c:pt idx="1813">
                  <c:v>1.0273135351</c:v>
                </c:pt>
                <c:pt idx="1814">
                  <c:v>1.0266970995</c:v>
                </c:pt>
                <c:pt idx="1815">
                  <c:v>1.0260694761</c:v>
                </c:pt>
                <c:pt idx="1816">
                  <c:v>1.0254307749</c:v>
                </c:pt>
                <c:pt idx="1817">
                  <c:v>1.0247811085</c:v>
                </c:pt>
                <c:pt idx="1818">
                  <c:v>1.0241205913</c:v>
                </c:pt>
                <c:pt idx="1819">
                  <c:v>1.0234493403</c:v>
                </c:pt>
                <c:pt idx="1820">
                  <c:v>1.0227674742</c:v>
                </c:pt>
                <c:pt idx="1821">
                  <c:v>1.0220751141</c:v>
                </c:pt>
                <c:pt idx="1822">
                  <c:v>1.0213723829</c:v>
                </c:pt>
                <c:pt idx="1823">
                  <c:v>1.0206594057</c:v>
                </c:pt>
                <c:pt idx="1824">
                  <c:v>1.0199363093</c:v>
                </c:pt>
                <c:pt idx="1825">
                  <c:v>1.0192032227</c:v>
                </c:pt>
                <c:pt idx="1826">
                  <c:v>1.0184602763</c:v>
                </c:pt>
                <c:pt idx="1827">
                  <c:v>1.0177076027</c:v>
                </c:pt>
                <c:pt idx="1828">
                  <c:v>1.0169453361</c:v>
                </c:pt>
                <c:pt idx="1829">
                  <c:v>1.0161736124</c:v>
                </c:pt>
                <c:pt idx="1830">
                  <c:v>1.0153925691</c:v>
                </c:pt>
                <c:pt idx="1831">
                  <c:v>1.0146023453</c:v>
                </c:pt>
                <c:pt idx="1832">
                  <c:v>1.0138030817</c:v>
                </c:pt>
                <c:pt idx="1833">
                  <c:v>1.0129949206</c:v>
                </c:pt>
                <c:pt idx="1834">
                  <c:v>1.0121780056</c:v>
                </c:pt>
                <c:pt idx="1835">
                  <c:v>1.0113524818</c:v>
                </c:pt>
                <c:pt idx="1836">
                  <c:v>1.0105184955</c:v>
                </c:pt>
                <c:pt idx="1837">
                  <c:v>1.0096761945</c:v>
                </c:pt>
                <c:pt idx="1838">
                  <c:v>1.0088257279</c:v>
                </c:pt>
                <c:pt idx="1839">
                  <c:v>1.0079672457</c:v>
                </c:pt>
                <c:pt idx="1840">
                  <c:v>1.0071008994</c:v>
                </c:pt>
                <c:pt idx="1841">
                  <c:v>1.0062268414</c:v>
                </c:pt>
                <c:pt idx="1842">
                  <c:v>1.0053452252</c:v>
                </c:pt>
                <c:pt idx="1843">
                  <c:v>1.0044562054</c:v>
                </c:pt>
                <c:pt idx="1844">
                  <c:v>1.0035599375</c:v>
                </c:pt>
                <c:pt idx="1845">
                  <c:v>1.002656578</c:v>
                </c:pt>
                <c:pt idx="1846">
                  <c:v>1.0017462841</c:v>
                </c:pt>
                <c:pt idx="1847">
                  <c:v>1.0008292139</c:v>
                </c:pt>
                <c:pt idx="1848">
                  <c:v>0.9999055264</c:v>
                </c:pt>
                <c:pt idx="1849">
                  <c:v>0.99897538116</c:v>
                </c:pt>
                <c:pt idx="1850">
                  <c:v>0.9980389385</c:v>
                </c:pt>
                <c:pt idx="1851">
                  <c:v>0.99709635935</c:v>
                </c:pt>
                <c:pt idx="1852">
                  <c:v>0.99614780525</c:v>
                </c:pt>
                <c:pt idx="1853">
                  <c:v>0.99519343825</c:v>
                </c:pt>
                <c:pt idx="1854">
                  <c:v>0.99423342092</c:v>
                </c:pt>
                <c:pt idx="1855">
                  <c:v>0.99326791627</c:v>
                </c:pt>
                <c:pt idx="1856">
                  <c:v>0.99229708774</c:v>
                </c:pt>
                <c:pt idx="1857">
                  <c:v>0.9913210991</c:v>
                </c:pt>
                <c:pt idx="1858">
                  <c:v>0.99034011447</c:v>
                </c:pt>
                <c:pt idx="1859">
                  <c:v>0.98935429821</c:v>
                </c:pt>
                <c:pt idx="1860">
                  <c:v>0.98836381495</c:v>
                </c:pt>
                <c:pt idx="1861">
                  <c:v>0.98736882949</c:v>
                </c:pt>
                <c:pt idx="1862">
                  <c:v>0.98636950679</c:v>
                </c:pt>
                <c:pt idx="1863">
                  <c:v>0.98536601192</c:v>
                </c:pt>
                <c:pt idx="1864">
                  <c:v>0.98435851</c:v>
                </c:pt>
                <c:pt idx="1865">
                  <c:v>0.98334716621</c:v>
                </c:pt>
                <c:pt idx="1866">
                  <c:v>0.9823321457</c:v>
                </c:pt>
                <c:pt idx="1867">
                  <c:v>0.98131361357</c:v>
                </c:pt>
                <c:pt idx="1868">
                  <c:v>0.98029173483</c:v>
                </c:pt>
                <c:pt idx="1869">
                  <c:v>0.97926667439</c:v>
                </c:pt>
                <c:pt idx="1870">
                  <c:v>0.97823859698</c:v>
                </c:pt>
                <c:pt idx="1871">
                  <c:v>0.97720766712</c:v>
                </c:pt>
                <c:pt idx="1872">
                  <c:v>0.97617404913</c:v>
                </c:pt>
                <c:pt idx="1873">
                  <c:v>0.97513790703</c:v>
                </c:pt>
                <c:pt idx="1874">
                  <c:v>0.97409940457</c:v>
                </c:pt>
                <c:pt idx="1875">
                  <c:v>0.97305870515</c:v>
                </c:pt>
                <c:pt idx="1876">
                  <c:v>0.97201597178</c:v>
                </c:pt>
                <c:pt idx="1877">
                  <c:v>0.97097136712</c:v>
                </c:pt>
                <c:pt idx="1878">
                  <c:v>0.96992505337</c:v>
                </c:pt>
                <c:pt idx="1879">
                  <c:v>0.96887719225</c:v>
                </c:pt>
                <c:pt idx="1880">
                  <c:v>0.96782794503</c:v>
                </c:pt>
                <c:pt idx="1881">
                  <c:v>0.96677747243</c:v>
                </c:pt>
                <c:pt idx="1882">
                  <c:v>0.96572593464</c:v>
                </c:pt>
                <c:pt idx="1883">
                  <c:v>0.96467349125</c:v>
                </c:pt>
                <c:pt idx="1884">
                  <c:v>0.96362030127</c:v>
                </c:pt>
                <c:pt idx="1885">
                  <c:v>0.96256652306</c:v>
                </c:pt>
                <c:pt idx="1886">
                  <c:v>0.96151231434</c:v>
                </c:pt>
                <c:pt idx="1887">
                  <c:v>0.96045783214</c:v>
                </c:pt>
                <c:pt idx="1888">
                  <c:v>0.95940323279</c:v>
                </c:pt>
                <c:pt idx="1889">
                  <c:v>0.95834867188</c:v>
                </c:pt>
                <c:pt idx="1890">
                  <c:v>0.95729430427</c:v>
                </c:pt>
                <c:pt idx="1891">
                  <c:v>0.95624028401</c:v>
                </c:pt>
                <c:pt idx="1892">
                  <c:v>0.9551867644</c:v>
                </c:pt>
                <c:pt idx="1893">
                  <c:v>0.95413389788</c:v>
                </c:pt>
                <c:pt idx="1894">
                  <c:v>0.9530818361</c:v>
                </c:pt>
                <c:pt idx="1895">
                  <c:v>0.9520307298</c:v>
                </c:pt>
                <c:pt idx="1896">
                  <c:v>0.9509807289</c:v>
                </c:pt>
                <c:pt idx="1897">
                  <c:v>0.9499319824</c:v>
                </c:pt>
                <c:pt idx="1898">
                  <c:v>0.94888463838</c:v>
                </c:pt>
                <c:pt idx="1899">
                  <c:v>0.94783884402</c:v>
                </c:pt>
                <c:pt idx="1900">
                  <c:v>0.94679474554</c:v>
                </c:pt>
                <c:pt idx="1901">
                  <c:v>0.94575248822</c:v>
                </c:pt>
                <c:pt idx="1902">
                  <c:v>0.94471221635</c:v>
                </c:pt>
                <c:pt idx="1903">
                  <c:v>0.94367407323</c:v>
                </c:pt>
                <c:pt idx="1904">
                  <c:v>0.9426382012</c:v>
                </c:pt>
                <c:pt idx="1905">
                  <c:v>0.94160474153</c:v>
                </c:pt>
                <c:pt idx="1906">
                  <c:v>0.94057383452</c:v>
                </c:pt>
                <c:pt idx="1907">
                  <c:v>0.93954561939</c:v>
                </c:pt>
                <c:pt idx="1908">
                  <c:v>0.93852023436</c:v>
                </c:pt>
                <c:pt idx="1909">
                  <c:v>0.93749781655</c:v>
                </c:pt>
                <c:pt idx="1910">
                  <c:v>0.93647850204</c:v>
                </c:pt>
                <c:pt idx="1911">
                  <c:v>0.93546242582</c:v>
                </c:pt>
                <c:pt idx="1912">
                  <c:v>0.93444972181</c:v>
                </c:pt>
                <c:pt idx="1913">
                  <c:v>0.93344052282</c:v>
                </c:pt>
                <c:pt idx="1914">
                  <c:v>0.93243496059</c:v>
                </c:pt>
                <c:pt idx="1915">
                  <c:v>0.93143316573</c:v>
                </c:pt>
                <c:pt idx="1916">
                  <c:v>0.93043526774</c:v>
                </c:pt>
                <c:pt idx="1917">
                  <c:v>0.92944139502</c:v>
                </c:pt>
                <c:pt idx="1918">
                  <c:v>0.92845167481</c:v>
                </c:pt>
                <c:pt idx="1919">
                  <c:v>0.92746623327</c:v>
                </c:pt>
                <c:pt idx="1920">
                  <c:v>0.9264851954</c:v>
                </c:pt>
                <c:pt idx="1921">
                  <c:v>0.92550868506</c:v>
                </c:pt>
                <c:pt idx="1922">
                  <c:v>0.92453682498</c:v>
                </c:pt>
                <c:pt idx="1923">
                  <c:v>0.92356973677</c:v>
                </c:pt>
                <c:pt idx="1924">
                  <c:v>0.92260754085</c:v>
                </c:pt>
                <c:pt idx="1925">
                  <c:v>0.92165035652</c:v>
                </c:pt>
                <c:pt idx="1926">
                  <c:v>0.92069830196</c:v>
                </c:pt>
                <c:pt idx="1927">
                  <c:v>0.91975149414</c:v>
                </c:pt>
                <c:pt idx="1928">
                  <c:v>0.91881004894</c:v>
                </c:pt>
                <c:pt idx="1929">
                  <c:v>0.91787408106</c:v>
                </c:pt>
                <c:pt idx="1930">
                  <c:v>0.91694370407</c:v>
                </c:pt>
                <c:pt idx="1931">
                  <c:v>0.91601903036</c:v>
                </c:pt>
                <c:pt idx="1932">
                  <c:v>0.91510017121</c:v>
                </c:pt>
                <c:pt idx="1933">
                  <c:v>0.91418723673</c:v>
                </c:pt>
                <c:pt idx="1934">
                  <c:v>0.91328033591</c:v>
                </c:pt>
                <c:pt idx="1935">
                  <c:v>0.91237957658</c:v>
                </c:pt>
                <c:pt idx="1936">
                  <c:v>0.91148506544</c:v>
                </c:pt>
                <c:pt idx="1937">
                  <c:v>0.91059690805</c:v>
                </c:pt>
                <c:pt idx="1938">
                  <c:v>0.90971520883</c:v>
                </c:pt>
                <c:pt idx="1939">
                  <c:v>0.90884007109</c:v>
                </c:pt>
                <c:pt idx="1940">
                  <c:v>0.907971597</c:v>
                </c:pt>
                <c:pt idx="1941">
                  <c:v>0.90710988761</c:v>
                </c:pt>
                <c:pt idx="1942">
                  <c:v>0.90625504286</c:v>
                </c:pt>
                <c:pt idx="1943">
                  <c:v>0.90540716156</c:v>
                </c:pt>
                <c:pt idx="1944">
                  <c:v>0.90456634144</c:v>
                </c:pt>
                <c:pt idx="1945">
                  <c:v>0.90373267911</c:v>
                </c:pt>
                <c:pt idx="1946">
                  <c:v>0.90290627008</c:v>
                </c:pt>
                <c:pt idx="1947">
                  <c:v>0.90208720876</c:v>
                </c:pt>
                <c:pt idx="1948">
                  <c:v>0.90127558851</c:v>
                </c:pt>
                <c:pt idx="1949">
                  <c:v>0.90047150157</c:v>
                </c:pt>
                <c:pt idx="1950">
                  <c:v>0.89967503913</c:v>
                </c:pt>
                <c:pt idx="1951">
                  <c:v>0.8988862913</c:v>
                </c:pt>
                <c:pt idx="1952">
                  <c:v>0.89810534713</c:v>
                </c:pt>
                <c:pt idx="1953">
                  <c:v>0.89733229463</c:v>
                </c:pt>
                <c:pt idx="1954">
                  <c:v>0.89656722075</c:v>
                </c:pt>
                <c:pt idx="1955">
                  <c:v>0.8958102114</c:v>
                </c:pt>
                <c:pt idx="1956">
                  <c:v>0.89506135146</c:v>
                </c:pt>
                <c:pt idx="1957">
                  <c:v>0.89432072478</c:v>
                </c:pt>
                <c:pt idx="1958">
                  <c:v>0.8935884142</c:v>
                </c:pt>
                <c:pt idx="1959">
                  <c:v>0.89286450154</c:v>
                </c:pt>
                <c:pt idx="1960">
                  <c:v>0.89214906763</c:v>
                </c:pt>
                <c:pt idx="1961">
                  <c:v>0.89144219229</c:v>
                </c:pt>
                <c:pt idx="1962">
                  <c:v>0.89074395436</c:v>
                </c:pt>
                <c:pt idx="1963">
                  <c:v>0.8900544317</c:v>
                </c:pt>
                <c:pt idx="1964">
                  <c:v>0.8893737012</c:v>
                </c:pt>
                <c:pt idx="1965">
                  <c:v>0.88870183879</c:v>
                </c:pt>
                <c:pt idx="1966">
                  <c:v>0.88803891944</c:v>
                </c:pt>
                <c:pt idx="1967">
                  <c:v>0.88738501717</c:v>
                </c:pt>
                <c:pt idx="1968">
                  <c:v>0.88674020508</c:v>
                </c:pt>
                <c:pt idx="1969">
                  <c:v>0.88610455531</c:v>
                </c:pt>
                <c:pt idx="1970">
                  <c:v>0.88547813912</c:v>
                </c:pt>
                <c:pt idx="1971">
                  <c:v>0.88486102681</c:v>
                </c:pt>
                <c:pt idx="1972">
                  <c:v>0.88425328782</c:v>
                </c:pt>
                <c:pt idx="1973">
                  <c:v>0.88365499066</c:v>
                </c:pt>
                <c:pt idx="1974">
                  <c:v>0.88306620298</c:v>
                </c:pt>
                <c:pt idx="1975">
                  <c:v>0.88248699153</c:v>
                </c:pt>
                <c:pt idx="1976">
                  <c:v>0.8819174222</c:v>
                </c:pt>
                <c:pt idx="1977">
                  <c:v>0.88135756001</c:v>
                </c:pt>
                <c:pt idx="1978">
                  <c:v>0.88080746914</c:v>
                </c:pt>
                <c:pt idx="1979">
                  <c:v>0.88026721292</c:v>
                </c:pt>
                <c:pt idx="1980">
                  <c:v>0.87973685385</c:v>
                </c:pt>
                <c:pt idx="1981">
                  <c:v>0.87921645357</c:v>
                </c:pt>
                <c:pt idx="1982">
                  <c:v>0.87870607295</c:v>
                </c:pt>
                <c:pt idx="1983">
                  <c:v>0.87820577201</c:v>
                </c:pt>
                <c:pt idx="1984">
                  <c:v>0.87771560998</c:v>
                </c:pt>
                <c:pt idx="1985">
                  <c:v>0.8772356453</c:v>
                </c:pt>
                <c:pt idx="1986">
                  <c:v>0.87676593562</c:v>
                </c:pt>
                <c:pt idx="1987">
                  <c:v>0.87630653781</c:v>
                </c:pt>
                <c:pt idx="1988">
                  <c:v>0.87585750797</c:v>
                </c:pt>
                <c:pt idx="1989">
                  <c:v>0.87541890143</c:v>
                </c:pt>
                <c:pt idx="1990">
                  <c:v>0.87499077279</c:v>
                </c:pt>
                <c:pt idx="1991">
                  <c:v>0.87457317586</c:v>
                </c:pt>
                <c:pt idx="1992">
                  <c:v>0.87416616376</c:v>
                </c:pt>
                <c:pt idx="1993">
                  <c:v>0.87376978885</c:v>
                </c:pt>
                <c:pt idx="1994">
                  <c:v>0.87338410276</c:v>
                </c:pt>
                <c:pt idx="1995">
                  <c:v>0.87300915642</c:v>
                </c:pt>
                <c:pt idx="1996">
                  <c:v>0.87264500004</c:v>
                </c:pt>
                <c:pt idx="1997">
                  <c:v>0.87229168313</c:v>
                </c:pt>
                <c:pt idx="1998">
                  <c:v>0.87194925451</c:v>
                </c:pt>
                <c:pt idx="1999">
                  <c:v>0.8716177623</c:v>
                </c:pt>
                <c:pt idx="2000">
                  <c:v>0.87129725394</c:v>
                </c:pt>
                <c:pt idx="2001">
                  <c:v>0.87098777622</c:v>
                </c:pt>
                <c:pt idx="2002">
                  <c:v>0.87068937522</c:v>
                </c:pt>
                <c:pt idx="2003">
                  <c:v>0.87040209637</c:v>
                </c:pt>
                <c:pt idx="2004">
                  <c:v>0.87012598448</c:v>
                </c:pt>
                <c:pt idx="2005">
                  <c:v>0.86986108365</c:v>
                </c:pt>
                <c:pt idx="2006">
                  <c:v>0.86960743738</c:v>
                </c:pt>
                <c:pt idx="2007">
                  <c:v>0.86936508851</c:v>
                </c:pt>
                <c:pt idx="2008">
                  <c:v>0.86913407927</c:v>
                </c:pt>
                <c:pt idx="2009">
                  <c:v>0.86891445122</c:v>
                </c:pt>
                <c:pt idx="2010">
                  <c:v>0.86870624534</c:v>
                </c:pt>
                <c:pt idx="2011">
                  <c:v>0.86850950197</c:v>
                </c:pt>
                <c:pt idx="2012">
                  <c:v>0.86832426084</c:v>
                </c:pt>
                <c:pt idx="2013">
                  <c:v>0.86815056108</c:v>
                </c:pt>
                <c:pt idx="2014">
                  <c:v>0.8679884412</c:v>
                </c:pt>
                <c:pt idx="2015">
                  <c:v>0.86783793914</c:v>
                </c:pt>
                <c:pt idx="2016">
                  <c:v>0.8676990922</c:v>
                </c:pt>
                <c:pt idx="2017">
                  <c:v>0.86757193714</c:v>
                </c:pt>
                <c:pt idx="2018">
                  <c:v>0.8674565101</c:v>
                </c:pt>
                <c:pt idx="2019">
                  <c:v>0.86735284664</c:v>
                </c:pt>
                <c:pt idx="2020">
                  <c:v>0.86726098174</c:v>
                </c:pt>
                <c:pt idx="2021">
                  <c:v>0.86718094981</c:v>
                </c:pt>
                <c:pt idx="2022">
                  <c:v>0.86711278469</c:v>
                </c:pt>
                <c:pt idx="2023">
                  <c:v>0.86705651963</c:v>
                </c:pt>
                <c:pt idx="2024">
                  <c:v>0.86701218732</c:v>
                </c:pt>
                <c:pt idx="2025">
                  <c:v>0.86697981989</c:v>
                </c:pt>
                <c:pt idx="2026">
                  <c:v>0.86695944889</c:v>
                </c:pt>
                <c:pt idx="2027">
                  <c:v>0.86695110532</c:v>
                </c:pt>
                <c:pt idx="2028">
                  <c:v>0.86695481962</c:v>
                </c:pt>
                <c:pt idx="2029">
                  <c:v>0.86697062166</c:v>
                </c:pt>
                <c:pt idx="2030">
                  <c:v>0.86699854075</c:v>
                </c:pt>
                <c:pt idx="2031">
                  <c:v>0.86703860565</c:v>
                </c:pt>
                <c:pt idx="2032">
                  <c:v>0.86709084456</c:v>
                </c:pt>
                <c:pt idx="2033">
                  <c:v>0.86715528513</c:v>
                </c:pt>
                <c:pt idx="2034">
                  <c:v>0.86723195443</c:v>
                </c:pt>
                <c:pt idx="2035">
                  <c:v>0.867320879</c:v>
                </c:pt>
                <c:pt idx="2036">
                  <c:v>0.86742208482</c:v>
                </c:pt>
                <c:pt idx="2037">
                  <c:v>0.86753559729</c:v>
                </c:pt>
                <c:pt idx="2038">
                  <c:v>0.86766144127</c:v>
                </c:pt>
                <c:pt idx="2039">
                  <c:v>0.86779964106</c:v>
                </c:pt>
                <c:pt idx="2040">
                  <c:v>0.8679502204</c:v>
                </c:pt>
                <c:pt idx="2041">
                  <c:v>0.86811320245</c:v>
                </c:pt>
                <c:pt idx="2042">
                  <c:v>0.86828860983</c:v>
                </c:pt>
                <c:pt idx="2043">
                  <c:v>0.86847646458</c:v>
                </c:pt>
                <c:pt idx="2044">
                  <c:v>0.86867678817</c:v>
                </c:pt>
                <c:pt idx="2045">
                  <c:v>0.86888960151</c:v>
                </c:pt>
                <c:pt idx="2046">
                  <c:v>0.86911492492</c:v>
                </c:pt>
                <c:pt idx="2047">
                  <c:v>0.86935277816</c:v>
                </c:pt>
                <c:pt idx="2048">
                  <c:v>0.86960318039</c:v>
                </c:pt>
                <c:pt idx="2049">
                  <c:v>0.8698661502</c:v>
                </c:pt>
                <c:pt idx="2050">
                  <c:v>0.87014170558</c:v>
                </c:pt>
                <c:pt idx="2051">
                  <c:v>0.87042986394</c:v>
                </c:pt>
                <c:pt idx="2052">
                  <c:v>0.87073064208</c:v>
                </c:pt>
                <c:pt idx="2053">
                  <c:v>0.8710440562</c:v>
                </c:pt>
                <c:pt idx="2054">
                  <c:v>0.8713701219</c:v>
                </c:pt>
                <c:pt idx="2055">
                  <c:v>0.87170885415</c:v>
                </c:pt>
                <c:pt idx="2056">
                  <c:v>0.87206026732</c:v>
                </c:pt>
                <c:pt idx="2057">
                  <c:v>0.87242437514</c:v>
                </c:pt>
                <c:pt idx="2058">
                  <c:v>0.87280119072</c:v>
                </c:pt>
                <c:pt idx="2059">
                  <c:v>0.87319072652</c:v>
                </c:pt>
                <c:pt idx="2060">
                  <c:v>0.87359299436</c:v>
                </c:pt>
                <c:pt idx="2061">
                  <c:v>0.8740080054</c:v>
                </c:pt>
                <c:pt idx="2062">
                  <c:v>0.87443577016</c:v>
                </c:pt>
                <c:pt idx="2063">
                  <c:v>0.87487629846</c:v>
                </c:pt>
                <c:pt idx="2064">
                  <c:v>0.87532959948</c:v>
                </c:pt>
                <c:pt idx="2065">
                  <c:v>0.87579568169</c:v>
                </c:pt>
                <c:pt idx="2066">
                  <c:v>0.87627455286</c:v>
                </c:pt>
                <c:pt idx="2067">
                  <c:v>0.87676622008</c:v>
                </c:pt>
                <c:pt idx="2068">
                  <c:v>0.87727068972</c:v>
                </c:pt>
                <c:pt idx="2069">
                  <c:v>0.87778796741</c:v>
                </c:pt>
                <c:pt idx="2070">
                  <c:v>0.87831805807</c:v>
                </c:pt>
                <c:pt idx="2071">
                  <c:v>0.87886096586</c:v>
                </c:pt>
                <c:pt idx="2072">
                  <c:v>0.8794166942</c:v>
                </c:pt>
                <c:pt idx="2073">
                  <c:v>0.87998524573</c:v>
                </c:pt>
                <c:pt idx="2074">
                  <c:v>0.88056662233</c:v>
                </c:pt>
                <c:pt idx="2075">
                  <c:v>0.88116082508</c:v>
                </c:pt>
                <c:pt idx="2076">
                  <c:v>0.88176785426</c:v>
                </c:pt>
                <c:pt idx="2077">
                  <c:v>0.88238770934</c:v>
                </c:pt>
                <c:pt idx="2078">
                  <c:v>0.88302038896</c:v>
                </c:pt>
                <c:pt idx="2079">
                  <c:v>0.88366589093</c:v>
                </c:pt>
                <c:pt idx="2080">
                  <c:v>0.8843242122</c:v>
                </c:pt>
                <c:pt idx="2081">
                  <c:v>0.88499534886</c:v>
                </c:pt>
                <c:pt idx="2082">
                  <c:v>0.88567929612</c:v>
                </c:pt>
                <c:pt idx="2083">
                  <c:v>0.88637604828</c:v>
                </c:pt>
                <c:pt idx="2084">
                  <c:v>0.88708559875</c:v>
                </c:pt>
                <c:pt idx="2085">
                  <c:v>0.88780794001</c:v>
                </c:pt>
                <c:pt idx="2086">
                  <c:v>0.88854306359</c:v>
                </c:pt>
                <c:pt idx="2087">
                  <c:v>0.88929096009</c:v>
                </c:pt>
                <c:pt idx="2088">
                  <c:v>0.8900516191</c:v>
                </c:pt>
                <c:pt idx="2089">
                  <c:v>0.89082502925</c:v>
                </c:pt>
                <c:pt idx="2090">
                  <c:v>0.89161117817</c:v>
                </c:pt>
                <c:pt idx="2091">
                  <c:v>0.89241005245</c:v>
                </c:pt>
                <c:pt idx="2092">
                  <c:v>0.89322163764</c:v>
                </c:pt>
                <c:pt idx="2093">
                  <c:v>0.89404591824</c:v>
                </c:pt>
                <c:pt idx="2094">
                  <c:v>0.89488287768</c:v>
                </c:pt>
                <c:pt idx="2095">
                  <c:v>0.8957324983</c:v>
                </c:pt>
                <c:pt idx="2096">
                  <c:v>0.89659476131</c:v>
                </c:pt>
                <c:pt idx="2097">
                  <c:v>0.89746964679</c:v>
                </c:pt>
                <c:pt idx="2098">
                  <c:v>0.89835713369</c:v>
                </c:pt>
                <c:pt idx="2099">
                  <c:v>0.89925719977</c:v>
                </c:pt>
                <c:pt idx="2100">
                  <c:v>0.9001698216</c:v>
                </c:pt>
                <c:pt idx="2101">
                  <c:v>0.90109497456</c:v>
                </c:pt>
                <c:pt idx="2102">
                  <c:v>0.90203263278</c:v>
                </c:pt>
                <c:pt idx="2103">
                  <c:v>0.90298276914</c:v>
                </c:pt>
                <c:pt idx="2104">
                  <c:v>0.90394535525</c:v>
                </c:pt>
                <c:pt idx="2105">
                  <c:v>0.90492036143</c:v>
                </c:pt>
                <c:pt idx="2106">
                  <c:v>0.90590775666</c:v>
                </c:pt>
                <c:pt idx="2107">
                  <c:v>0.90690750861</c:v>
                </c:pt>
                <c:pt idx="2108">
                  <c:v>0.90791958359</c:v>
                </c:pt>
                <c:pt idx="2109">
                  <c:v>0.90894394649</c:v>
                </c:pt>
                <c:pt idx="2110">
                  <c:v>0.90998056083</c:v>
                </c:pt>
                <c:pt idx="2111">
                  <c:v>0.91102938868</c:v>
                </c:pt>
                <c:pt idx="2112">
                  <c:v>0.91209039067</c:v>
                </c:pt>
                <c:pt idx="2113">
                  <c:v>0.91316352594</c:v>
                </c:pt>
                <c:pt idx="2114">
                  <c:v>0.91424875215</c:v>
                </c:pt>
                <c:pt idx="2115">
                  <c:v>0.91534602539</c:v>
                </c:pt>
                <c:pt idx="2116">
                  <c:v>0.91645530026</c:v>
                </c:pt>
                <c:pt idx="2117">
                  <c:v>0.91757652974</c:v>
                </c:pt>
                <c:pt idx="2118">
                  <c:v>0.91870966522</c:v>
                </c:pt>
                <c:pt idx="2119">
                  <c:v>0.91985465648</c:v>
                </c:pt>
                <c:pt idx="2120">
                  <c:v>0.92101145164</c:v>
                </c:pt>
                <c:pt idx="2121">
                  <c:v>0.92217999714</c:v>
                </c:pt>
                <c:pt idx="2122">
                  <c:v>0.92336023773</c:v>
                </c:pt>
                <c:pt idx="2123">
                  <c:v>0.92455211642</c:v>
                </c:pt>
                <c:pt idx="2124">
                  <c:v>0.92575557448</c:v>
                </c:pt>
                <c:pt idx="2125">
                  <c:v>0.92697055138</c:v>
                </c:pt>
                <c:pt idx="2126">
                  <c:v>0.92819698482</c:v>
                </c:pt>
                <c:pt idx="2127">
                  <c:v>0.92943481062</c:v>
                </c:pt>
                <c:pt idx="2128">
                  <c:v>0.93068396279</c:v>
                </c:pt>
                <c:pt idx="2129">
                  <c:v>0.93194437342</c:v>
                </c:pt>
                <c:pt idx="2130">
                  <c:v>0.9332159727</c:v>
                </c:pt>
                <c:pt idx="2131">
                  <c:v>0.93449868887</c:v>
                </c:pt>
                <c:pt idx="2132">
                  <c:v>0.93579244823</c:v>
                </c:pt>
                <c:pt idx="2133">
                  <c:v>0.93709717505</c:v>
                </c:pt>
                <c:pt idx="2134">
                  <c:v>0.93841279162</c:v>
                </c:pt>
                <c:pt idx="2135">
                  <c:v>0.93973921814</c:v>
                </c:pt>
                <c:pt idx="2136">
                  <c:v>0.94107637278</c:v>
                </c:pt>
                <c:pt idx="2137">
                  <c:v>0.94242417156</c:v>
                </c:pt>
                <c:pt idx="2138">
                  <c:v>0.94378252841</c:v>
                </c:pt>
                <c:pt idx="2139">
                  <c:v>0.94515135508</c:v>
                </c:pt>
                <c:pt idx="2140">
                  <c:v>0.94653056116</c:v>
                </c:pt>
                <c:pt idx="2141">
                  <c:v>0.94792005401</c:v>
                </c:pt>
                <c:pt idx="2142">
                  <c:v>0.94931973876</c:v>
                </c:pt>
                <c:pt idx="2143">
                  <c:v>0.95072951828</c:v>
                </c:pt>
                <c:pt idx="2144">
                  <c:v>0.95214929314</c:v>
                </c:pt>
                <c:pt idx="2145">
                  <c:v>0.95357896162</c:v>
                </c:pt>
                <c:pt idx="2146">
                  <c:v>0.95501841963</c:v>
                </c:pt>
                <c:pt idx="2147">
                  <c:v>0.95646756072</c:v>
                </c:pt>
                <c:pt idx="2148">
                  <c:v>0.95792627605</c:v>
                </c:pt>
                <c:pt idx="2149">
                  <c:v>0.95939445436</c:v>
                </c:pt>
                <c:pt idx="2150">
                  <c:v>0.96087198194</c:v>
                </c:pt>
                <c:pt idx="2151">
                  <c:v>0.96235874262</c:v>
                </c:pt>
                <c:pt idx="2152">
                  <c:v>0.96385461774</c:v>
                </c:pt>
                <c:pt idx="2153">
                  <c:v>0.9653594861</c:v>
                </c:pt>
                <c:pt idx="2154">
                  <c:v>0.96687322397</c:v>
                </c:pt>
                <c:pt idx="2155">
                  <c:v>0.96839570507</c:v>
                </c:pt>
                <c:pt idx="2156">
                  <c:v>0.9699268005</c:v>
                </c:pt>
                <c:pt idx="2157">
                  <c:v>0.97146637878</c:v>
                </c:pt>
                <c:pt idx="2158">
                  <c:v>0.97301430578</c:v>
                </c:pt>
                <c:pt idx="2159">
                  <c:v>0.97457044472</c:v>
                </c:pt>
                <c:pt idx="2160">
                  <c:v>0.97613465614</c:v>
                </c:pt>
                <c:pt idx="2161">
                  <c:v>0.97770679789</c:v>
                </c:pt>
                <c:pt idx="2162">
                  <c:v>0.97928672511</c:v>
                </c:pt>
                <c:pt idx="2163">
                  <c:v>0.98087429018</c:v>
                </c:pt>
                <c:pt idx="2164">
                  <c:v>0.98246934276</c:v>
                </c:pt>
                <c:pt idx="2165">
                  <c:v>0.98407172972</c:v>
                </c:pt>
                <c:pt idx="2166">
                  <c:v>0.98568129514</c:v>
                </c:pt>
                <c:pt idx="2167">
                  <c:v>0.98729788031</c:v>
                </c:pt>
                <c:pt idx="2168">
                  <c:v>0.98892132368</c:v>
                </c:pt>
                <c:pt idx="2169">
                  <c:v>0.99055146089</c:v>
                </c:pt>
                <c:pt idx="2170">
                  <c:v>0.9921881247</c:v>
                </c:pt>
                <c:pt idx="2171">
                  <c:v>0.99383114505</c:v>
                </c:pt>
                <c:pt idx="2172">
                  <c:v>0.99548034898</c:v>
                </c:pt>
                <c:pt idx="2173">
                  <c:v>0.99713556064</c:v>
                </c:pt>
                <c:pt idx="2174">
                  <c:v>0.99879660131</c:v>
                </c:pt>
                <c:pt idx="2175">
                  <c:v>1.0004632894</c:v>
                </c:pt>
                <c:pt idx="2176">
                  <c:v>1.0021354402</c:v>
                </c:pt>
                <c:pt idx="2177">
                  <c:v>1.0038128665</c:v>
                </c:pt>
                <c:pt idx="2178">
                  <c:v>1.0054953777</c:v>
                </c:pt>
                <c:pt idx="2179">
                  <c:v>1.0071827806</c:v>
                </c:pt>
                <c:pt idx="2180">
                  <c:v>1.008874879</c:v>
                </c:pt>
                <c:pt idx="2181">
                  <c:v>1.0105714736</c:v>
                </c:pt>
                <c:pt idx="2182">
                  <c:v>1.0122723624</c:v>
                </c:pt>
                <c:pt idx="2183">
                  <c:v>1.0139773403</c:v>
                </c:pt>
                <c:pt idx="2184">
                  <c:v>1.0156861994</c:v>
                </c:pt>
                <c:pt idx="2185">
                  <c:v>1.0173987289</c:v>
                </c:pt>
                <c:pt idx="2186">
                  <c:v>1.0191147148</c:v>
                </c:pt>
                <c:pt idx="2187">
                  <c:v>1.0208339405</c:v>
                </c:pt>
                <c:pt idx="2188">
                  <c:v>1.0225561864</c:v>
                </c:pt>
                <c:pt idx="2189">
                  <c:v>1.02428123</c:v>
                </c:pt>
                <c:pt idx="2190">
                  <c:v>1.0260088458</c:v>
                </c:pt>
                <c:pt idx="2191">
                  <c:v>1.0277388056</c:v>
                </c:pt>
                <c:pt idx="2192">
                  <c:v>1.0294708783</c:v>
                </c:pt>
                <c:pt idx="2193">
                  <c:v>1.03120483</c:v>
                </c:pt>
                <c:pt idx="2194">
                  <c:v>1.0329404238</c:v>
                </c:pt>
                <c:pt idx="2195">
                  <c:v>1.0346774202</c:v>
                </c:pt>
                <c:pt idx="2196">
                  <c:v>1.0364155769</c:v>
                </c:pt>
                <c:pt idx="2197">
                  <c:v>1.0381546487</c:v>
                </c:pt>
                <c:pt idx="2198">
                  <c:v>1.0398943878</c:v>
                </c:pt>
                <c:pt idx="2199">
                  <c:v>1.0416345436</c:v>
                </c:pt>
                <c:pt idx="2200">
                  <c:v>1.0433748631</c:v>
                </c:pt>
                <c:pt idx="2201">
                  <c:v>1.0451150902</c:v>
                </c:pt>
                <c:pt idx="2202">
                  <c:v>1.0468549667</c:v>
                </c:pt>
                <c:pt idx="2203">
                  <c:v>1.0485942314</c:v>
                </c:pt>
                <c:pt idx="2204">
                  <c:v>1.0503326209</c:v>
                </c:pt>
                <c:pt idx="2205">
                  <c:v>1.052069869</c:v>
                </c:pt>
                <c:pt idx="2206">
                  <c:v>1.0538057074</c:v>
                </c:pt>
                <c:pt idx="2207">
                  <c:v>1.0555398651</c:v>
                </c:pt>
                <c:pt idx="2208">
                  <c:v>1.0572720688</c:v>
                </c:pt>
                <c:pt idx="2209">
                  <c:v>1.059002043</c:v>
                </c:pt>
                <c:pt idx="2210">
                  <c:v>1.0607295099</c:v>
                </c:pt>
                <c:pt idx="2211">
                  <c:v>1.0624541894</c:v>
                </c:pt>
                <c:pt idx="2212">
                  <c:v>1.0641757994</c:v>
                </c:pt>
                <c:pt idx="2213">
                  <c:v>1.0658940555</c:v>
                </c:pt>
                <c:pt idx="2214">
                  <c:v>1.0676086715</c:v>
                </c:pt>
                <c:pt idx="2215">
                  <c:v>1.0693193591</c:v>
                </c:pt>
                <c:pt idx="2216">
                  <c:v>1.0710258281</c:v>
                </c:pt>
                <c:pt idx="2217">
                  <c:v>1.0727277864</c:v>
                </c:pt>
                <c:pt idx="2218">
                  <c:v>1.0744249403</c:v>
                </c:pt>
                <c:pt idx="2219">
                  <c:v>1.0761169942</c:v>
                </c:pt>
                <c:pt idx="2220">
                  <c:v>1.077803651</c:v>
                </c:pt>
                <c:pt idx="2221">
                  <c:v>1.079484612</c:v>
                </c:pt>
                <c:pt idx="2222">
                  <c:v>1.0811595771</c:v>
                </c:pt>
                <c:pt idx="2223">
                  <c:v>1.0828282447</c:v>
                </c:pt>
                <c:pt idx="2224">
                  <c:v>1.0844903118</c:v>
                </c:pt>
                <c:pt idx="2225">
                  <c:v>1.0861454745</c:v>
                </c:pt>
                <c:pt idx="2226">
                  <c:v>1.0877934275</c:v>
                </c:pt>
                <c:pt idx="2227">
                  <c:v>1.0894338644</c:v>
                </c:pt>
                <c:pt idx="2228">
                  <c:v>1.0910664781</c:v>
                </c:pt>
                <c:pt idx="2229">
                  <c:v>1.0926909605</c:v>
                </c:pt>
                <c:pt idx="2230">
                  <c:v>1.0943070026</c:v>
                </c:pt>
                <c:pt idx="2231">
                  <c:v>1.0959142949</c:v>
                </c:pt>
                <c:pt idx="2232">
                  <c:v>1.0975125274</c:v>
                </c:pt>
                <c:pt idx="2233">
                  <c:v>1.0991013894</c:v>
                </c:pt>
                <c:pt idx="2234">
                  <c:v>1.1006805699</c:v>
                </c:pt>
                <c:pt idx="2235">
                  <c:v>1.1022497578</c:v>
                </c:pt>
                <c:pt idx="2236">
                  <c:v>1.1038086417</c:v>
                </c:pt>
                <c:pt idx="2237">
                  <c:v>1.1053569102</c:v>
                </c:pt>
                <c:pt idx="2238">
                  <c:v>1.1068942521</c:v>
                </c:pt>
                <c:pt idx="2239">
                  <c:v>1.1084203561</c:v>
                </c:pt>
                <c:pt idx="2240">
                  <c:v>1.1099349114</c:v>
                </c:pt>
                <c:pt idx="2241">
                  <c:v>1.1114376077</c:v>
                </c:pt>
                <c:pt idx="2242">
                  <c:v>1.112928135</c:v>
                </c:pt>
                <c:pt idx="2243">
                  <c:v>1.1144061842</c:v>
                </c:pt>
                <c:pt idx="2244">
                  <c:v>1.1158714468</c:v>
                </c:pt>
                <c:pt idx="2245">
                  <c:v>1.1173236152</c:v>
                </c:pt>
                <c:pt idx="2246">
                  <c:v>1.1187623831</c:v>
                </c:pt>
                <c:pt idx="2247">
                  <c:v>1.120187445</c:v>
                </c:pt>
                <c:pt idx="2248">
                  <c:v>1.121598497</c:v>
                </c:pt>
                <c:pt idx="2249">
                  <c:v>1.1229952362</c:v>
                </c:pt>
                <c:pt idx="2250">
                  <c:v>1.1243773618</c:v>
                </c:pt>
                <c:pt idx="2251">
                  <c:v>1.1257445741</c:v>
                </c:pt>
                <c:pt idx="2252">
                  <c:v>1.1270965756</c:v>
                </c:pt>
                <c:pt idx="2253">
                  <c:v>1.1284330707</c:v>
                </c:pt>
                <c:pt idx="2254">
                  <c:v>1.1297537655</c:v>
                </c:pt>
                <c:pt idx="2255">
                  <c:v>1.1310583688</c:v>
                </c:pt>
                <c:pt idx="2256">
                  <c:v>1.1323465914</c:v>
                </c:pt>
                <c:pt idx="2257">
                  <c:v>1.1336181468</c:v>
                </c:pt>
                <c:pt idx="2258">
                  <c:v>1.1348727508</c:v>
                </c:pt>
                <c:pt idx="2259">
                  <c:v>1.1361101221</c:v>
                </c:pt>
                <c:pt idx="2260">
                  <c:v>1.1373299825</c:v>
                </c:pt>
                <c:pt idx="2261">
                  <c:v>1.1385320564</c:v>
                </c:pt>
                <c:pt idx="2262">
                  <c:v>1.1397160716</c:v>
                </c:pt>
                <c:pt idx="2263">
                  <c:v>1.140881759</c:v>
                </c:pt>
                <c:pt idx="2264">
                  <c:v>1.1420288532</c:v>
                </c:pt>
                <c:pt idx="2265">
                  <c:v>1.1431570921</c:v>
                </c:pt>
                <c:pt idx="2266">
                  <c:v>1.1442662172</c:v>
                </c:pt>
                <c:pt idx="2267">
                  <c:v>1.145355974</c:v>
                </c:pt>
                <c:pt idx="2268">
                  <c:v>1.1464261119</c:v>
                </c:pt>
                <c:pt idx="2269">
                  <c:v>1.1474763844</c:v>
                </c:pt>
                <c:pt idx="2270">
                  <c:v>1.148506549</c:v>
                </c:pt>
                <c:pt idx="2271">
                  <c:v>1.1495163678</c:v>
                </c:pt>
                <c:pt idx="2272">
                  <c:v>1.1505056071</c:v>
                </c:pt>
                <c:pt idx="2273">
                  <c:v>1.1514740379</c:v>
                </c:pt>
                <c:pt idx="2274">
                  <c:v>1.152421436</c:v>
                </c:pt>
                <c:pt idx="2275">
                  <c:v>1.1533475818</c:v>
                </c:pt>
                <c:pt idx="2276">
                  <c:v>1.1542522607</c:v>
                </c:pt>
                <c:pt idx="2277">
                  <c:v>1.1551352633</c:v>
                </c:pt>
                <c:pt idx="2278">
                  <c:v>1.1559963853</c:v>
                </c:pt>
                <c:pt idx="2279">
                  <c:v>1.1568354277</c:v>
                </c:pt>
                <c:pt idx="2280">
                  <c:v>1.1576521968</c:v>
                </c:pt>
                <c:pt idx="2281">
                  <c:v>1.1584465044</c:v>
                </c:pt>
                <c:pt idx="2282">
                  <c:v>1.1592181682</c:v>
                </c:pt>
                <c:pt idx="2283">
                  <c:v>1.1599670113</c:v>
                </c:pt>
                <c:pt idx="2284">
                  <c:v>1.1606928627</c:v>
                </c:pt>
                <c:pt idx="2285">
                  <c:v>1.1613955575</c:v>
                </c:pt>
                <c:pt idx="2286">
                  <c:v>1.1620749367</c:v>
                </c:pt>
                <c:pt idx="2287">
                  <c:v>1.1627308472</c:v>
                </c:pt>
                <c:pt idx="2288">
                  <c:v>1.1633631424</c:v>
                </c:pt>
                <c:pt idx="2289">
                  <c:v>1.163971682</c:v>
                </c:pt>
                <c:pt idx="2290">
                  <c:v>1.1645563317</c:v>
                </c:pt>
                <c:pt idx="2291">
                  <c:v>1.1651169641</c:v>
                </c:pt>
                <c:pt idx="2292">
                  <c:v>1.165653458</c:v>
                </c:pt>
                <c:pt idx="2293">
                  <c:v>1.166165699</c:v>
                </c:pt>
                <c:pt idx="2294">
                  <c:v>1.1666535792</c:v>
                </c:pt>
                <c:pt idx="2295">
                  <c:v>1.1671169976</c:v>
                </c:pt>
                <c:pt idx="2296">
                  <c:v>1.1675558598</c:v>
                </c:pt>
                <c:pt idx="2297">
                  <c:v>1.1679700784</c:v>
                </c:pt>
                <c:pt idx="2298">
                  <c:v>1.1683595728</c:v>
                </c:pt>
                <c:pt idx="2299">
                  <c:v>1.1687242696</c:v>
                </c:pt>
                <c:pt idx="2300">
                  <c:v>1.169064102</c:v>
                </c:pt>
                <c:pt idx="2301">
                  <c:v>1.1693790105</c:v>
                </c:pt>
                <c:pt idx="2302">
                  <c:v>1.1696689427</c:v>
                </c:pt>
                <c:pt idx="2303">
                  <c:v>1.1699338532</c:v>
                </c:pt>
                <c:pt idx="2304">
                  <c:v>1.1701737038</c:v>
                </c:pt>
                <c:pt idx="2305">
                  <c:v>1.1703884633</c:v>
                </c:pt>
                <c:pt idx="2306">
                  <c:v>1.170578108</c:v>
                </c:pt>
                <c:pt idx="2307">
                  <c:v>1.1707426211</c:v>
                </c:pt>
                <c:pt idx="2308">
                  <c:v>1.1708819932</c:v>
                </c:pt>
                <c:pt idx="2309">
                  <c:v>1.170996222</c:v>
                </c:pt>
                <c:pt idx="2310">
                  <c:v>1.1710853126</c:v>
                </c:pt>
                <c:pt idx="2311">
                  <c:v>1.1711492771</c:v>
                </c:pt>
                <c:pt idx="2312">
                  <c:v>1.1711881349</c:v>
                </c:pt>
                <c:pt idx="2313">
                  <c:v>1.1712019126</c:v>
                </c:pt>
                <c:pt idx="2314">
                  <c:v>1.1711906442</c:v>
                </c:pt>
                <c:pt idx="2315">
                  <c:v>1.1711543704</c:v>
                </c:pt>
                <c:pt idx="2316">
                  <c:v>1.1710931396</c:v>
                </c:pt>
                <c:pt idx="2317">
                  <c:v>1.1710070068</c:v>
                </c:pt>
                <c:pt idx="2318">
                  <c:v>1.1708960346</c:v>
                </c:pt>
                <c:pt idx="2319">
                  <c:v>1.1707602922</c:v>
                </c:pt>
                <c:pt idx="2320">
                  <c:v>1.1705998561</c:v>
                </c:pt>
                <c:pt idx="2321">
                  <c:v>1.1704148097</c:v>
                </c:pt>
                <c:pt idx="2322">
                  <c:v>1.1702052433</c:v>
                </c:pt>
                <c:pt idx="2323">
                  <c:v>1.1699712541</c:v>
                </c:pt>
                <c:pt idx="2324">
                  <c:v>1.169712946</c:v>
                </c:pt>
                <c:pt idx="2325">
                  <c:v>1.1694304298</c:v>
                </c:pt>
                <c:pt idx="2326">
                  <c:v>1.169123823</c:v>
                </c:pt>
                <c:pt idx="2327">
                  <c:v>1.1687932497</c:v>
                </c:pt>
                <c:pt idx="2328">
                  <c:v>1.1684388403</c:v>
                </c:pt>
                <c:pt idx="2329">
                  <c:v>1.1680607321</c:v>
                </c:pt>
                <c:pt idx="2330">
                  <c:v>1.1676590686</c:v>
                </c:pt>
                <c:pt idx="2331">
                  <c:v>1.1672339994</c:v>
                </c:pt>
                <c:pt idx="2332">
                  <c:v>1.1667856808</c:v>
                </c:pt>
                <c:pt idx="2333">
                  <c:v>1.1663142749</c:v>
                </c:pt>
                <c:pt idx="2334">
                  <c:v>1.1658199498</c:v>
                </c:pt>
                <c:pt idx="2335">
                  <c:v>1.1653028799</c:v>
                </c:pt>
                <c:pt idx="2336">
                  <c:v>1.1647632452</c:v>
                </c:pt>
                <c:pt idx="2337">
                  <c:v>1.1642012314</c:v>
                </c:pt>
                <c:pt idx="2338">
                  <c:v>1.1636170302</c:v>
                </c:pt>
                <c:pt idx="2339">
                  <c:v>1.1630108384</c:v>
                </c:pt>
                <c:pt idx="2340">
                  <c:v>1.1623828586</c:v>
                </c:pt>
                <c:pt idx="2341">
                  <c:v>1.1617332986</c:v>
                </c:pt>
                <c:pt idx="2342">
                  <c:v>1.1610623713</c:v>
                </c:pt>
                <c:pt idx="2343">
                  <c:v>1.160370295</c:v>
                </c:pt>
                <c:pt idx="2344">
                  <c:v>1.1596572926</c:v>
                </c:pt>
                <c:pt idx="2345">
                  <c:v>1.1589235923</c:v>
                </c:pt>
                <c:pt idx="2346">
                  <c:v>1.1581694266</c:v>
                </c:pt>
                <c:pt idx="2347">
                  <c:v>1.157395033</c:v>
                </c:pt>
                <c:pt idx="2348">
                  <c:v>1.1566006532</c:v>
                </c:pt>
                <c:pt idx="2349">
                  <c:v>1.1557865334</c:v>
                </c:pt>
                <c:pt idx="2350">
                  <c:v>1.1549529242</c:v>
                </c:pt>
                <c:pt idx="2351">
                  <c:v>1.1541000801</c:v>
                </c:pt>
                <c:pt idx="2352">
                  <c:v>1.1532282595</c:v>
                </c:pt>
                <c:pt idx="2353">
                  <c:v>1.152337725</c:v>
                </c:pt>
                <c:pt idx="2354">
                  <c:v>1.1514287426</c:v>
                </c:pt>
                <c:pt idx="2355">
                  <c:v>1.150501582</c:v>
                </c:pt>
                <c:pt idx="2356">
                  <c:v>1.1495565163</c:v>
                </c:pt>
                <c:pt idx="2357">
                  <c:v>1.1485938222</c:v>
                </c:pt>
                <c:pt idx="2358">
                  <c:v>1.1476137791</c:v>
                </c:pt>
                <c:pt idx="2359">
                  <c:v>1.14661667</c:v>
                </c:pt>
                <c:pt idx="2360">
                  <c:v>1.1456027802</c:v>
                </c:pt>
                <c:pt idx="2361">
                  <c:v>1.1445723984</c:v>
                </c:pt>
                <c:pt idx="2362">
                  <c:v>1.1435258156</c:v>
                </c:pt>
                <c:pt idx="2363">
                  <c:v>1.1424633252</c:v>
                </c:pt>
                <c:pt idx="2364">
                  <c:v>1.1413852234</c:v>
                </c:pt>
                <c:pt idx="2365">
                  <c:v>1.1402918082</c:v>
                </c:pt>
                <c:pt idx="2366">
                  <c:v>1.1391833801</c:v>
                </c:pt>
                <c:pt idx="2367">
                  <c:v>1.1380602411</c:v>
                </c:pt>
                <c:pt idx="2368">
                  <c:v>1.1369226956</c:v>
                </c:pt>
                <c:pt idx="2369">
                  <c:v>1.1357710493</c:v>
                </c:pt>
                <c:pt idx="2370">
                  <c:v>1.1346056096</c:v>
                </c:pt>
                <c:pt idx="2371">
                  <c:v>1.1334266853</c:v>
                </c:pt>
                <c:pt idx="2372">
                  <c:v>1.1322345868</c:v>
                </c:pt>
                <c:pt idx="2373">
                  <c:v>1.1310296252</c:v>
                </c:pt>
                <c:pt idx="2374">
                  <c:v>1.1298121132</c:v>
                </c:pt>
                <c:pt idx="2375">
                  <c:v>1.128582364</c:v>
                </c:pt>
                <c:pt idx="2376">
                  <c:v>1.1273406918</c:v>
                </c:pt>
                <c:pt idx="2377">
                  <c:v>1.1260874115</c:v>
                </c:pt>
                <c:pt idx="2378">
                  <c:v>1.1248228386</c:v>
                </c:pt>
                <c:pt idx="2379">
                  <c:v>1.1235472889</c:v>
                </c:pt>
                <c:pt idx="2380">
                  <c:v>1.1222610787</c:v>
                </c:pt>
                <c:pt idx="2381">
                  <c:v>1.1209645244</c:v>
                </c:pt>
                <c:pt idx="2382">
                  <c:v>1.1196579426</c:v>
                </c:pt>
                <c:pt idx="2383">
                  <c:v>1.1183416497</c:v>
                </c:pt>
                <c:pt idx="2384">
                  <c:v>1.1170159623</c:v>
                </c:pt>
                <c:pt idx="2385">
                  <c:v>1.1156811963</c:v>
                </c:pt>
                <c:pt idx="2386">
                  <c:v>1.1143376676</c:v>
                </c:pt>
                <c:pt idx="2387">
                  <c:v>1.1129856917</c:v>
                </c:pt>
                <c:pt idx="2388">
                  <c:v>1.1116255832</c:v>
                </c:pt>
                <c:pt idx="2389">
                  <c:v>1.1102576564</c:v>
                </c:pt>
                <c:pt idx="2390">
                  <c:v>1.1088822247</c:v>
                </c:pt>
                <c:pt idx="2391">
                  <c:v>1.1074996005</c:v>
                </c:pt>
                <c:pt idx="2392">
                  <c:v>1.1061100955</c:v>
                </c:pt>
                <c:pt idx="2393">
                  <c:v>1.1047140202</c:v>
                </c:pt>
                <c:pt idx="2394">
                  <c:v>1.1033116841</c:v>
                </c:pt>
                <c:pt idx="2395">
                  <c:v>1.1019033952</c:v>
                </c:pt>
                <c:pt idx="2396">
                  <c:v>1.1004894606</c:v>
                </c:pt>
                <c:pt idx="2397">
                  <c:v>1.0990701857</c:v>
                </c:pt>
                <c:pt idx="2398">
                  <c:v>1.0976458744</c:v>
                </c:pt>
                <c:pt idx="2399">
                  <c:v>1.0962168293</c:v>
                </c:pt>
                <c:pt idx="2400">
                  <c:v>1.0947833512</c:v>
                </c:pt>
                <c:pt idx="2401">
                  <c:v>1.0933457392</c:v>
                </c:pt>
                <c:pt idx="2402">
                  <c:v>1.0919042905</c:v>
                </c:pt>
                <c:pt idx="2403">
                  <c:v>1.0904593008</c:v>
                </c:pt>
                <c:pt idx="2404">
                  <c:v>1.0890110634</c:v>
                </c:pt>
                <c:pt idx="2405">
                  <c:v>1.0875598701</c:v>
                </c:pt>
                <c:pt idx="2406">
                  <c:v>1.0861060102</c:v>
                </c:pt>
                <c:pt idx="2407">
                  <c:v>1.0846497713</c:v>
                </c:pt>
                <c:pt idx="2408">
                  <c:v>1.0831914384</c:v>
                </c:pt>
                <c:pt idx="2409">
                  <c:v>1.0817312947</c:v>
                </c:pt>
                <c:pt idx="2410">
                  <c:v>1.0802696208</c:v>
                </c:pt>
                <c:pt idx="2411">
                  <c:v>1.0788066951</c:v>
                </c:pt>
                <c:pt idx="2412">
                  <c:v>1.0773427936</c:v>
                </c:pt>
                <c:pt idx="2413">
                  <c:v>1.0758781897</c:v>
                </c:pt>
                <c:pt idx="2414">
                  <c:v>1.0744131546</c:v>
                </c:pt>
                <c:pt idx="2415">
                  <c:v>1.0729479568</c:v>
                </c:pt>
                <c:pt idx="2416">
                  <c:v>1.0714828623</c:v>
                </c:pt>
                <c:pt idx="2417">
                  <c:v>1.0700181343</c:v>
                </c:pt>
                <c:pt idx="2418">
                  <c:v>1.0685540336</c:v>
                </c:pt>
                <c:pt idx="2419">
                  <c:v>1.0670908183</c:v>
                </c:pt>
                <c:pt idx="2420">
                  <c:v>1.0656287436</c:v>
                </c:pt>
                <c:pt idx="2421">
                  <c:v>1.064168062</c:v>
                </c:pt>
                <c:pt idx="2422">
                  <c:v>1.0627090234</c:v>
                </c:pt>
                <c:pt idx="2423">
                  <c:v>1.0612518747</c:v>
                </c:pt>
                <c:pt idx="2424">
                  <c:v>1.05979686</c:v>
                </c:pt>
                <c:pt idx="2425">
                  <c:v>1.0583442207</c:v>
                </c:pt>
                <c:pt idx="2426">
                  <c:v>1.056894195</c:v>
                </c:pt>
                <c:pt idx="2427">
                  <c:v>1.0554470186</c:v>
                </c:pt>
                <c:pt idx="2428">
                  <c:v>1.0540029239</c:v>
                </c:pt>
                <c:pt idx="2429">
                  <c:v>1.0525621407</c:v>
                </c:pt>
                <c:pt idx="2430">
                  <c:v>1.0511248956</c:v>
                </c:pt>
                <c:pt idx="2431">
                  <c:v>1.0496914123</c:v>
                </c:pt>
                <c:pt idx="2432">
                  <c:v>1.0482619116</c:v>
                </c:pt>
                <c:pt idx="2433">
                  <c:v>1.0468366113</c:v>
                </c:pt>
                <c:pt idx="2434">
                  <c:v>1.0454157261</c:v>
                </c:pt>
                <c:pt idx="2435">
                  <c:v>1.0439994678</c:v>
                </c:pt>
                <c:pt idx="2436">
                  <c:v>1.0425880451</c:v>
                </c:pt>
                <c:pt idx="2437">
                  <c:v>1.0411816637</c:v>
                </c:pt>
                <c:pt idx="2438">
                  <c:v>1.0397805264</c:v>
                </c:pt>
                <c:pt idx="2439">
                  <c:v>1.0383848328</c:v>
                </c:pt>
                <c:pt idx="2440">
                  <c:v>1.0369947797</c:v>
                </c:pt>
                <c:pt idx="2441">
                  <c:v>1.0356105607</c:v>
                </c:pt>
                <c:pt idx="2442">
                  <c:v>1.0342323664</c:v>
                </c:pt>
                <c:pt idx="2443">
                  <c:v>1.0328603844</c:v>
                </c:pt>
                <c:pt idx="2444">
                  <c:v>1.0314947993</c:v>
                </c:pt>
                <c:pt idx="2445">
                  <c:v>1.0301357928</c:v>
                </c:pt>
                <c:pt idx="2446">
                  <c:v>1.0287835434</c:v>
                </c:pt>
                <c:pt idx="2447">
                  <c:v>1.0274382267</c:v>
                </c:pt>
                <c:pt idx="2448">
                  <c:v>1.0261000154</c:v>
                </c:pt>
                <c:pt idx="2449">
                  <c:v>1.0247690791</c:v>
                </c:pt>
                <c:pt idx="2450">
                  <c:v>1.0234455844</c:v>
                </c:pt>
                <c:pt idx="2451">
                  <c:v>1.0221296952</c:v>
                </c:pt>
                <c:pt idx="2452">
                  <c:v>1.0208215722</c:v>
                </c:pt>
                <c:pt idx="2453">
                  <c:v>1.0195213732</c:v>
                </c:pt>
                <c:pt idx="2454">
                  <c:v>1.0182292532</c:v>
                </c:pt>
                <c:pt idx="2455">
                  <c:v>1.0169453643</c:v>
                </c:pt>
                <c:pt idx="2456">
                  <c:v>1.0156698556</c:v>
                </c:pt>
                <c:pt idx="2457">
                  <c:v>1.0144028733</c:v>
                </c:pt>
                <c:pt idx="2458">
                  <c:v>1.013144561</c:v>
                </c:pt>
                <c:pt idx="2459">
                  <c:v>1.0118950592</c:v>
                </c:pt>
                <c:pt idx="2460">
                  <c:v>1.0106545057</c:v>
                </c:pt>
                <c:pt idx="2461">
                  <c:v>1.0094230355</c:v>
                </c:pt>
                <c:pt idx="2462">
                  <c:v>1.0082007807</c:v>
                </c:pt>
                <c:pt idx="2463">
                  <c:v>1.0069878709</c:v>
                </c:pt>
                <c:pt idx="2464">
                  <c:v>1.0057844327</c:v>
                </c:pt>
                <c:pt idx="2465">
                  <c:v>1.0045905901</c:v>
                </c:pt>
                <c:pt idx="2466">
                  <c:v>1.0034064644</c:v>
                </c:pt>
                <c:pt idx="2467">
                  <c:v>1.0022321741</c:v>
                </c:pt>
                <c:pt idx="2468">
                  <c:v>1.0010678352</c:v>
                </c:pt>
                <c:pt idx="2469">
                  <c:v>0.99991356104</c:v>
                </c:pt>
                <c:pt idx="2470">
                  <c:v>0.99876946222</c:v>
                </c:pt>
                <c:pt idx="2471">
                  <c:v>0.99763564686</c:v>
                </c:pt>
                <c:pt idx="2472">
                  <c:v>0.99651222047</c:v>
                </c:pt>
                <c:pt idx="2473">
                  <c:v>0.99539928602</c:v>
                </c:pt>
                <c:pt idx="2474">
                  <c:v>0.99429694396</c:v>
                </c:pt>
                <c:pt idx="2475">
                  <c:v>0.99320529223</c:v>
                </c:pt>
                <c:pt idx="2476">
                  <c:v>0.99212442629</c:v>
                </c:pt>
                <c:pt idx="2477">
                  <c:v>0.99105443914</c:v>
                </c:pt>
                <c:pt idx="2478">
                  <c:v>0.98999542137</c:v>
                </c:pt>
                <c:pt idx="2479">
                  <c:v>0.98894746113</c:v>
                </c:pt>
                <c:pt idx="2480">
                  <c:v>0.98791064421</c:v>
                </c:pt>
                <c:pt idx="2481">
                  <c:v>0.98688505402</c:v>
                </c:pt>
                <c:pt idx="2482">
                  <c:v>0.98587077165</c:v>
                </c:pt>
                <c:pt idx="2483">
                  <c:v>0.98486787587</c:v>
                </c:pt>
                <c:pt idx="2484">
                  <c:v>0.98387644315</c:v>
                </c:pt>
                <c:pt idx="2485">
                  <c:v>0.98289654771</c:v>
                </c:pt>
                <c:pt idx="2486">
                  <c:v>0.98192826151</c:v>
                </c:pt>
                <c:pt idx="2487">
                  <c:v>0.98097165431</c:v>
                </c:pt>
                <c:pt idx="2488">
                  <c:v>0.98002679365</c:v>
                </c:pt>
                <c:pt idx="2489">
                  <c:v>0.97909374492</c:v>
                </c:pt>
                <c:pt idx="2490">
                  <c:v>0.97817257136</c:v>
                </c:pt>
                <c:pt idx="2491">
                  <c:v>0.97726333406</c:v>
                </c:pt>
                <c:pt idx="2492">
                  <c:v>0.97636609203</c:v>
                </c:pt>
                <c:pt idx="2493">
                  <c:v>0.9754809022</c:v>
                </c:pt>
                <c:pt idx="2494">
                  <c:v>0.97460781943</c:v>
                </c:pt>
                <c:pt idx="2495">
                  <c:v>0.97374689656</c:v>
                </c:pt>
                <c:pt idx="2496">
                  <c:v>0.9728981844</c:v>
                </c:pt>
                <c:pt idx="2497">
                  <c:v>0.97206173179</c:v>
                </c:pt>
                <c:pt idx="2498">
                  <c:v>0.97123758558</c:v>
                </c:pt>
                <c:pt idx="2499">
                  <c:v>0.97042579071</c:v>
                </c:pt>
                <c:pt idx="2500">
                  <c:v>0.96962639015</c:v>
                </c:pt>
                <c:pt idx="2501">
                  <c:v>0.96883942501</c:v>
                </c:pt>
                <c:pt idx="2502">
                  <c:v>0.96806493448</c:v>
                </c:pt>
                <c:pt idx="2503">
                  <c:v>0.96730295591</c:v>
                </c:pt>
                <c:pt idx="2504">
                  <c:v>0.96655352482</c:v>
                </c:pt>
                <c:pt idx="2505">
                  <c:v>0.96581667488</c:v>
                </c:pt>
                <c:pt idx="2506">
                  <c:v>0.96509243799</c:v>
                </c:pt>
                <c:pt idx="2507">
                  <c:v>0.96438084425</c:v>
                </c:pt>
                <c:pt idx="2508">
                  <c:v>0.963681922</c:v>
                </c:pt>
                <c:pt idx="2509">
                  <c:v>0.96299569785</c:v>
                </c:pt>
                <c:pt idx="2510">
                  <c:v>0.96232219669</c:v>
                </c:pt>
                <c:pt idx="2511">
                  <c:v>0.96166144168</c:v>
                </c:pt>
                <c:pt idx="2512">
                  <c:v>0.96101345432</c:v>
                </c:pt>
                <c:pt idx="2513">
                  <c:v>0.96037825444</c:v>
                </c:pt>
                <c:pt idx="2514">
                  <c:v>0.9597558602</c:v>
                </c:pt>
                <c:pt idx="2515">
                  <c:v>0.95914628815</c:v>
                </c:pt>
                <c:pt idx="2516">
                  <c:v>0.95854955321</c:v>
                </c:pt>
                <c:pt idx="2517">
                  <c:v>0.95796566871</c:v>
                </c:pt>
                <c:pt idx="2518">
                  <c:v>0.9573946464</c:v>
                </c:pt>
                <c:pt idx="2519">
                  <c:v>0.95683649644</c:v>
                </c:pt>
                <c:pt idx="2520">
                  <c:v>0.95629122746</c:v>
                </c:pt>
                <c:pt idx="2521">
                  <c:v>0.95575884656</c:v>
                </c:pt>
                <c:pt idx="2522">
                  <c:v>0.9552393593</c:v>
                </c:pt>
                <c:pt idx="2523">
                  <c:v>0.95473276975</c:v>
                </c:pt>
                <c:pt idx="2524">
                  <c:v>0.95423908047</c:v>
                </c:pt>
                <c:pt idx="2525">
                  <c:v>0.95375829255</c:v>
                </c:pt>
                <c:pt idx="2526">
                  <c:v>0.95329040563</c:v>
                </c:pt>
                <c:pt idx="2527">
                  <c:v>0.95283541788</c:v>
                </c:pt>
                <c:pt idx="2528">
                  <c:v>0.95239332604</c:v>
                </c:pt>
                <c:pt idx="2529">
                  <c:v>0.95196412543</c:v>
                </c:pt>
                <c:pt idx="2530">
                  <c:v>0.95154780993</c:v>
                </c:pt>
                <c:pt idx="2531">
                  <c:v>0.95114437206</c:v>
                </c:pt>
                <c:pt idx="2532">
                  <c:v>0.95075380291</c:v>
                </c:pt>
                <c:pt idx="2533">
                  <c:v>0.95037609221</c:v>
                </c:pt>
                <c:pt idx="2534">
                  <c:v>0.95001122834</c:v>
                </c:pt>
                <c:pt idx="2535">
                  <c:v>0.94965919828</c:v>
                </c:pt>
                <c:pt idx="2536">
                  <c:v>0.94931998769</c:v>
                </c:pt>
                <c:pt idx="2537">
                  <c:v>0.94899358088</c:v>
                </c:pt>
                <c:pt idx="2538">
                  <c:v>0.94867996086</c:v>
                </c:pt>
                <c:pt idx="2539">
                  <c:v>0.94837910927</c:v>
                </c:pt>
                <c:pt idx="2540">
                  <c:v>0.94809100649</c:v>
                </c:pt>
                <c:pt idx="2541">
                  <c:v>0.94781563156</c:v>
                </c:pt>
                <c:pt idx="2542">
                  <c:v>0.94755296225</c:v>
                </c:pt>
                <c:pt idx="2543">
                  <c:v>0.94730297503</c:v>
                </c:pt>
                <c:pt idx="2544">
                  <c:v>0.94706564509</c:v>
                </c:pt>
                <c:pt idx="2545">
                  <c:v>0.94684094636</c:v>
                </c:pt>
                <c:pt idx="2546">
                  <c:v>0.94662885149</c:v>
                </c:pt>
                <c:pt idx="2547">
                  <c:v>0.94642933189</c:v>
                </c:pt>
                <c:pt idx="2548">
                  <c:v>0.9462423577</c:v>
                </c:pt>
                <c:pt idx="2549">
                  <c:v>0.94606789781</c:v>
                </c:pt>
                <c:pt idx="2550">
                  <c:v>0.94590591989</c:v>
                </c:pt>
                <c:pt idx="2551">
                  <c:v>0.94575639036</c:v>
                </c:pt>
                <c:pt idx="2552">
                  <c:v>0.94561927439</c:v>
                </c:pt>
                <c:pt idx="2553">
                  <c:v>0.94549453597</c:v>
                </c:pt>
                <c:pt idx="2554">
                  <c:v>0.94538213782</c:v>
                </c:pt>
                <c:pt idx="2555">
                  <c:v>0.94528204148</c:v>
                </c:pt>
                <c:pt idx="2556">
                  <c:v>0.94519420724</c:v>
                </c:pt>
                <c:pt idx="2557">
                  <c:v>0.9451185942</c:v>
                </c:pt>
                <c:pt idx="2558">
                  <c:v>0.94505516025</c:v>
                </c:pt>
                <c:pt idx="2559">
                  <c:v>0.94500386208</c:v>
                </c:pt>
                <c:pt idx="2560">
                  <c:v>0.94496465516</c:v>
                </c:pt>
                <c:pt idx="2561">
                  <c:v>0.94493749377</c:v>
                </c:pt>
                <c:pt idx="2562">
                  <c:v>0.944922331</c:v>
                </c:pt>
                <c:pt idx="2563">
                  <c:v>0.94491911874</c:v>
                </c:pt>
                <c:pt idx="2564">
                  <c:v>0.94492780766</c:v>
                </c:pt>
                <c:pt idx="2565">
                  <c:v>0.94494834729</c:v>
                </c:pt>
                <c:pt idx="2566">
                  <c:v>0.94498068591</c:v>
                </c:pt>
                <c:pt idx="2567">
                  <c:v>0.94502477065</c:v>
                </c:pt>
                <c:pt idx="2568">
                  <c:v>0.94508054744</c:v>
                </c:pt>
                <c:pt idx="2569">
                  <c:v>0.94514796102</c:v>
                </c:pt>
                <c:pt idx="2570">
                  <c:v>0.94522695493</c:v>
                </c:pt>
                <c:pt idx="2571">
                  <c:v>0.94531747153</c:v>
                </c:pt>
                <c:pt idx="2572">
                  <c:v>0.945419452</c:v>
                </c:pt>
                <c:pt idx="2573">
                  <c:v>0.94553283631</c:v>
                </c:pt>
                <c:pt idx="2574">
                  <c:v>0.94565756327</c:v>
                </c:pt>
                <c:pt idx="2575">
                  <c:v>0.94579357047</c:v>
                </c:pt>
                <c:pt idx="2576">
                  <c:v>0.94594079433</c:v>
                </c:pt>
                <c:pt idx="2577">
                  <c:v>0.94609917007</c:v>
                </c:pt>
                <c:pt idx="2578">
                  <c:v>0.94626863171</c:v>
                </c:pt>
                <c:pt idx="2579">
                  <c:v>0.9464491121</c:v>
                </c:pt>
                <c:pt idx="2580">
                  <c:v>0.94664054287</c:v>
                </c:pt>
                <c:pt idx="2581">
                  <c:v>0.94684285447</c:v>
                </c:pt>
                <c:pt idx="2582">
                  <c:v>0.94705597614</c:v>
                </c:pt>
                <c:pt idx="2583">
                  <c:v>0.94727983593</c:v>
                </c:pt>
                <c:pt idx="2584">
                  <c:v>0.94751436069</c:v>
                </c:pt>
                <c:pt idx="2585">
                  <c:v>0.94775947605</c:v>
                </c:pt>
                <c:pt idx="2586">
                  <c:v>0.94801510646</c:v>
                </c:pt>
                <c:pt idx="2587">
                  <c:v>0.94828117515</c:v>
                </c:pt>
                <c:pt idx="2588">
                  <c:v>0.94855760414</c:v>
                </c:pt>
                <c:pt idx="2589">
                  <c:v>0.94884431425</c:v>
                </c:pt>
                <c:pt idx="2590">
                  <c:v>0.94914122506</c:v>
                </c:pt>
                <c:pt idx="2591">
                  <c:v>0.94944825497</c:v>
                </c:pt>
                <c:pt idx="2592">
                  <c:v>0.94976532115</c:v>
                </c:pt>
                <c:pt idx="2593">
                  <c:v>0.95009233953</c:v>
                </c:pt>
                <c:pt idx="2594">
                  <c:v>0.95042922484</c:v>
                </c:pt>
                <c:pt idx="2595">
                  <c:v>0.95077589059</c:v>
                </c:pt>
                <c:pt idx="2596">
                  <c:v>0.95113224906</c:v>
                </c:pt>
                <c:pt idx="2597">
                  <c:v>0.95149821128</c:v>
                </c:pt>
                <c:pt idx="2598">
                  <c:v>0.95187368708</c:v>
                </c:pt>
                <c:pt idx="2599">
                  <c:v>0.95225858504</c:v>
                </c:pt>
                <c:pt idx="2600">
                  <c:v>0.95265281252</c:v>
                </c:pt>
                <c:pt idx="2601">
                  <c:v>0.95305627561</c:v>
                </c:pt>
                <c:pt idx="2602">
                  <c:v>0.95346887921</c:v>
                </c:pt>
                <c:pt idx="2603">
                  <c:v>0.95389052695</c:v>
                </c:pt>
                <c:pt idx="2604">
                  <c:v>0.95432112121</c:v>
                </c:pt>
                <c:pt idx="2605">
                  <c:v>0.95476056315</c:v>
                </c:pt>
                <c:pt idx="2606">
                  <c:v>0.95520875267</c:v>
                </c:pt>
                <c:pt idx="2607">
                  <c:v>0.95566558844</c:v>
                </c:pt>
                <c:pt idx="2608">
                  <c:v>0.95613096786</c:v>
                </c:pt>
                <c:pt idx="2609">
                  <c:v>0.95660478709</c:v>
                </c:pt>
                <c:pt idx="2610">
                  <c:v>0.95708694104</c:v>
                </c:pt>
                <c:pt idx="2611">
                  <c:v>0.95757732338</c:v>
                </c:pt>
                <c:pt idx="2612">
                  <c:v>0.95807582651</c:v>
                </c:pt>
                <c:pt idx="2613">
                  <c:v>0.9585823416</c:v>
                </c:pt>
                <c:pt idx="2614">
                  <c:v>0.95909675854</c:v>
                </c:pt>
                <c:pt idx="2615">
                  <c:v>0.959618966</c:v>
                </c:pt>
                <c:pt idx="2616">
                  <c:v>0.96014885138</c:v>
                </c:pt>
                <c:pt idx="2617">
                  <c:v>0.96068630082</c:v>
                </c:pt>
                <c:pt idx="2618">
                  <c:v>0.96123119922</c:v>
                </c:pt>
                <c:pt idx="2619">
                  <c:v>0.96178343025</c:v>
                </c:pt>
                <c:pt idx="2620">
                  <c:v>0.9623428763</c:v>
                </c:pt>
                <c:pt idx="2621">
                  <c:v>0.96290941852</c:v>
                </c:pt>
                <c:pt idx="2622">
                  <c:v>0.96348293684</c:v>
                </c:pt>
                <c:pt idx="2623">
                  <c:v>0.9640633099</c:v>
                </c:pt>
                <c:pt idx="2624">
                  <c:v>0.96465041516</c:v>
                </c:pt>
                <c:pt idx="2625">
                  <c:v>0.96524412878</c:v>
                </c:pt>
                <c:pt idx="2626">
                  <c:v>0.96584432573</c:v>
                </c:pt>
                <c:pt idx="2627">
                  <c:v>0.96645087973</c:v>
                </c:pt>
                <c:pt idx="2628">
                  <c:v>0.96706366328</c:v>
                </c:pt>
                <c:pt idx="2629">
                  <c:v>0.96768254765</c:v>
                </c:pt>
                <c:pt idx="2630">
                  <c:v>0.96830740289</c:v>
                </c:pt>
                <c:pt idx="2631">
                  <c:v>0.96893809784</c:v>
                </c:pt>
                <c:pt idx="2632">
                  <c:v>0.96957450014</c:v>
                </c:pt>
                <c:pt idx="2633">
                  <c:v>0.97021647621</c:v>
                </c:pt>
                <c:pt idx="2634">
                  <c:v>0.97086389128</c:v>
                </c:pt>
                <c:pt idx="2635">
                  <c:v>0.9715166094</c:v>
                </c:pt>
                <c:pt idx="2636">
                  <c:v>0.97217449343</c:v>
                </c:pt>
                <c:pt idx="2637">
                  <c:v>0.97283740506</c:v>
                </c:pt>
                <c:pt idx="2638">
                  <c:v>0.97350520479</c:v>
                </c:pt>
                <c:pt idx="2639">
                  <c:v>0.97417775198</c:v>
                </c:pt>
                <c:pt idx="2640">
                  <c:v>0.97485490486</c:v>
                </c:pt>
                <c:pt idx="2641">
                  <c:v>0.97553652047</c:v>
                </c:pt>
                <c:pt idx="2642">
                  <c:v>0.97622245478</c:v>
                </c:pt>
                <c:pt idx="2643">
                  <c:v>0.97691256258</c:v>
                </c:pt>
                <c:pt idx="2644">
                  <c:v>0.97760669759</c:v>
                </c:pt>
                <c:pt idx="2645">
                  <c:v>0.97830471242</c:v>
                </c:pt>
                <c:pt idx="2646">
                  <c:v>0.97900645861</c:v>
                </c:pt>
                <c:pt idx="2647">
                  <c:v>0.97971178661</c:v>
                </c:pt>
                <c:pt idx="2648">
                  <c:v>0.98042054581</c:v>
                </c:pt>
                <c:pt idx="2649">
                  <c:v>0.98113258457</c:v>
                </c:pt>
                <c:pt idx="2650">
                  <c:v>0.98184775021</c:v>
                </c:pt>
                <c:pt idx="2651">
                  <c:v>0.98256588904</c:v>
                </c:pt>
                <c:pt idx="2652">
                  <c:v>0.98328684637</c:v>
                </c:pt>
                <c:pt idx="2653">
                  <c:v>0.98401046651</c:v>
                </c:pt>
                <c:pt idx="2654">
                  <c:v>0.98473659283</c:v>
                </c:pt>
                <c:pt idx="2655">
                  <c:v>0.98546506773</c:v>
                </c:pt>
                <c:pt idx="2656">
                  <c:v>0.98619573269</c:v>
                </c:pt>
                <c:pt idx="2657">
                  <c:v>0.98692842828</c:v>
                </c:pt>
                <c:pt idx="2658">
                  <c:v>0.98766299416</c:v>
                </c:pt>
                <c:pt idx="2659">
                  <c:v>0.98839926915</c:v>
                </c:pt>
                <c:pt idx="2660">
                  <c:v>0.98913709118</c:v>
                </c:pt>
                <c:pt idx="2661">
                  <c:v>0.98987629737</c:v>
                </c:pt>
                <c:pt idx="2662">
                  <c:v>0.99061672404</c:v>
                </c:pt>
                <c:pt idx="2663">
                  <c:v>0.99135820671</c:v>
                </c:pt>
                <c:pt idx="2664">
                  <c:v>0.99210058013</c:v>
                </c:pt>
                <c:pt idx="2665">
                  <c:v>0.99284367834</c:v>
                </c:pt>
                <c:pt idx="2666">
                  <c:v>0.99358733464</c:v>
                </c:pt>
                <c:pt idx="2667">
                  <c:v>0.99433138166</c:v>
                </c:pt>
                <c:pt idx="2668">
                  <c:v>0.99507565135</c:v>
                </c:pt>
                <c:pt idx="2669">
                  <c:v>0.99581997504</c:v>
                </c:pt>
                <c:pt idx="2670">
                  <c:v>0.99656418344</c:v>
                </c:pt>
                <c:pt idx="2671">
                  <c:v>0.99730810671</c:v>
                </c:pt>
                <c:pt idx="2672">
                  <c:v>0.99805157442</c:v>
                </c:pt>
                <c:pt idx="2673">
                  <c:v>0.99879441563</c:v>
                </c:pt>
                <c:pt idx="2674">
                  <c:v>0.99953645893</c:v>
                </c:pt>
                <c:pt idx="2675">
                  <c:v>1.0002775324</c:v>
                </c:pt>
                <c:pt idx="2676">
                  <c:v>1.0010174638</c:v>
                </c:pt>
                <c:pt idx="2677">
                  <c:v>1.0017560804</c:v>
                </c:pt>
                <c:pt idx="2678">
                  <c:v>1.0024932091</c:v>
                </c:pt>
                <c:pt idx="2679">
                  <c:v>1.0032286765</c:v>
                </c:pt>
                <c:pt idx="2680">
                  <c:v>1.0039623088</c:v>
                </c:pt>
                <c:pt idx="2681">
                  <c:v>1.0046939323</c:v>
                </c:pt>
                <c:pt idx="2682">
                  <c:v>1.0054233726</c:v>
                </c:pt>
                <c:pt idx="2683">
                  <c:v>1.0061504554</c:v>
                </c:pt>
                <c:pt idx="2684">
                  <c:v>1.0068750062</c:v>
                </c:pt>
                <c:pt idx="2685">
                  <c:v>1.0075968503</c:v>
                </c:pt>
                <c:pt idx="2686">
                  <c:v>1.008315813</c:v>
                </c:pt>
                <c:pt idx="2687">
                  <c:v>1.0090317195</c:v>
                </c:pt>
                <c:pt idx="2688">
                  <c:v>1.0097443952</c:v>
                </c:pt>
                <c:pt idx="2689">
                  <c:v>1.0104536653</c:v>
                </c:pt>
                <c:pt idx="2690">
                  <c:v>1.0111593552</c:v>
                </c:pt>
                <c:pt idx="2691">
                  <c:v>1.0118612903</c:v>
                </c:pt>
                <c:pt idx="2692">
                  <c:v>1.0125592963</c:v>
                </c:pt>
                <c:pt idx="2693">
                  <c:v>1.0132531991</c:v>
                </c:pt>
                <c:pt idx="2694">
                  <c:v>1.0139428248</c:v>
                </c:pt>
                <c:pt idx="2695">
                  <c:v>1.0146279997</c:v>
                </c:pt>
                <c:pt idx="2696">
                  <c:v>1.0153085507</c:v>
                </c:pt>
                <c:pt idx="2697">
                  <c:v>1.0159843049</c:v>
                </c:pt>
                <c:pt idx="2698">
                  <c:v>1.0166550897</c:v>
                </c:pt>
                <c:pt idx="2699">
                  <c:v>1.0173207332</c:v>
                </c:pt>
                <c:pt idx="2700">
                  <c:v>1.0179810639</c:v>
                </c:pt>
                <c:pt idx="2701">
                  <c:v>1.0186359109</c:v>
                </c:pt>
                <c:pt idx="2702">
                  <c:v>1.0192851039</c:v>
                </c:pt>
                <c:pt idx="2703">
                  <c:v>1.0199284732</c:v>
                </c:pt>
                <c:pt idx="2704">
                  <c:v>1.0205658499</c:v>
                </c:pt>
                <c:pt idx="2705">
                  <c:v>1.0211970657</c:v>
                </c:pt>
                <c:pt idx="2706">
                  <c:v>1.0218219532</c:v>
                </c:pt>
                <c:pt idx="2707">
                  <c:v>1.0224403458</c:v>
                </c:pt>
                <c:pt idx="2708">
                  <c:v>1.0230520779</c:v>
                </c:pt>
                <c:pt idx="2709">
                  <c:v>1.0236569847</c:v>
                </c:pt>
                <c:pt idx="2710">
                  <c:v>1.0242549025</c:v>
                </c:pt>
                <c:pt idx="2711">
                  <c:v>1.0248456684</c:v>
                </c:pt>
                <c:pt idx="2712">
                  <c:v>1.0254291209</c:v>
                </c:pt>
                <c:pt idx="2713">
                  <c:v>1.0260050994</c:v>
                </c:pt>
                <c:pt idx="2714">
                  <c:v>1.0265734446</c:v>
                </c:pt>
                <c:pt idx="2715">
                  <c:v>1.0271339984</c:v>
                </c:pt>
                <c:pt idx="2716">
                  <c:v>1.027686604</c:v>
                </c:pt>
                <c:pt idx="2717">
                  <c:v>1.0282311058</c:v>
                </c:pt>
                <c:pt idx="2718">
                  <c:v>1.0287673498</c:v>
                </c:pt>
                <c:pt idx="2719">
                  <c:v>1.0292951832</c:v>
                </c:pt>
                <c:pt idx="2720">
                  <c:v>1.0298144549</c:v>
                </c:pt>
                <c:pt idx="2721">
                  <c:v>1.0303250152</c:v>
                </c:pt>
                <c:pt idx="2722">
                  <c:v>1.0308267159</c:v>
                </c:pt>
                <c:pt idx="2723">
                  <c:v>1.0313194105</c:v>
                </c:pt>
                <c:pt idx="2724">
                  <c:v>1.0318029543</c:v>
                </c:pt>
                <c:pt idx="2725">
                  <c:v>1.0322772041</c:v>
                </c:pt>
                <c:pt idx="2726">
                  <c:v>1.0327420185</c:v>
                </c:pt>
                <c:pt idx="2727">
                  <c:v>1.0331972581</c:v>
                </c:pt>
                <c:pt idx="2728">
                  <c:v>1.0336427852</c:v>
                </c:pt>
                <c:pt idx="2729">
                  <c:v>1.0340784641</c:v>
                </c:pt>
                <c:pt idx="2730">
                  <c:v>1.0345041609</c:v>
                </c:pt>
                <c:pt idx="2731">
                  <c:v>1.0349197439</c:v>
                </c:pt>
                <c:pt idx="2732">
                  <c:v>1.0353250833</c:v>
                </c:pt>
                <c:pt idx="2733">
                  <c:v>1.0357200514</c:v>
                </c:pt>
                <c:pt idx="2734">
                  <c:v>1.0361045229</c:v>
                </c:pt>
                <c:pt idx="2735">
                  <c:v>1.0364783742</c:v>
                </c:pt>
                <c:pt idx="2736">
                  <c:v>1.0368414845</c:v>
                </c:pt>
                <c:pt idx="2737">
                  <c:v>1.0371937347</c:v>
                </c:pt>
                <c:pt idx="2738">
                  <c:v>1.0375350084</c:v>
                </c:pt>
                <c:pt idx="2739">
                  <c:v>1.0378651915</c:v>
                </c:pt>
                <c:pt idx="2740">
                  <c:v>1.0381841722</c:v>
                </c:pt>
                <c:pt idx="2741">
                  <c:v>1.0384918411</c:v>
                </c:pt>
                <c:pt idx="2742">
                  <c:v>1.0387880914</c:v>
                </c:pt>
                <c:pt idx="2743">
                  <c:v>1.0390728188</c:v>
                </c:pt>
                <c:pt idx="2744">
                  <c:v>1.0393459216</c:v>
                </c:pt>
                <c:pt idx="2745">
                  <c:v>1.0396073004</c:v>
                </c:pt>
                <c:pt idx="2746">
                  <c:v>1.0398568589</c:v>
                </c:pt>
                <c:pt idx="2747">
                  <c:v>1.040094503</c:v>
                </c:pt>
                <c:pt idx="2748">
                  <c:v>1.0403201416</c:v>
                </c:pt>
                <c:pt idx="2749">
                  <c:v>1.0405336863</c:v>
                </c:pt>
                <c:pt idx="2750">
                  <c:v>1.0407350514</c:v>
                </c:pt>
                <c:pt idx="2751">
                  <c:v>1.040924154</c:v>
                </c:pt>
                <c:pt idx="2752">
                  <c:v>1.041100914</c:v>
                </c:pt>
                <c:pt idx="2753">
                  <c:v>1.0412652543</c:v>
                </c:pt>
                <c:pt idx="2754">
                  <c:v>1.0414171005</c:v>
                </c:pt>
                <c:pt idx="2755">
                  <c:v>1.0415563813</c:v>
                </c:pt>
                <c:pt idx="2756">
                  <c:v>1.0416830282</c:v>
                </c:pt>
                <c:pt idx="2757">
                  <c:v>1.0417969758</c:v>
                </c:pt>
                <c:pt idx="2758">
                  <c:v>1.0418981615</c:v>
                </c:pt>
                <c:pt idx="2759">
                  <c:v>1.041986526</c:v>
                </c:pt>
                <c:pt idx="2760">
                  <c:v>1.0420620128</c:v>
                </c:pt>
                <c:pt idx="2761">
                  <c:v>1.0421245685</c:v>
                </c:pt>
                <c:pt idx="2762">
                  <c:v>1.042174143</c:v>
                </c:pt>
                <c:pt idx="2763">
                  <c:v>1.0422106889</c:v>
                </c:pt>
                <c:pt idx="2764">
                  <c:v>1.0422341624</c:v>
                </c:pt>
                <c:pt idx="2765">
                  <c:v>1.0422445224</c:v>
                </c:pt>
                <c:pt idx="2766">
                  <c:v>1.0422417311</c:v>
                </c:pt>
                <c:pt idx="2767">
                  <c:v>1.0422257541</c:v>
                </c:pt>
                <c:pt idx="2768">
                  <c:v>1.0421965597</c:v>
                </c:pt>
                <c:pt idx="2769">
                  <c:v>1.0421541199</c:v>
                </c:pt>
                <c:pt idx="2770">
                  <c:v>1.0420984096</c:v>
                </c:pt>
                <c:pt idx="2771">
                  <c:v>1.0420294068</c:v>
                </c:pt>
                <c:pt idx="2772">
                  <c:v>1.0419470929</c:v>
                </c:pt>
                <c:pt idx="2773">
                  <c:v>1.0418514527</c:v>
                </c:pt>
                <c:pt idx="2774">
                  <c:v>1.0417424737</c:v>
                </c:pt>
                <c:pt idx="2775">
                  <c:v>1.0416201472</c:v>
                </c:pt>
                <c:pt idx="2776">
                  <c:v>1.0414844672</c:v>
                </c:pt>
                <c:pt idx="2777">
                  <c:v>1.0413354314</c:v>
                </c:pt>
                <c:pt idx="2778">
                  <c:v>1.0411730403</c:v>
                </c:pt>
                <c:pt idx="2779">
                  <c:v>1.040997298</c:v>
                </c:pt>
                <c:pt idx="2780">
                  <c:v>1.0408082115</c:v>
                </c:pt>
                <c:pt idx="2781">
                  <c:v>1.0406057913</c:v>
                </c:pt>
                <c:pt idx="2782">
                  <c:v>1.0403900509</c:v>
                </c:pt>
                <c:pt idx="2783">
                  <c:v>1.040161007</c:v>
                </c:pt>
                <c:pt idx="2784">
                  <c:v>1.0399186797</c:v>
                </c:pt>
                <c:pt idx="2785">
                  <c:v>1.039663092</c:v>
                </c:pt>
                <c:pt idx="2786">
                  <c:v>1.0393942703</c:v>
                </c:pt>
                <c:pt idx="2787">
                  <c:v>1.0391122441</c:v>
                </c:pt>
                <c:pt idx="2788">
                  <c:v>1.0388170459</c:v>
                </c:pt>
                <c:pt idx="2789">
                  <c:v>1.0385087115</c:v>
                </c:pt>
                <c:pt idx="2790">
                  <c:v>1.0381872798</c:v>
                </c:pt>
                <c:pt idx="2791">
                  <c:v>1.0378527927</c:v>
                </c:pt>
                <c:pt idx="2792">
                  <c:v>1.0375052951</c:v>
                </c:pt>
                <c:pt idx="2793">
                  <c:v>1.0371448352</c:v>
                </c:pt>
                <c:pt idx="2794">
                  <c:v>1.0367714641</c:v>
                </c:pt>
                <c:pt idx="2795">
                  <c:v>1.0363852358</c:v>
                </c:pt>
                <c:pt idx="2796">
                  <c:v>1.0359862076</c:v>
                </c:pt>
                <c:pt idx="2797">
                  <c:v>1.0355744393</c:v>
                </c:pt>
                <c:pt idx="2798">
                  <c:v>1.035149994</c:v>
                </c:pt>
                <c:pt idx="2799">
                  <c:v>1.0347129377</c:v>
                </c:pt>
                <c:pt idx="2800">
                  <c:v>1.0342633389</c:v>
                </c:pt>
                <c:pt idx="2801">
                  <c:v>1.0338012695</c:v>
                </c:pt>
                <c:pt idx="2802">
                  <c:v>1.0333268038</c:v>
                </c:pt>
                <c:pt idx="2803">
                  <c:v>1.032840019</c:v>
                </c:pt>
                <c:pt idx="2804">
                  <c:v>1.0323409951</c:v>
                </c:pt>
                <c:pt idx="2805">
                  <c:v>1.0318298148</c:v>
                </c:pt>
                <c:pt idx="2806">
                  <c:v>1.0313065635</c:v>
                </c:pt>
                <c:pt idx="2807">
                  <c:v>1.0307713292</c:v>
                </c:pt>
                <c:pt idx="2808">
                  <c:v>1.0302242026</c:v>
                </c:pt>
                <c:pt idx="2809">
                  <c:v>1.0296652769</c:v>
                </c:pt>
                <c:pt idx="2810">
                  <c:v>1.0290946477</c:v>
                </c:pt>
                <c:pt idx="2811">
                  <c:v>1.0285124135</c:v>
                </c:pt>
                <c:pt idx="2812">
                  <c:v>1.0279186749</c:v>
                </c:pt>
                <c:pt idx="2813">
                  <c:v>1.0273135351</c:v>
                </c:pt>
                <c:pt idx="2814">
                  <c:v>1.0266970995</c:v>
                </c:pt>
                <c:pt idx="2815">
                  <c:v>1.0260694761</c:v>
                </c:pt>
                <c:pt idx="2816">
                  <c:v>1.0254307749</c:v>
                </c:pt>
                <c:pt idx="2817">
                  <c:v>1.0247811085</c:v>
                </c:pt>
                <c:pt idx="2818">
                  <c:v>1.0241205913</c:v>
                </c:pt>
                <c:pt idx="2819">
                  <c:v>1.0234493403</c:v>
                </c:pt>
                <c:pt idx="2820">
                  <c:v>1.0227674742</c:v>
                </c:pt>
                <c:pt idx="2821">
                  <c:v>1.0220751141</c:v>
                </c:pt>
                <c:pt idx="2822">
                  <c:v>1.0213723829</c:v>
                </c:pt>
                <c:pt idx="2823">
                  <c:v>1.0206594057</c:v>
                </c:pt>
                <c:pt idx="2824">
                  <c:v>1.0199363093</c:v>
                </c:pt>
                <c:pt idx="2825">
                  <c:v>1.0192032227</c:v>
                </c:pt>
                <c:pt idx="2826">
                  <c:v>1.0184602763</c:v>
                </c:pt>
                <c:pt idx="2827">
                  <c:v>1.0177076027</c:v>
                </c:pt>
                <c:pt idx="2828">
                  <c:v>1.0169453361</c:v>
                </c:pt>
                <c:pt idx="2829">
                  <c:v>1.0161736124</c:v>
                </c:pt>
                <c:pt idx="2830">
                  <c:v>1.0153925691</c:v>
                </c:pt>
                <c:pt idx="2831">
                  <c:v>1.0146023453</c:v>
                </c:pt>
                <c:pt idx="2832">
                  <c:v>1.0138030817</c:v>
                </c:pt>
                <c:pt idx="2833">
                  <c:v>1.0129949206</c:v>
                </c:pt>
                <c:pt idx="2834">
                  <c:v>1.0121780056</c:v>
                </c:pt>
                <c:pt idx="2835">
                  <c:v>1.0113524818</c:v>
                </c:pt>
                <c:pt idx="2836">
                  <c:v>1.0105184955</c:v>
                </c:pt>
                <c:pt idx="2837">
                  <c:v>1.0096761945</c:v>
                </c:pt>
                <c:pt idx="2838">
                  <c:v>1.0088257279</c:v>
                </c:pt>
                <c:pt idx="2839">
                  <c:v>1.0079672457</c:v>
                </c:pt>
                <c:pt idx="2840">
                  <c:v>1.0071008994</c:v>
                </c:pt>
                <c:pt idx="2841">
                  <c:v>1.0062268414</c:v>
                </c:pt>
                <c:pt idx="2842">
                  <c:v>1.0053452252</c:v>
                </c:pt>
                <c:pt idx="2843">
                  <c:v>1.0044562054</c:v>
                </c:pt>
                <c:pt idx="2844">
                  <c:v>1.0035599375</c:v>
                </c:pt>
                <c:pt idx="2845">
                  <c:v>1.002656578</c:v>
                </c:pt>
                <c:pt idx="2846">
                  <c:v>1.0017462841</c:v>
                </c:pt>
                <c:pt idx="2847">
                  <c:v>1.0008292139</c:v>
                </c:pt>
                <c:pt idx="2848">
                  <c:v>0.9999055264</c:v>
                </c:pt>
                <c:pt idx="2849">
                  <c:v>0.99897538116</c:v>
                </c:pt>
                <c:pt idx="2850">
                  <c:v>0.9980389385</c:v>
                </c:pt>
                <c:pt idx="2851">
                  <c:v>0.99709635935</c:v>
                </c:pt>
                <c:pt idx="2852">
                  <c:v>0.99614780525</c:v>
                </c:pt>
                <c:pt idx="2853">
                  <c:v>0.99519343825</c:v>
                </c:pt>
                <c:pt idx="2854">
                  <c:v>0.99423342092</c:v>
                </c:pt>
                <c:pt idx="2855">
                  <c:v>0.99326791627</c:v>
                </c:pt>
                <c:pt idx="2856">
                  <c:v>0.99229708774</c:v>
                </c:pt>
                <c:pt idx="2857">
                  <c:v>0.9913210991</c:v>
                </c:pt>
                <c:pt idx="2858">
                  <c:v>0.99034011447</c:v>
                </c:pt>
                <c:pt idx="2859">
                  <c:v>0.98935429821</c:v>
                </c:pt>
                <c:pt idx="2860">
                  <c:v>0.98836381495</c:v>
                </c:pt>
                <c:pt idx="2861">
                  <c:v>0.98736882949</c:v>
                </c:pt>
                <c:pt idx="2862">
                  <c:v>0.98636950679</c:v>
                </c:pt>
                <c:pt idx="2863">
                  <c:v>0.98536601192</c:v>
                </c:pt>
                <c:pt idx="2864">
                  <c:v>0.98435851001</c:v>
                </c:pt>
                <c:pt idx="2865">
                  <c:v>0.98334716621</c:v>
                </c:pt>
                <c:pt idx="2866">
                  <c:v>0.9823321457</c:v>
                </c:pt>
                <c:pt idx="2867">
                  <c:v>0.98131361357</c:v>
                </c:pt>
                <c:pt idx="2868">
                  <c:v>0.98029173484</c:v>
                </c:pt>
                <c:pt idx="2869">
                  <c:v>0.97926667439</c:v>
                </c:pt>
                <c:pt idx="2870">
                  <c:v>0.97823859698</c:v>
                </c:pt>
                <c:pt idx="2871">
                  <c:v>0.97720766712</c:v>
                </c:pt>
                <c:pt idx="2872">
                  <c:v>0.97617404913</c:v>
                </c:pt>
                <c:pt idx="2873">
                  <c:v>0.97513790703</c:v>
                </c:pt>
                <c:pt idx="2874">
                  <c:v>0.97409940457</c:v>
                </c:pt>
                <c:pt idx="2875">
                  <c:v>0.97305870514</c:v>
                </c:pt>
                <c:pt idx="2876">
                  <c:v>0.97201597178</c:v>
                </c:pt>
                <c:pt idx="2877">
                  <c:v>0.97097136712</c:v>
                </c:pt>
                <c:pt idx="2878">
                  <c:v>0.96992505337</c:v>
                </c:pt>
                <c:pt idx="2879">
                  <c:v>0.96887719225</c:v>
                </c:pt>
                <c:pt idx="2880">
                  <c:v>0.96782794503</c:v>
                </c:pt>
                <c:pt idx="2881">
                  <c:v>0.96677747243</c:v>
                </c:pt>
                <c:pt idx="2882">
                  <c:v>0.96572593464</c:v>
                </c:pt>
                <c:pt idx="2883">
                  <c:v>0.96467349125</c:v>
                </c:pt>
                <c:pt idx="2884">
                  <c:v>0.96362030127</c:v>
                </c:pt>
                <c:pt idx="2885">
                  <c:v>0.96256652306</c:v>
                </c:pt>
                <c:pt idx="2886">
                  <c:v>0.96151231434</c:v>
                </c:pt>
                <c:pt idx="2887">
                  <c:v>0.96045783214</c:v>
                </c:pt>
                <c:pt idx="2888">
                  <c:v>0.95940323279</c:v>
                </c:pt>
                <c:pt idx="2889">
                  <c:v>0.95834867188</c:v>
                </c:pt>
                <c:pt idx="2890">
                  <c:v>0.95729430426</c:v>
                </c:pt>
                <c:pt idx="2891">
                  <c:v>0.95624028401</c:v>
                </c:pt>
                <c:pt idx="2892">
                  <c:v>0.9551867644</c:v>
                </c:pt>
                <c:pt idx="2893">
                  <c:v>0.95413389788</c:v>
                </c:pt>
                <c:pt idx="2894">
                  <c:v>0.9530818361</c:v>
                </c:pt>
                <c:pt idx="2895">
                  <c:v>0.9520307298</c:v>
                </c:pt>
                <c:pt idx="2896">
                  <c:v>0.9509807289</c:v>
                </c:pt>
                <c:pt idx="2897">
                  <c:v>0.9499319824</c:v>
                </c:pt>
                <c:pt idx="2898">
                  <c:v>0.94888463838</c:v>
                </c:pt>
                <c:pt idx="2899">
                  <c:v>0.94783884402</c:v>
                </c:pt>
                <c:pt idx="2900">
                  <c:v>0.94679474554</c:v>
                </c:pt>
                <c:pt idx="2901">
                  <c:v>0.94575248822</c:v>
                </c:pt>
                <c:pt idx="2902">
                  <c:v>0.94471221635</c:v>
                </c:pt>
                <c:pt idx="2903">
                  <c:v>0.94367407323</c:v>
                </c:pt>
                <c:pt idx="2904">
                  <c:v>0.9426382012</c:v>
                </c:pt>
                <c:pt idx="2905">
                  <c:v>0.94160474153</c:v>
                </c:pt>
                <c:pt idx="2906">
                  <c:v>0.94057383452</c:v>
                </c:pt>
                <c:pt idx="2907">
                  <c:v>0.93954561939</c:v>
                </c:pt>
                <c:pt idx="2908">
                  <c:v>0.93852023436</c:v>
                </c:pt>
                <c:pt idx="2909">
                  <c:v>0.93749781655</c:v>
                </c:pt>
                <c:pt idx="2910">
                  <c:v>0.93647850204</c:v>
                </c:pt>
                <c:pt idx="2911">
                  <c:v>0.93546242582</c:v>
                </c:pt>
                <c:pt idx="2912">
                  <c:v>0.93444972181</c:v>
                </c:pt>
                <c:pt idx="2913">
                  <c:v>0.93344052282</c:v>
                </c:pt>
                <c:pt idx="2914">
                  <c:v>0.93243496059</c:v>
                </c:pt>
                <c:pt idx="2915">
                  <c:v>0.93143316573</c:v>
                </c:pt>
                <c:pt idx="2916">
                  <c:v>0.93043526774</c:v>
                </c:pt>
                <c:pt idx="2917">
                  <c:v>0.92944139502</c:v>
                </c:pt>
                <c:pt idx="2918">
                  <c:v>0.92845167481</c:v>
                </c:pt>
                <c:pt idx="2919">
                  <c:v>0.92746623327</c:v>
                </c:pt>
                <c:pt idx="2920">
                  <c:v>0.9264851954</c:v>
                </c:pt>
                <c:pt idx="2921">
                  <c:v>0.92550868506</c:v>
                </c:pt>
                <c:pt idx="2922">
                  <c:v>0.92453682498</c:v>
                </c:pt>
                <c:pt idx="2923">
                  <c:v>0.92356973676</c:v>
                </c:pt>
                <c:pt idx="2924">
                  <c:v>0.92260754085</c:v>
                </c:pt>
                <c:pt idx="2925">
                  <c:v>0.92165035652</c:v>
                </c:pt>
                <c:pt idx="2926">
                  <c:v>0.92069830196</c:v>
                </c:pt>
                <c:pt idx="2927">
                  <c:v>0.91975149414</c:v>
                </c:pt>
                <c:pt idx="2928">
                  <c:v>0.91881004894</c:v>
                </c:pt>
                <c:pt idx="2929">
                  <c:v>0.91787408106</c:v>
                </c:pt>
                <c:pt idx="2930">
                  <c:v>0.91694370406</c:v>
                </c:pt>
                <c:pt idx="2931">
                  <c:v>0.91601903036</c:v>
                </c:pt>
                <c:pt idx="2932">
                  <c:v>0.91510017121</c:v>
                </c:pt>
                <c:pt idx="2933">
                  <c:v>0.91418723673</c:v>
                </c:pt>
                <c:pt idx="2934">
                  <c:v>0.91328033591</c:v>
                </c:pt>
                <c:pt idx="2935">
                  <c:v>0.91237957658</c:v>
                </c:pt>
                <c:pt idx="2936">
                  <c:v>0.91148506544</c:v>
                </c:pt>
                <c:pt idx="2937">
                  <c:v>0.91059690805</c:v>
                </c:pt>
                <c:pt idx="2938">
                  <c:v>0.90971520883</c:v>
                </c:pt>
                <c:pt idx="2939">
                  <c:v>0.90884007109</c:v>
                </c:pt>
                <c:pt idx="2940">
                  <c:v>0.907971597</c:v>
                </c:pt>
                <c:pt idx="2941">
                  <c:v>0.90710988761</c:v>
                </c:pt>
                <c:pt idx="2942">
                  <c:v>0.90625504286</c:v>
                </c:pt>
                <c:pt idx="2943">
                  <c:v>0.90540716156</c:v>
                </c:pt>
                <c:pt idx="2944">
                  <c:v>0.90456634144</c:v>
                </c:pt>
                <c:pt idx="2945">
                  <c:v>0.90373267911</c:v>
                </c:pt>
                <c:pt idx="2946">
                  <c:v>0.90290627007</c:v>
                </c:pt>
                <c:pt idx="2947">
                  <c:v>0.90208720876</c:v>
                </c:pt>
                <c:pt idx="2948">
                  <c:v>0.90127558851</c:v>
                </c:pt>
                <c:pt idx="2949">
                  <c:v>0.90047150157</c:v>
                </c:pt>
                <c:pt idx="2950">
                  <c:v>0.89967503913</c:v>
                </c:pt>
                <c:pt idx="2951">
                  <c:v>0.8988862913</c:v>
                </c:pt>
                <c:pt idx="2952">
                  <c:v>0.89810534713</c:v>
                </c:pt>
                <c:pt idx="2953">
                  <c:v>0.89733229463</c:v>
                </c:pt>
                <c:pt idx="2954">
                  <c:v>0.89656722075</c:v>
                </c:pt>
                <c:pt idx="2955">
                  <c:v>0.8958102114</c:v>
                </c:pt>
                <c:pt idx="2956">
                  <c:v>0.89506135146</c:v>
                </c:pt>
                <c:pt idx="2957">
                  <c:v>0.89432072478</c:v>
                </c:pt>
                <c:pt idx="2958">
                  <c:v>0.8935884142</c:v>
                </c:pt>
                <c:pt idx="2959">
                  <c:v>0.89286450155</c:v>
                </c:pt>
                <c:pt idx="2960">
                  <c:v>0.89214906763</c:v>
                </c:pt>
                <c:pt idx="2961">
                  <c:v>0.89144219229</c:v>
                </c:pt>
                <c:pt idx="2962">
                  <c:v>0.89074395436</c:v>
                </c:pt>
                <c:pt idx="2963">
                  <c:v>0.8900544317</c:v>
                </c:pt>
                <c:pt idx="2964">
                  <c:v>0.8893737012</c:v>
                </c:pt>
                <c:pt idx="2965">
                  <c:v>0.88870183879</c:v>
                </c:pt>
                <c:pt idx="2966">
                  <c:v>0.88803891944</c:v>
                </c:pt>
                <c:pt idx="2967">
                  <c:v>0.88738501717</c:v>
                </c:pt>
                <c:pt idx="2968">
                  <c:v>0.88674020508</c:v>
                </c:pt>
                <c:pt idx="2969">
                  <c:v>0.88610455531</c:v>
                </c:pt>
                <c:pt idx="2970">
                  <c:v>0.88547813912</c:v>
                </c:pt>
                <c:pt idx="2971">
                  <c:v>0.88486102681</c:v>
                </c:pt>
                <c:pt idx="2972">
                  <c:v>0.88425328782</c:v>
                </c:pt>
                <c:pt idx="2973">
                  <c:v>0.88365499066</c:v>
                </c:pt>
                <c:pt idx="2974">
                  <c:v>0.88306620298</c:v>
                </c:pt>
                <c:pt idx="2975">
                  <c:v>0.88248699153</c:v>
                </c:pt>
                <c:pt idx="2976">
                  <c:v>0.8819174222</c:v>
                </c:pt>
                <c:pt idx="2977">
                  <c:v>0.88135756001</c:v>
                </c:pt>
                <c:pt idx="2978">
                  <c:v>0.88080746914</c:v>
                </c:pt>
                <c:pt idx="2979">
                  <c:v>0.88026721293</c:v>
                </c:pt>
                <c:pt idx="2980">
                  <c:v>0.87973685385</c:v>
                </c:pt>
                <c:pt idx="2981">
                  <c:v>0.87921645357</c:v>
                </c:pt>
                <c:pt idx="2982">
                  <c:v>0.87870607295</c:v>
                </c:pt>
                <c:pt idx="2983">
                  <c:v>0.87820577201</c:v>
                </c:pt>
                <c:pt idx="2984">
                  <c:v>0.87771560998</c:v>
                </c:pt>
                <c:pt idx="2985">
                  <c:v>0.8772356453</c:v>
                </c:pt>
                <c:pt idx="2986">
                  <c:v>0.87676593562</c:v>
                </c:pt>
                <c:pt idx="2987">
                  <c:v>0.87630653781</c:v>
                </c:pt>
                <c:pt idx="2988">
                  <c:v>0.87585750797</c:v>
                </c:pt>
                <c:pt idx="2989">
                  <c:v>0.87541890143</c:v>
                </c:pt>
                <c:pt idx="2990">
                  <c:v>0.87499077279</c:v>
                </c:pt>
                <c:pt idx="2991">
                  <c:v>0.87457317586</c:v>
                </c:pt>
                <c:pt idx="2992">
                  <c:v>0.87416616376</c:v>
                </c:pt>
                <c:pt idx="2993">
                  <c:v>0.87376978885</c:v>
                </c:pt>
                <c:pt idx="2994">
                  <c:v>0.87338410276</c:v>
                </c:pt>
                <c:pt idx="2995">
                  <c:v>0.87300915642</c:v>
                </c:pt>
                <c:pt idx="2996">
                  <c:v>0.87264500004</c:v>
                </c:pt>
                <c:pt idx="2997">
                  <c:v>0.87229168313</c:v>
                </c:pt>
                <c:pt idx="2998">
                  <c:v>0.87194925451</c:v>
                </c:pt>
                <c:pt idx="2999">
                  <c:v>0.8716177623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22"/>
          <c:min val="0.78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0.29995"/>
          <c:min val="5E-05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濾波前</c:v>
          </c:tx>
          <c:spPr>
            <a:ln xmlns:a="http://schemas.openxmlformats.org/drawingml/2006/main" w="21908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Data'!$A$2:$A$2002</c:f>
              <c:numCache>
                <c:formatCode>General</c:formatCode>
                <c:ptCount val="2001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  <c:pt idx="5">
                  <c:v>0.0025</c:v>
                </c:pt>
                <c:pt idx="6">
                  <c:v>0.003</c:v>
                </c:pt>
                <c:pt idx="7">
                  <c:v>0.0035</c:v>
                </c:pt>
                <c:pt idx="8">
                  <c:v>0.004</c:v>
                </c:pt>
                <c:pt idx="9">
                  <c:v>0.0045</c:v>
                </c:pt>
                <c:pt idx="10">
                  <c:v>0.005</c:v>
                </c:pt>
                <c:pt idx="11">
                  <c:v>0.0055</c:v>
                </c:pt>
                <c:pt idx="12">
                  <c:v>0.006</c:v>
                </c:pt>
                <c:pt idx="13">
                  <c:v>0.0065</c:v>
                </c:pt>
                <c:pt idx="14">
                  <c:v>0.007</c:v>
                </c:pt>
                <c:pt idx="15">
                  <c:v>0.0075</c:v>
                </c:pt>
                <c:pt idx="16">
                  <c:v>0.008</c:v>
                </c:pt>
                <c:pt idx="17">
                  <c:v>0.0085</c:v>
                </c:pt>
                <c:pt idx="18">
                  <c:v>0.009</c:v>
                </c:pt>
                <c:pt idx="19">
                  <c:v>0.0095</c:v>
                </c:pt>
                <c:pt idx="20">
                  <c:v>0.01</c:v>
                </c:pt>
                <c:pt idx="21">
                  <c:v>0.0105</c:v>
                </c:pt>
                <c:pt idx="22">
                  <c:v>0.011</c:v>
                </c:pt>
                <c:pt idx="23">
                  <c:v>0.0115</c:v>
                </c:pt>
                <c:pt idx="24">
                  <c:v>0.012</c:v>
                </c:pt>
                <c:pt idx="25">
                  <c:v>0.0125</c:v>
                </c:pt>
                <c:pt idx="26">
                  <c:v>0.013</c:v>
                </c:pt>
                <c:pt idx="27">
                  <c:v>0.0135</c:v>
                </c:pt>
                <c:pt idx="28">
                  <c:v>0.014</c:v>
                </c:pt>
                <c:pt idx="29">
                  <c:v>0.0145</c:v>
                </c:pt>
                <c:pt idx="30">
                  <c:v>0.015</c:v>
                </c:pt>
                <c:pt idx="31">
                  <c:v>0.0155</c:v>
                </c:pt>
                <c:pt idx="32">
                  <c:v>0.016</c:v>
                </c:pt>
                <c:pt idx="33">
                  <c:v>0.0165</c:v>
                </c:pt>
                <c:pt idx="34">
                  <c:v>0.017</c:v>
                </c:pt>
                <c:pt idx="35">
                  <c:v>0.0175</c:v>
                </c:pt>
                <c:pt idx="36">
                  <c:v>0.018</c:v>
                </c:pt>
                <c:pt idx="37">
                  <c:v>0.0185</c:v>
                </c:pt>
                <c:pt idx="38">
                  <c:v>0.019</c:v>
                </c:pt>
                <c:pt idx="39">
                  <c:v>0.0195</c:v>
                </c:pt>
                <c:pt idx="40">
                  <c:v>0.02</c:v>
                </c:pt>
                <c:pt idx="41">
                  <c:v>0.0205</c:v>
                </c:pt>
                <c:pt idx="42">
                  <c:v>0.021</c:v>
                </c:pt>
                <c:pt idx="43">
                  <c:v>0.0215</c:v>
                </c:pt>
                <c:pt idx="44">
                  <c:v>0.022</c:v>
                </c:pt>
                <c:pt idx="45">
                  <c:v>0.0225</c:v>
                </c:pt>
                <c:pt idx="46">
                  <c:v>0.023</c:v>
                </c:pt>
                <c:pt idx="47">
                  <c:v>0.0235</c:v>
                </c:pt>
                <c:pt idx="48">
                  <c:v>0.024</c:v>
                </c:pt>
                <c:pt idx="49">
                  <c:v>0.0245</c:v>
                </c:pt>
                <c:pt idx="50">
                  <c:v>0.025</c:v>
                </c:pt>
                <c:pt idx="51">
                  <c:v>0.0255</c:v>
                </c:pt>
                <c:pt idx="52">
                  <c:v>0.026</c:v>
                </c:pt>
                <c:pt idx="53">
                  <c:v>0.0265</c:v>
                </c:pt>
                <c:pt idx="54">
                  <c:v>0.027</c:v>
                </c:pt>
                <c:pt idx="55">
                  <c:v>0.0275</c:v>
                </c:pt>
                <c:pt idx="56">
                  <c:v>0.028</c:v>
                </c:pt>
                <c:pt idx="57">
                  <c:v>0.0285</c:v>
                </c:pt>
                <c:pt idx="58">
                  <c:v>0.029</c:v>
                </c:pt>
                <c:pt idx="59">
                  <c:v>0.0295</c:v>
                </c:pt>
                <c:pt idx="60">
                  <c:v>0.03</c:v>
                </c:pt>
                <c:pt idx="61">
                  <c:v>0.0305</c:v>
                </c:pt>
                <c:pt idx="62">
                  <c:v>0.031</c:v>
                </c:pt>
                <c:pt idx="63">
                  <c:v>0.0315</c:v>
                </c:pt>
                <c:pt idx="64">
                  <c:v>0.032</c:v>
                </c:pt>
                <c:pt idx="65">
                  <c:v>0.0325</c:v>
                </c:pt>
                <c:pt idx="66">
                  <c:v>0.033</c:v>
                </c:pt>
                <c:pt idx="67">
                  <c:v>0.0335</c:v>
                </c:pt>
                <c:pt idx="68">
                  <c:v>0.034</c:v>
                </c:pt>
                <c:pt idx="69">
                  <c:v>0.0345</c:v>
                </c:pt>
                <c:pt idx="70">
                  <c:v>0.035</c:v>
                </c:pt>
                <c:pt idx="71">
                  <c:v>0.0355</c:v>
                </c:pt>
                <c:pt idx="72">
                  <c:v>0.036</c:v>
                </c:pt>
                <c:pt idx="73">
                  <c:v>0.0365</c:v>
                </c:pt>
                <c:pt idx="74">
                  <c:v>0.037</c:v>
                </c:pt>
                <c:pt idx="75">
                  <c:v>0.0375</c:v>
                </c:pt>
                <c:pt idx="76">
                  <c:v>0.038</c:v>
                </c:pt>
                <c:pt idx="77">
                  <c:v>0.0385</c:v>
                </c:pt>
                <c:pt idx="78">
                  <c:v>0.039</c:v>
                </c:pt>
                <c:pt idx="79">
                  <c:v>0.0395</c:v>
                </c:pt>
                <c:pt idx="80">
                  <c:v>0.04</c:v>
                </c:pt>
                <c:pt idx="81">
                  <c:v>0.0405</c:v>
                </c:pt>
                <c:pt idx="82">
                  <c:v>0.041</c:v>
                </c:pt>
                <c:pt idx="83">
                  <c:v>0.0415</c:v>
                </c:pt>
                <c:pt idx="84">
                  <c:v>0.042</c:v>
                </c:pt>
                <c:pt idx="85">
                  <c:v>0.0425</c:v>
                </c:pt>
                <c:pt idx="86">
                  <c:v>0.043</c:v>
                </c:pt>
                <c:pt idx="87">
                  <c:v>0.0435</c:v>
                </c:pt>
                <c:pt idx="88">
                  <c:v>0.044</c:v>
                </c:pt>
                <c:pt idx="89">
                  <c:v>0.0445</c:v>
                </c:pt>
                <c:pt idx="90">
                  <c:v>0.045</c:v>
                </c:pt>
                <c:pt idx="91">
                  <c:v>0.0455</c:v>
                </c:pt>
                <c:pt idx="92">
                  <c:v>0.046</c:v>
                </c:pt>
                <c:pt idx="93">
                  <c:v>0.0465</c:v>
                </c:pt>
                <c:pt idx="94">
                  <c:v>0.047</c:v>
                </c:pt>
                <c:pt idx="95">
                  <c:v>0.0475</c:v>
                </c:pt>
                <c:pt idx="96">
                  <c:v>0.048</c:v>
                </c:pt>
                <c:pt idx="97">
                  <c:v>0.0485</c:v>
                </c:pt>
                <c:pt idx="98">
                  <c:v>0.049</c:v>
                </c:pt>
                <c:pt idx="99">
                  <c:v>0.0495</c:v>
                </c:pt>
                <c:pt idx="100">
                  <c:v>0.05</c:v>
                </c:pt>
                <c:pt idx="101">
                  <c:v>0.0505</c:v>
                </c:pt>
                <c:pt idx="102">
                  <c:v>0.051</c:v>
                </c:pt>
                <c:pt idx="103">
                  <c:v>0.0515</c:v>
                </c:pt>
                <c:pt idx="104">
                  <c:v>0.052</c:v>
                </c:pt>
                <c:pt idx="105">
                  <c:v>0.0525</c:v>
                </c:pt>
                <c:pt idx="106">
                  <c:v>0.053</c:v>
                </c:pt>
                <c:pt idx="107">
                  <c:v>0.0535</c:v>
                </c:pt>
                <c:pt idx="108">
                  <c:v>0.054</c:v>
                </c:pt>
                <c:pt idx="109">
                  <c:v>0.0545</c:v>
                </c:pt>
                <c:pt idx="110">
                  <c:v>0.055</c:v>
                </c:pt>
                <c:pt idx="111">
                  <c:v>0.0555</c:v>
                </c:pt>
                <c:pt idx="112">
                  <c:v>0.056</c:v>
                </c:pt>
                <c:pt idx="113">
                  <c:v>0.0565</c:v>
                </c:pt>
                <c:pt idx="114">
                  <c:v>0.057</c:v>
                </c:pt>
                <c:pt idx="115">
                  <c:v>0.0575</c:v>
                </c:pt>
                <c:pt idx="116">
                  <c:v>0.058</c:v>
                </c:pt>
                <c:pt idx="117">
                  <c:v>0.0585</c:v>
                </c:pt>
                <c:pt idx="118">
                  <c:v>0.059</c:v>
                </c:pt>
                <c:pt idx="119">
                  <c:v>0.0595</c:v>
                </c:pt>
                <c:pt idx="120">
                  <c:v>0.06</c:v>
                </c:pt>
                <c:pt idx="121">
                  <c:v>0.0605</c:v>
                </c:pt>
                <c:pt idx="122">
                  <c:v>0.061</c:v>
                </c:pt>
                <c:pt idx="123">
                  <c:v>0.0615</c:v>
                </c:pt>
                <c:pt idx="124">
                  <c:v>0.062</c:v>
                </c:pt>
                <c:pt idx="125">
                  <c:v>0.0625</c:v>
                </c:pt>
                <c:pt idx="126">
                  <c:v>0.063</c:v>
                </c:pt>
                <c:pt idx="127">
                  <c:v>0.0635</c:v>
                </c:pt>
                <c:pt idx="128">
                  <c:v>0.064</c:v>
                </c:pt>
                <c:pt idx="129">
                  <c:v>0.0645</c:v>
                </c:pt>
                <c:pt idx="130">
                  <c:v>0.065</c:v>
                </c:pt>
                <c:pt idx="131">
                  <c:v>0.0655</c:v>
                </c:pt>
                <c:pt idx="132">
                  <c:v>0.066</c:v>
                </c:pt>
                <c:pt idx="133">
                  <c:v>0.0665</c:v>
                </c:pt>
                <c:pt idx="134">
                  <c:v>0.067</c:v>
                </c:pt>
                <c:pt idx="135">
                  <c:v>0.0675</c:v>
                </c:pt>
                <c:pt idx="136">
                  <c:v>0.068</c:v>
                </c:pt>
                <c:pt idx="137">
                  <c:v>0.0685</c:v>
                </c:pt>
                <c:pt idx="138">
                  <c:v>0.069</c:v>
                </c:pt>
                <c:pt idx="139">
                  <c:v>0.0695</c:v>
                </c:pt>
                <c:pt idx="140">
                  <c:v>0.07</c:v>
                </c:pt>
                <c:pt idx="141">
                  <c:v>0.0705</c:v>
                </c:pt>
                <c:pt idx="142">
                  <c:v>0.071</c:v>
                </c:pt>
                <c:pt idx="143">
                  <c:v>0.0715</c:v>
                </c:pt>
                <c:pt idx="144">
                  <c:v>0.072</c:v>
                </c:pt>
                <c:pt idx="145">
                  <c:v>0.0725</c:v>
                </c:pt>
                <c:pt idx="146">
                  <c:v>0.073</c:v>
                </c:pt>
                <c:pt idx="147">
                  <c:v>0.0735</c:v>
                </c:pt>
                <c:pt idx="148">
                  <c:v>0.074</c:v>
                </c:pt>
                <c:pt idx="149">
                  <c:v>0.0745</c:v>
                </c:pt>
                <c:pt idx="150">
                  <c:v>0.075</c:v>
                </c:pt>
                <c:pt idx="151">
                  <c:v>0.0755</c:v>
                </c:pt>
                <c:pt idx="152">
                  <c:v>0.076</c:v>
                </c:pt>
                <c:pt idx="153">
                  <c:v>0.0765</c:v>
                </c:pt>
                <c:pt idx="154">
                  <c:v>0.077</c:v>
                </c:pt>
                <c:pt idx="155">
                  <c:v>0.0775</c:v>
                </c:pt>
                <c:pt idx="156">
                  <c:v>0.078</c:v>
                </c:pt>
                <c:pt idx="157">
                  <c:v>0.0785</c:v>
                </c:pt>
                <c:pt idx="158">
                  <c:v>0.079</c:v>
                </c:pt>
                <c:pt idx="159">
                  <c:v>0.0795</c:v>
                </c:pt>
                <c:pt idx="160">
                  <c:v>0.08</c:v>
                </c:pt>
                <c:pt idx="161">
                  <c:v>0.0805</c:v>
                </c:pt>
                <c:pt idx="162">
                  <c:v>0.081</c:v>
                </c:pt>
                <c:pt idx="163">
                  <c:v>0.0815</c:v>
                </c:pt>
                <c:pt idx="164">
                  <c:v>0.082</c:v>
                </c:pt>
                <c:pt idx="165">
                  <c:v>0.0825</c:v>
                </c:pt>
                <c:pt idx="166">
                  <c:v>0.083</c:v>
                </c:pt>
                <c:pt idx="167">
                  <c:v>0.0835</c:v>
                </c:pt>
                <c:pt idx="168">
                  <c:v>0.084</c:v>
                </c:pt>
                <c:pt idx="169">
                  <c:v>0.0845</c:v>
                </c:pt>
                <c:pt idx="170">
                  <c:v>0.085</c:v>
                </c:pt>
                <c:pt idx="171">
                  <c:v>0.0855</c:v>
                </c:pt>
                <c:pt idx="172">
                  <c:v>0.086</c:v>
                </c:pt>
                <c:pt idx="173">
                  <c:v>0.0865</c:v>
                </c:pt>
                <c:pt idx="174">
                  <c:v>0.087</c:v>
                </c:pt>
                <c:pt idx="175">
                  <c:v>0.0875</c:v>
                </c:pt>
                <c:pt idx="176">
                  <c:v>0.088</c:v>
                </c:pt>
                <c:pt idx="177">
                  <c:v>0.0885</c:v>
                </c:pt>
                <c:pt idx="178">
                  <c:v>0.089</c:v>
                </c:pt>
                <c:pt idx="179">
                  <c:v>0.0895</c:v>
                </c:pt>
                <c:pt idx="180">
                  <c:v>0.09</c:v>
                </c:pt>
                <c:pt idx="181">
                  <c:v>0.0905</c:v>
                </c:pt>
                <c:pt idx="182">
                  <c:v>0.091</c:v>
                </c:pt>
                <c:pt idx="183">
                  <c:v>0.0915</c:v>
                </c:pt>
                <c:pt idx="184">
                  <c:v>0.092</c:v>
                </c:pt>
                <c:pt idx="185">
                  <c:v>0.0925</c:v>
                </c:pt>
                <c:pt idx="186">
                  <c:v>0.093</c:v>
                </c:pt>
                <c:pt idx="187">
                  <c:v>0.0935</c:v>
                </c:pt>
                <c:pt idx="188">
                  <c:v>0.094</c:v>
                </c:pt>
                <c:pt idx="189">
                  <c:v>0.0945</c:v>
                </c:pt>
                <c:pt idx="190">
                  <c:v>0.095</c:v>
                </c:pt>
                <c:pt idx="191">
                  <c:v>0.0955</c:v>
                </c:pt>
                <c:pt idx="192">
                  <c:v>0.096</c:v>
                </c:pt>
                <c:pt idx="193">
                  <c:v>0.0965</c:v>
                </c:pt>
                <c:pt idx="194">
                  <c:v>0.097</c:v>
                </c:pt>
                <c:pt idx="195">
                  <c:v>0.0975</c:v>
                </c:pt>
                <c:pt idx="196">
                  <c:v>0.098</c:v>
                </c:pt>
                <c:pt idx="197">
                  <c:v>0.0985</c:v>
                </c:pt>
                <c:pt idx="198">
                  <c:v>0.099</c:v>
                </c:pt>
                <c:pt idx="199">
                  <c:v>0.0995</c:v>
                </c:pt>
                <c:pt idx="200">
                  <c:v>0.1</c:v>
                </c:pt>
                <c:pt idx="201">
                  <c:v>0.1005</c:v>
                </c:pt>
                <c:pt idx="202">
                  <c:v>0.101</c:v>
                </c:pt>
                <c:pt idx="203">
                  <c:v>0.1015</c:v>
                </c:pt>
                <c:pt idx="204">
                  <c:v>0.102</c:v>
                </c:pt>
                <c:pt idx="205">
                  <c:v>0.1025</c:v>
                </c:pt>
                <c:pt idx="206">
                  <c:v>0.103</c:v>
                </c:pt>
                <c:pt idx="207">
                  <c:v>0.1035</c:v>
                </c:pt>
                <c:pt idx="208">
                  <c:v>0.104</c:v>
                </c:pt>
                <c:pt idx="209">
                  <c:v>0.1045</c:v>
                </c:pt>
                <c:pt idx="210">
                  <c:v>0.105</c:v>
                </c:pt>
                <c:pt idx="211">
                  <c:v>0.1055</c:v>
                </c:pt>
                <c:pt idx="212">
                  <c:v>0.106</c:v>
                </c:pt>
                <c:pt idx="213">
                  <c:v>0.1065</c:v>
                </c:pt>
                <c:pt idx="214">
                  <c:v>0.107</c:v>
                </c:pt>
                <c:pt idx="215">
                  <c:v>0.1075</c:v>
                </c:pt>
                <c:pt idx="216">
                  <c:v>0.108</c:v>
                </c:pt>
                <c:pt idx="217">
                  <c:v>0.1085</c:v>
                </c:pt>
                <c:pt idx="218">
                  <c:v>0.109</c:v>
                </c:pt>
                <c:pt idx="219">
                  <c:v>0.1095</c:v>
                </c:pt>
                <c:pt idx="220">
                  <c:v>0.11</c:v>
                </c:pt>
                <c:pt idx="221">
                  <c:v>0.1105</c:v>
                </c:pt>
                <c:pt idx="222">
                  <c:v>0.111</c:v>
                </c:pt>
                <c:pt idx="223">
                  <c:v>0.1115</c:v>
                </c:pt>
                <c:pt idx="224">
                  <c:v>0.112</c:v>
                </c:pt>
                <c:pt idx="225">
                  <c:v>0.1125</c:v>
                </c:pt>
                <c:pt idx="226">
                  <c:v>0.113</c:v>
                </c:pt>
                <c:pt idx="227">
                  <c:v>0.1135</c:v>
                </c:pt>
                <c:pt idx="228">
                  <c:v>0.114</c:v>
                </c:pt>
                <c:pt idx="229">
                  <c:v>0.1145</c:v>
                </c:pt>
                <c:pt idx="230">
                  <c:v>0.115</c:v>
                </c:pt>
                <c:pt idx="231">
                  <c:v>0.1155</c:v>
                </c:pt>
                <c:pt idx="232">
                  <c:v>0.116</c:v>
                </c:pt>
                <c:pt idx="233">
                  <c:v>0.1165</c:v>
                </c:pt>
                <c:pt idx="234">
                  <c:v>0.117</c:v>
                </c:pt>
                <c:pt idx="235">
                  <c:v>0.1175</c:v>
                </c:pt>
                <c:pt idx="236">
                  <c:v>0.118</c:v>
                </c:pt>
                <c:pt idx="237">
                  <c:v>0.1185</c:v>
                </c:pt>
                <c:pt idx="238">
                  <c:v>0.119</c:v>
                </c:pt>
                <c:pt idx="239">
                  <c:v>0.1195</c:v>
                </c:pt>
                <c:pt idx="240">
                  <c:v>0.12</c:v>
                </c:pt>
                <c:pt idx="241">
                  <c:v>0.1205</c:v>
                </c:pt>
                <c:pt idx="242">
                  <c:v>0.121</c:v>
                </c:pt>
                <c:pt idx="243">
                  <c:v>0.1215</c:v>
                </c:pt>
                <c:pt idx="244">
                  <c:v>0.122</c:v>
                </c:pt>
                <c:pt idx="245">
                  <c:v>0.1225</c:v>
                </c:pt>
                <c:pt idx="246">
                  <c:v>0.123</c:v>
                </c:pt>
                <c:pt idx="247">
                  <c:v>0.1235</c:v>
                </c:pt>
                <c:pt idx="248">
                  <c:v>0.124</c:v>
                </c:pt>
                <c:pt idx="249">
                  <c:v>0.1245</c:v>
                </c:pt>
                <c:pt idx="250">
                  <c:v>0.125</c:v>
                </c:pt>
                <c:pt idx="251">
                  <c:v>0.1255</c:v>
                </c:pt>
                <c:pt idx="252">
                  <c:v>0.126</c:v>
                </c:pt>
                <c:pt idx="253">
                  <c:v>0.1265</c:v>
                </c:pt>
                <c:pt idx="254">
                  <c:v>0.127</c:v>
                </c:pt>
                <c:pt idx="255">
                  <c:v>0.1275</c:v>
                </c:pt>
                <c:pt idx="256">
                  <c:v>0.128</c:v>
                </c:pt>
                <c:pt idx="257">
                  <c:v>0.1285</c:v>
                </c:pt>
                <c:pt idx="258">
                  <c:v>0.129</c:v>
                </c:pt>
                <c:pt idx="259">
                  <c:v>0.1295</c:v>
                </c:pt>
                <c:pt idx="260">
                  <c:v>0.13</c:v>
                </c:pt>
                <c:pt idx="261">
                  <c:v>0.1305</c:v>
                </c:pt>
                <c:pt idx="262">
                  <c:v>0.131</c:v>
                </c:pt>
                <c:pt idx="263">
                  <c:v>0.1315</c:v>
                </c:pt>
                <c:pt idx="264">
                  <c:v>0.132</c:v>
                </c:pt>
                <c:pt idx="265">
                  <c:v>0.1325</c:v>
                </c:pt>
                <c:pt idx="266">
                  <c:v>0.133</c:v>
                </c:pt>
                <c:pt idx="267">
                  <c:v>0.1335</c:v>
                </c:pt>
                <c:pt idx="268">
                  <c:v>0.134</c:v>
                </c:pt>
                <c:pt idx="269">
                  <c:v>0.1345</c:v>
                </c:pt>
                <c:pt idx="270">
                  <c:v>0.135</c:v>
                </c:pt>
                <c:pt idx="271">
                  <c:v>0.1355</c:v>
                </c:pt>
                <c:pt idx="272">
                  <c:v>0.136</c:v>
                </c:pt>
                <c:pt idx="273">
                  <c:v>0.1365</c:v>
                </c:pt>
                <c:pt idx="274">
                  <c:v>0.137</c:v>
                </c:pt>
                <c:pt idx="275">
                  <c:v>0.1375</c:v>
                </c:pt>
                <c:pt idx="276">
                  <c:v>0.138</c:v>
                </c:pt>
                <c:pt idx="277">
                  <c:v>0.1385</c:v>
                </c:pt>
                <c:pt idx="278">
                  <c:v>0.139</c:v>
                </c:pt>
                <c:pt idx="279">
                  <c:v>0.1395</c:v>
                </c:pt>
                <c:pt idx="280">
                  <c:v>0.14</c:v>
                </c:pt>
                <c:pt idx="281">
                  <c:v>0.1405</c:v>
                </c:pt>
                <c:pt idx="282">
                  <c:v>0.141</c:v>
                </c:pt>
                <c:pt idx="283">
                  <c:v>0.1415</c:v>
                </c:pt>
                <c:pt idx="284">
                  <c:v>0.142</c:v>
                </c:pt>
                <c:pt idx="285">
                  <c:v>0.1425</c:v>
                </c:pt>
                <c:pt idx="286">
                  <c:v>0.143</c:v>
                </c:pt>
                <c:pt idx="287">
                  <c:v>0.1435</c:v>
                </c:pt>
                <c:pt idx="288">
                  <c:v>0.144</c:v>
                </c:pt>
                <c:pt idx="289">
                  <c:v>0.1445</c:v>
                </c:pt>
                <c:pt idx="290">
                  <c:v>0.145</c:v>
                </c:pt>
                <c:pt idx="291">
                  <c:v>0.1455</c:v>
                </c:pt>
                <c:pt idx="292">
                  <c:v>0.146</c:v>
                </c:pt>
                <c:pt idx="293">
                  <c:v>0.1465</c:v>
                </c:pt>
                <c:pt idx="294">
                  <c:v>0.147</c:v>
                </c:pt>
                <c:pt idx="295">
                  <c:v>0.1475</c:v>
                </c:pt>
                <c:pt idx="296">
                  <c:v>0.148</c:v>
                </c:pt>
                <c:pt idx="297">
                  <c:v>0.1485</c:v>
                </c:pt>
                <c:pt idx="298">
                  <c:v>0.149</c:v>
                </c:pt>
                <c:pt idx="299">
                  <c:v>0.1495</c:v>
                </c:pt>
                <c:pt idx="300">
                  <c:v>0.15</c:v>
                </c:pt>
                <c:pt idx="301">
                  <c:v>0.1505</c:v>
                </c:pt>
                <c:pt idx="302">
                  <c:v>0.151</c:v>
                </c:pt>
                <c:pt idx="303">
                  <c:v>0.1515</c:v>
                </c:pt>
                <c:pt idx="304">
                  <c:v>0.152</c:v>
                </c:pt>
                <c:pt idx="305">
                  <c:v>0.1525</c:v>
                </c:pt>
                <c:pt idx="306">
                  <c:v>0.153</c:v>
                </c:pt>
                <c:pt idx="307">
                  <c:v>0.1535</c:v>
                </c:pt>
                <c:pt idx="308">
                  <c:v>0.154</c:v>
                </c:pt>
                <c:pt idx="309">
                  <c:v>0.1545</c:v>
                </c:pt>
                <c:pt idx="310">
                  <c:v>0.155</c:v>
                </c:pt>
                <c:pt idx="311">
                  <c:v>0.1555</c:v>
                </c:pt>
                <c:pt idx="312">
                  <c:v>0.156</c:v>
                </c:pt>
                <c:pt idx="313">
                  <c:v>0.1565</c:v>
                </c:pt>
                <c:pt idx="314">
                  <c:v>0.157</c:v>
                </c:pt>
                <c:pt idx="315">
                  <c:v>0.1575</c:v>
                </c:pt>
                <c:pt idx="316">
                  <c:v>0.158</c:v>
                </c:pt>
                <c:pt idx="317">
                  <c:v>0.1585</c:v>
                </c:pt>
                <c:pt idx="318">
                  <c:v>0.159</c:v>
                </c:pt>
                <c:pt idx="319">
                  <c:v>0.1595</c:v>
                </c:pt>
                <c:pt idx="320">
                  <c:v>0.16</c:v>
                </c:pt>
                <c:pt idx="321">
                  <c:v>0.1605</c:v>
                </c:pt>
                <c:pt idx="322">
                  <c:v>0.161</c:v>
                </c:pt>
                <c:pt idx="323">
                  <c:v>0.1615</c:v>
                </c:pt>
                <c:pt idx="324">
                  <c:v>0.162</c:v>
                </c:pt>
                <c:pt idx="325">
                  <c:v>0.1625</c:v>
                </c:pt>
                <c:pt idx="326">
                  <c:v>0.163</c:v>
                </c:pt>
                <c:pt idx="327">
                  <c:v>0.1635</c:v>
                </c:pt>
                <c:pt idx="328">
                  <c:v>0.164</c:v>
                </c:pt>
                <c:pt idx="329">
                  <c:v>0.1645</c:v>
                </c:pt>
                <c:pt idx="330">
                  <c:v>0.165</c:v>
                </c:pt>
                <c:pt idx="331">
                  <c:v>0.1655</c:v>
                </c:pt>
                <c:pt idx="332">
                  <c:v>0.166</c:v>
                </c:pt>
                <c:pt idx="333">
                  <c:v>0.1665</c:v>
                </c:pt>
                <c:pt idx="334">
                  <c:v>0.167</c:v>
                </c:pt>
                <c:pt idx="335">
                  <c:v>0.1675</c:v>
                </c:pt>
                <c:pt idx="336">
                  <c:v>0.168</c:v>
                </c:pt>
                <c:pt idx="337">
                  <c:v>0.1685</c:v>
                </c:pt>
                <c:pt idx="338">
                  <c:v>0.169</c:v>
                </c:pt>
                <c:pt idx="339">
                  <c:v>0.1695</c:v>
                </c:pt>
                <c:pt idx="340">
                  <c:v>0.17</c:v>
                </c:pt>
                <c:pt idx="341">
                  <c:v>0.1705</c:v>
                </c:pt>
                <c:pt idx="342">
                  <c:v>0.171</c:v>
                </c:pt>
                <c:pt idx="343">
                  <c:v>0.1715</c:v>
                </c:pt>
                <c:pt idx="344">
                  <c:v>0.172</c:v>
                </c:pt>
                <c:pt idx="345">
                  <c:v>0.1725</c:v>
                </c:pt>
                <c:pt idx="346">
                  <c:v>0.173</c:v>
                </c:pt>
                <c:pt idx="347">
                  <c:v>0.1735</c:v>
                </c:pt>
                <c:pt idx="348">
                  <c:v>0.174</c:v>
                </c:pt>
                <c:pt idx="349">
                  <c:v>0.1745</c:v>
                </c:pt>
                <c:pt idx="350">
                  <c:v>0.175</c:v>
                </c:pt>
                <c:pt idx="351">
                  <c:v>0.1755</c:v>
                </c:pt>
                <c:pt idx="352">
                  <c:v>0.176</c:v>
                </c:pt>
                <c:pt idx="353">
                  <c:v>0.1765</c:v>
                </c:pt>
                <c:pt idx="354">
                  <c:v>0.177</c:v>
                </c:pt>
                <c:pt idx="355">
                  <c:v>0.1775</c:v>
                </c:pt>
                <c:pt idx="356">
                  <c:v>0.178</c:v>
                </c:pt>
                <c:pt idx="357">
                  <c:v>0.1785</c:v>
                </c:pt>
                <c:pt idx="358">
                  <c:v>0.179</c:v>
                </c:pt>
                <c:pt idx="359">
                  <c:v>0.1795</c:v>
                </c:pt>
                <c:pt idx="360">
                  <c:v>0.18</c:v>
                </c:pt>
                <c:pt idx="361">
                  <c:v>0.1805</c:v>
                </c:pt>
                <c:pt idx="362">
                  <c:v>0.181</c:v>
                </c:pt>
                <c:pt idx="363">
                  <c:v>0.1815</c:v>
                </c:pt>
                <c:pt idx="364">
                  <c:v>0.182</c:v>
                </c:pt>
                <c:pt idx="365">
                  <c:v>0.1825</c:v>
                </c:pt>
                <c:pt idx="366">
                  <c:v>0.183</c:v>
                </c:pt>
                <c:pt idx="367">
                  <c:v>0.1835</c:v>
                </c:pt>
                <c:pt idx="368">
                  <c:v>0.184</c:v>
                </c:pt>
                <c:pt idx="369">
                  <c:v>0.1845</c:v>
                </c:pt>
                <c:pt idx="370">
                  <c:v>0.185</c:v>
                </c:pt>
                <c:pt idx="371">
                  <c:v>0.1855</c:v>
                </c:pt>
                <c:pt idx="372">
                  <c:v>0.186</c:v>
                </c:pt>
                <c:pt idx="373">
                  <c:v>0.1865</c:v>
                </c:pt>
                <c:pt idx="374">
                  <c:v>0.187</c:v>
                </c:pt>
                <c:pt idx="375">
                  <c:v>0.1875</c:v>
                </c:pt>
                <c:pt idx="376">
                  <c:v>0.188</c:v>
                </c:pt>
                <c:pt idx="377">
                  <c:v>0.1885</c:v>
                </c:pt>
                <c:pt idx="378">
                  <c:v>0.189</c:v>
                </c:pt>
                <c:pt idx="379">
                  <c:v>0.1895</c:v>
                </c:pt>
                <c:pt idx="380">
                  <c:v>0.19</c:v>
                </c:pt>
                <c:pt idx="381">
                  <c:v>0.1905</c:v>
                </c:pt>
                <c:pt idx="382">
                  <c:v>0.191</c:v>
                </c:pt>
                <c:pt idx="383">
                  <c:v>0.1915</c:v>
                </c:pt>
                <c:pt idx="384">
                  <c:v>0.192</c:v>
                </c:pt>
                <c:pt idx="385">
                  <c:v>0.1925</c:v>
                </c:pt>
                <c:pt idx="386">
                  <c:v>0.193</c:v>
                </c:pt>
                <c:pt idx="387">
                  <c:v>0.1935</c:v>
                </c:pt>
                <c:pt idx="388">
                  <c:v>0.194</c:v>
                </c:pt>
                <c:pt idx="389">
                  <c:v>0.1945</c:v>
                </c:pt>
                <c:pt idx="390">
                  <c:v>0.195</c:v>
                </c:pt>
                <c:pt idx="391">
                  <c:v>0.1955</c:v>
                </c:pt>
                <c:pt idx="392">
                  <c:v>0.196</c:v>
                </c:pt>
                <c:pt idx="393">
                  <c:v>0.1965</c:v>
                </c:pt>
                <c:pt idx="394">
                  <c:v>0.197</c:v>
                </c:pt>
                <c:pt idx="395">
                  <c:v>0.1975</c:v>
                </c:pt>
                <c:pt idx="396">
                  <c:v>0.198</c:v>
                </c:pt>
                <c:pt idx="397">
                  <c:v>0.1985</c:v>
                </c:pt>
                <c:pt idx="398">
                  <c:v>0.199</c:v>
                </c:pt>
                <c:pt idx="399">
                  <c:v>0.1995</c:v>
                </c:pt>
                <c:pt idx="400">
                  <c:v>0.2</c:v>
                </c:pt>
                <c:pt idx="401">
                  <c:v>0.2005</c:v>
                </c:pt>
                <c:pt idx="402">
                  <c:v>0.201</c:v>
                </c:pt>
                <c:pt idx="403">
                  <c:v>0.2015</c:v>
                </c:pt>
                <c:pt idx="404">
                  <c:v>0.202</c:v>
                </c:pt>
                <c:pt idx="405">
                  <c:v>0.2025</c:v>
                </c:pt>
                <c:pt idx="406">
                  <c:v>0.203</c:v>
                </c:pt>
                <c:pt idx="407">
                  <c:v>0.2035</c:v>
                </c:pt>
                <c:pt idx="408">
                  <c:v>0.204</c:v>
                </c:pt>
                <c:pt idx="409">
                  <c:v>0.2045</c:v>
                </c:pt>
                <c:pt idx="410">
                  <c:v>0.205</c:v>
                </c:pt>
                <c:pt idx="411">
                  <c:v>0.2055</c:v>
                </c:pt>
                <c:pt idx="412">
                  <c:v>0.206</c:v>
                </c:pt>
                <c:pt idx="413">
                  <c:v>0.2065</c:v>
                </c:pt>
                <c:pt idx="414">
                  <c:v>0.207</c:v>
                </c:pt>
                <c:pt idx="415">
                  <c:v>0.2075</c:v>
                </c:pt>
                <c:pt idx="416">
                  <c:v>0.208</c:v>
                </c:pt>
                <c:pt idx="417">
                  <c:v>0.2085</c:v>
                </c:pt>
                <c:pt idx="418">
                  <c:v>0.209</c:v>
                </c:pt>
                <c:pt idx="419">
                  <c:v>0.2095</c:v>
                </c:pt>
                <c:pt idx="420">
                  <c:v>0.21</c:v>
                </c:pt>
                <c:pt idx="421">
                  <c:v>0.2105</c:v>
                </c:pt>
                <c:pt idx="422">
                  <c:v>0.211</c:v>
                </c:pt>
                <c:pt idx="423">
                  <c:v>0.2115</c:v>
                </c:pt>
                <c:pt idx="424">
                  <c:v>0.212</c:v>
                </c:pt>
                <c:pt idx="425">
                  <c:v>0.2125</c:v>
                </c:pt>
                <c:pt idx="426">
                  <c:v>0.213</c:v>
                </c:pt>
                <c:pt idx="427">
                  <c:v>0.2135</c:v>
                </c:pt>
                <c:pt idx="428">
                  <c:v>0.214</c:v>
                </c:pt>
                <c:pt idx="429">
                  <c:v>0.2145</c:v>
                </c:pt>
                <c:pt idx="430">
                  <c:v>0.215</c:v>
                </c:pt>
                <c:pt idx="431">
                  <c:v>0.2155</c:v>
                </c:pt>
                <c:pt idx="432">
                  <c:v>0.216</c:v>
                </c:pt>
                <c:pt idx="433">
                  <c:v>0.2165</c:v>
                </c:pt>
                <c:pt idx="434">
                  <c:v>0.217</c:v>
                </c:pt>
                <c:pt idx="435">
                  <c:v>0.2175</c:v>
                </c:pt>
                <c:pt idx="436">
                  <c:v>0.218</c:v>
                </c:pt>
                <c:pt idx="437">
                  <c:v>0.2185</c:v>
                </c:pt>
                <c:pt idx="438">
                  <c:v>0.219</c:v>
                </c:pt>
                <c:pt idx="439">
                  <c:v>0.2195</c:v>
                </c:pt>
                <c:pt idx="440">
                  <c:v>0.22</c:v>
                </c:pt>
                <c:pt idx="441">
                  <c:v>0.2205</c:v>
                </c:pt>
                <c:pt idx="442">
                  <c:v>0.221</c:v>
                </c:pt>
                <c:pt idx="443">
                  <c:v>0.2215</c:v>
                </c:pt>
                <c:pt idx="444">
                  <c:v>0.222</c:v>
                </c:pt>
                <c:pt idx="445">
                  <c:v>0.2225</c:v>
                </c:pt>
                <c:pt idx="446">
                  <c:v>0.223</c:v>
                </c:pt>
                <c:pt idx="447">
                  <c:v>0.2235</c:v>
                </c:pt>
                <c:pt idx="448">
                  <c:v>0.224</c:v>
                </c:pt>
                <c:pt idx="449">
                  <c:v>0.2245</c:v>
                </c:pt>
                <c:pt idx="450">
                  <c:v>0.225</c:v>
                </c:pt>
                <c:pt idx="451">
                  <c:v>0.2255</c:v>
                </c:pt>
                <c:pt idx="452">
                  <c:v>0.226</c:v>
                </c:pt>
                <c:pt idx="453">
                  <c:v>0.2265</c:v>
                </c:pt>
                <c:pt idx="454">
                  <c:v>0.227</c:v>
                </c:pt>
                <c:pt idx="455">
                  <c:v>0.2275</c:v>
                </c:pt>
                <c:pt idx="456">
                  <c:v>0.228</c:v>
                </c:pt>
                <c:pt idx="457">
                  <c:v>0.2285</c:v>
                </c:pt>
                <c:pt idx="458">
                  <c:v>0.229</c:v>
                </c:pt>
                <c:pt idx="459">
                  <c:v>0.2295</c:v>
                </c:pt>
                <c:pt idx="460">
                  <c:v>0.23</c:v>
                </c:pt>
                <c:pt idx="461">
                  <c:v>0.2305</c:v>
                </c:pt>
                <c:pt idx="462">
                  <c:v>0.231</c:v>
                </c:pt>
                <c:pt idx="463">
                  <c:v>0.2315</c:v>
                </c:pt>
                <c:pt idx="464">
                  <c:v>0.232</c:v>
                </c:pt>
                <c:pt idx="465">
                  <c:v>0.2325</c:v>
                </c:pt>
                <c:pt idx="466">
                  <c:v>0.233</c:v>
                </c:pt>
                <c:pt idx="467">
                  <c:v>0.2335</c:v>
                </c:pt>
                <c:pt idx="468">
                  <c:v>0.234</c:v>
                </c:pt>
                <c:pt idx="469">
                  <c:v>0.2345</c:v>
                </c:pt>
                <c:pt idx="470">
                  <c:v>0.235</c:v>
                </c:pt>
                <c:pt idx="471">
                  <c:v>0.2355</c:v>
                </c:pt>
                <c:pt idx="472">
                  <c:v>0.236</c:v>
                </c:pt>
                <c:pt idx="473">
                  <c:v>0.2365</c:v>
                </c:pt>
                <c:pt idx="474">
                  <c:v>0.237</c:v>
                </c:pt>
                <c:pt idx="475">
                  <c:v>0.2375</c:v>
                </c:pt>
                <c:pt idx="476">
                  <c:v>0.238</c:v>
                </c:pt>
                <c:pt idx="477">
                  <c:v>0.2385</c:v>
                </c:pt>
                <c:pt idx="478">
                  <c:v>0.239</c:v>
                </c:pt>
                <c:pt idx="479">
                  <c:v>0.2395</c:v>
                </c:pt>
                <c:pt idx="480">
                  <c:v>0.24</c:v>
                </c:pt>
                <c:pt idx="481">
                  <c:v>0.2405</c:v>
                </c:pt>
                <c:pt idx="482">
                  <c:v>0.241</c:v>
                </c:pt>
                <c:pt idx="483">
                  <c:v>0.2415</c:v>
                </c:pt>
                <c:pt idx="484">
                  <c:v>0.242</c:v>
                </c:pt>
                <c:pt idx="485">
                  <c:v>0.2425</c:v>
                </c:pt>
                <c:pt idx="486">
                  <c:v>0.243</c:v>
                </c:pt>
                <c:pt idx="487">
                  <c:v>0.2435</c:v>
                </c:pt>
                <c:pt idx="488">
                  <c:v>0.244</c:v>
                </c:pt>
                <c:pt idx="489">
                  <c:v>0.2445</c:v>
                </c:pt>
                <c:pt idx="490">
                  <c:v>0.245</c:v>
                </c:pt>
                <c:pt idx="491">
                  <c:v>0.2455</c:v>
                </c:pt>
                <c:pt idx="492">
                  <c:v>0.246</c:v>
                </c:pt>
                <c:pt idx="493">
                  <c:v>0.2465</c:v>
                </c:pt>
                <c:pt idx="494">
                  <c:v>0.247</c:v>
                </c:pt>
                <c:pt idx="495">
                  <c:v>0.2475</c:v>
                </c:pt>
                <c:pt idx="496">
                  <c:v>0.248</c:v>
                </c:pt>
                <c:pt idx="497">
                  <c:v>0.2485</c:v>
                </c:pt>
                <c:pt idx="498">
                  <c:v>0.249</c:v>
                </c:pt>
                <c:pt idx="499">
                  <c:v>0.2495</c:v>
                </c:pt>
                <c:pt idx="500">
                  <c:v>0.25</c:v>
                </c:pt>
                <c:pt idx="501">
                  <c:v>0.2505</c:v>
                </c:pt>
                <c:pt idx="502">
                  <c:v>0.251</c:v>
                </c:pt>
                <c:pt idx="503">
                  <c:v>0.2515</c:v>
                </c:pt>
                <c:pt idx="504">
                  <c:v>0.252</c:v>
                </c:pt>
                <c:pt idx="505">
                  <c:v>0.2525</c:v>
                </c:pt>
                <c:pt idx="506">
                  <c:v>0.253</c:v>
                </c:pt>
                <c:pt idx="507">
                  <c:v>0.2535</c:v>
                </c:pt>
                <c:pt idx="508">
                  <c:v>0.254</c:v>
                </c:pt>
                <c:pt idx="509">
                  <c:v>0.2545</c:v>
                </c:pt>
                <c:pt idx="510">
                  <c:v>0.255</c:v>
                </c:pt>
                <c:pt idx="511">
                  <c:v>0.2555</c:v>
                </c:pt>
                <c:pt idx="512">
                  <c:v>0.256</c:v>
                </c:pt>
                <c:pt idx="513">
                  <c:v>0.2565</c:v>
                </c:pt>
                <c:pt idx="514">
                  <c:v>0.257</c:v>
                </c:pt>
                <c:pt idx="515">
                  <c:v>0.2575</c:v>
                </c:pt>
                <c:pt idx="516">
                  <c:v>0.258</c:v>
                </c:pt>
                <c:pt idx="517">
                  <c:v>0.2585</c:v>
                </c:pt>
                <c:pt idx="518">
                  <c:v>0.259</c:v>
                </c:pt>
                <c:pt idx="519">
                  <c:v>0.2595</c:v>
                </c:pt>
                <c:pt idx="520">
                  <c:v>0.26</c:v>
                </c:pt>
                <c:pt idx="521">
                  <c:v>0.2605</c:v>
                </c:pt>
                <c:pt idx="522">
                  <c:v>0.261</c:v>
                </c:pt>
                <c:pt idx="523">
                  <c:v>0.2615</c:v>
                </c:pt>
                <c:pt idx="524">
                  <c:v>0.262</c:v>
                </c:pt>
                <c:pt idx="525">
                  <c:v>0.2625</c:v>
                </c:pt>
                <c:pt idx="526">
                  <c:v>0.263</c:v>
                </c:pt>
                <c:pt idx="527">
                  <c:v>0.2635</c:v>
                </c:pt>
                <c:pt idx="528">
                  <c:v>0.264</c:v>
                </c:pt>
                <c:pt idx="529">
                  <c:v>0.2645</c:v>
                </c:pt>
                <c:pt idx="530">
                  <c:v>0.265</c:v>
                </c:pt>
                <c:pt idx="531">
                  <c:v>0.2655</c:v>
                </c:pt>
                <c:pt idx="532">
                  <c:v>0.266</c:v>
                </c:pt>
                <c:pt idx="533">
                  <c:v>0.2665</c:v>
                </c:pt>
                <c:pt idx="534">
                  <c:v>0.267</c:v>
                </c:pt>
                <c:pt idx="535">
                  <c:v>0.2675</c:v>
                </c:pt>
                <c:pt idx="536">
                  <c:v>0.268</c:v>
                </c:pt>
                <c:pt idx="537">
                  <c:v>0.2685</c:v>
                </c:pt>
                <c:pt idx="538">
                  <c:v>0.269</c:v>
                </c:pt>
                <c:pt idx="539">
                  <c:v>0.2695</c:v>
                </c:pt>
                <c:pt idx="540">
                  <c:v>0.27</c:v>
                </c:pt>
                <c:pt idx="541">
                  <c:v>0.2705</c:v>
                </c:pt>
                <c:pt idx="542">
                  <c:v>0.271</c:v>
                </c:pt>
                <c:pt idx="543">
                  <c:v>0.2715</c:v>
                </c:pt>
                <c:pt idx="544">
                  <c:v>0.272</c:v>
                </c:pt>
                <c:pt idx="545">
                  <c:v>0.2725</c:v>
                </c:pt>
                <c:pt idx="546">
                  <c:v>0.273</c:v>
                </c:pt>
                <c:pt idx="547">
                  <c:v>0.2735</c:v>
                </c:pt>
                <c:pt idx="548">
                  <c:v>0.274</c:v>
                </c:pt>
                <c:pt idx="549">
                  <c:v>0.2745</c:v>
                </c:pt>
                <c:pt idx="550">
                  <c:v>0.275</c:v>
                </c:pt>
                <c:pt idx="551">
                  <c:v>0.2755</c:v>
                </c:pt>
                <c:pt idx="552">
                  <c:v>0.276</c:v>
                </c:pt>
                <c:pt idx="553">
                  <c:v>0.2765</c:v>
                </c:pt>
                <c:pt idx="554">
                  <c:v>0.277</c:v>
                </c:pt>
                <c:pt idx="555">
                  <c:v>0.2775</c:v>
                </c:pt>
                <c:pt idx="556">
                  <c:v>0.278</c:v>
                </c:pt>
                <c:pt idx="557">
                  <c:v>0.2785</c:v>
                </c:pt>
                <c:pt idx="558">
                  <c:v>0.279</c:v>
                </c:pt>
                <c:pt idx="559">
                  <c:v>0.2795</c:v>
                </c:pt>
                <c:pt idx="560">
                  <c:v>0.28</c:v>
                </c:pt>
                <c:pt idx="561">
                  <c:v>0.2805</c:v>
                </c:pt>
                <c:pt idx="562">
                  <c:v>0.281</c:v>
                </c:pt>
                <c:pt idx="563">
                  <c:v>0.2815</c:v>
                </c:pt>
                <c:pt idx="564">
                  <c:v>0.282</c:v>
                </c:pt>
                <c:pt idx="565">
                  <c:v>0.2825</c:v>
                </c:pt>
                <c:pt idx="566">
                  <c:v>0.283</c:v>
                </c:pt>
                <c:pt idx="567">
                  <c:v>0.2835</c:v>
                </c:pt>
                <c:pt idx="568">
                  <c:v>0.284</c:v>
                </c:pt>
                <c:pt idx="569">
                  <c:v>0.2845</c:v>
                </c:pt>
                <c:pt idx="570">
                  <c:v>0.285</c:v>
                </c:pt>
                <c:pt idx="571">
                  <c:v>0.2855</c:v>
                </c:pt>
                <c:pt idx="572">
                  <c:v>0.286</c:v>
                </c:pt>
                <c:pt idx="573">
                  <c:v>0.2865</c:v>
                </c:pt>
                <c:pt idx="574">
                  <c:v>0.287</c:v>
                </c:pt>
                <c:pt idx="575">
                  <c:v>0.2875</c:v>
                </c:pt>
                <c:pt idx="576">
                  <c:v>0.288</c:v>
                </c:pt>
                <c:pt idx="577">
                  <c:v>0.2885</c:v>
                </c:pt>
                <c:pt idx="578">
                  <c:v>0.289</c:v>
                </c:pt>
                <c:pt idx="579">
                  <c:v>0.2895</c:v>
                </c:pt>
                <c:pt idx="580">
                  <c:v>0.29</c:v>
                </c:pt>
                <c:pt idx="581">
                  <c:v>0.2905</c:v>
                </c:pt>
                <c:pt idx="582">
                  <c:v>0.291</c:v>
                </c:pt>
                <c:pt idx="583">
                  <c:v>0.2915</c:v>
                </c:pt>
                <c:pt idx="584">
                  <c:v>0.292</c:v>
                </c:pt>
                <c:pt idx="585">
                  <c:v>0.2925</c:v>
                </c:pt>
                <c:pt idx="586">
                  <c:v>0.293</c:v>
                </c:pt>
                <c:pt idx="587">
                  <c:v>0.2935</c:v>
                </c:pt>
                <c:pt idx="588">
                  <c:v>0.294</c:v>
                </c:pt>
                <c:pt idx="589">
                  <c:v>0.2945</c:v>
                </c:pt>
                <c:pt idx="590">
                  <c:v>0.295</c:v>
                </c:pt>
                <c:pt idx="591">
                  <c:v>0.2955</c:v>
                </c:pt>
                <c:pt idx="592">
                  <c:v>0.296</c:v>
                </c:pt>
                <c:pt idx="593">
                  <c:v>0.2965</c:v>
                </c:pt>
                <c:pt idx="594">
                  <c:v>0.297</c:v>
                </c:pt>
                <c:pt idx="595">
                  <c:v>0.2975</c:v>
                </c:pt>
                <c:pt idx="596">
                  <c:v>0.298</c:v>
                </c:pt>
                <c:pt idx="597">
                  <c:v>0.2985</c:v>
                </c:pt>
                <c:pt idx="598">
                  <c:v>0.299</c:v>
                </c:pt>
                <c:pt idx="599">
                  <c:v>0.2995</c:v>
                </c:pt>
                <c:pt idx="600">
                  <c:v>0.3</c:v>
                </c:pt>
                <c:pt idx="601">
                  <c:v>0.3005</c:v>
                </c:pt>
                <c:pt idx="602">
                  <c:v>0.301</c:v>
                </c:pt>
                <c:pt idx="603">
                  <c:v>0.3015</c:v>
                </c:pt>
                <c:pt idx="604">
                  <c:v>0.302</c:v>
                </c:pt>
                <c:pt idx="605">
                  <c:v>0.3025</c:v>
                </c:pt>
                <c:pt idx="606">
                  <c:v>0.303</c:v>
                </c:pt>
                <c:pt idx="607">
                  <c:v>0.3035</c:v>
                </c:pt>
                <c:pt idx="608">
                  <c:v>0.304</c:v>
                </c:pt>
                <c:pt idx="609">
                  <c:v>0.3045</c:v>
                </c:pt>
                <c:pt idx="610">
                  <c:v>0.305</c:v>
                </c:pt>
                <c:pt idx="611">
                  <c:v>0.3055</c:v>
                </c:pt>
                <c:pt idx="612">
                  <c:v>0.306</c:v>
                </c:pt>
                <c:pt idx="613">
                  <c:v>0.3065</c:v>
                </c:pt>
                <c:pt idx="614">
                  <c:v>0.307</c:v>
                </c:pt>
                <c:pt idx="615">
                  <c:v>0.3075</c:v>
                </c:pt>
                <c:pt idx="616">
                  <c:v>0.308</c:v>
                </c:pt>
                <c:pt idx="617">
                  <c:v>0.3085</c:v>
                </c:pt>
                <c:pt idx="618">
                  <c:v>0.309</c:v>
                </c:pt>
                <c:pt idx="619">
                  <c:v>0.3095</c:v>
                </c:pt>
                <c:pt idx="620">
                  <c:v>0.31</c:v>
                </c:pt>
                <c:pt idx="621">
                  <c:v>0.3105</c:v>
                </c:pt>
                <c:pt idx="622">
                  <c:v>0.311</c:v>
                </c:pt>
                <c:pt idx="623">
                  <c:v>0.3115</c:v>
                </c:pt>
                <c:pt idx="624">
                  <c:v>0.312</c:v>
                </c:pt>
                <c:pt idx="625">
                  <c:v>0.3125</c:v>
                </c:pt>
                <c:pt idx="626">
                  <c:v>0.313</c:v>
                </c:pt>
                <c:pt idx="627">
                  <c:v>0.3135</c:v>
                </c:pt>
                <c:pt idx="628">
                  <c:v>0.314</c:v>
                </c:pt>
                <c:pt idx="629">
                  <c:v>0.3145</c:v>
                </c:pt>
                <c:pt idx="630">
                  <c:v>0.315</c:v>
                </c:pt>
                <c:pt idx="631">
                  <c:v>0.3155</c:v>
                </c:pt>
                <c:pt idx="632">
                  <c:v>0.316</c:v>
                </c:pt>
                <c:pt idx="633">
                  <c:v>0.3165</c:v>
                </c:pt>
                <c:pt idx="634">
                  <c:v>0.317</c:v>
                </c:pt>
                <c:pt idx="635">
                  <c:v>0.3175</c:v>
                </c:pt>
                <c:pt idx="636">
                  <c:v>0.318</c:v>
                </c:pt>
                <c:pt idx="637">
                  <c:v>0.3185</c:v>
                </c:pt>
                <c:pt idx="638">
                  <c:v>0.319</c:v>
                </c:pt>
                <c:pt idx="639">
                  <c:v>0.3195</c:v>
                </c:pt>
                <c:pt idx="640">
                  <c:v>0.32</c:v>
                </c:pt>
                <c:pt idx="641">
                  <c:v>0.3205</c:v>
                </c:pt>
                <c:pt idx="642">
                  <c:v>0.321</c:v>
                </c:pt>
                <c:pt idx="643">
                  <c:v>0.3215</c:v>
                </c:pt>
                <c:pt idx="644">
                  <c:v>0.322</c:v>
                </c:pt>
                <c:pt idx="645">
                  <c:v>0.3225</c:v>
                </c:pt>
                <c:pt idx="646">
                  <c:v>0.323</c:v>
                </c:pt>
                <c:pt idx="647">
                  <c:v>0.3235</c:v>
                </c:pt>
                <c:pt idx="648">
                  <c:v>0.324</c:v>
                </c:pt>
                <c:pt idx="649">
                  <c:v>0.3245</c:v>
                </c:pt>
                <c:pt idx="650">
                  <c:v>0.325</c:v>
                </c:pt>
                <c:pt idx="651">
                  <c:v>0.3255</c:v>
                </c:pt>
                <c:pt idx="652">
                  <c:v>0.326</c:v>
                </c:pt>
                <c:pt idx="653">
                  <c:v>0.3265</c:v>
                </c:pt>
                <c:pt idx="654">
                  <c:v>0.327</c:v>
                </c:pt>
                <c:pt idx="655">
                  <c:v>0.3275</c:v>
                </c:pt>
                <c:pt idx="656">
                  <c:v>0.328</c:v>
                </c:pt>
                <c:pt idx="657">
                  <c:v>0.3285</c:v>
                </c:pt>
                <c:pt idx="658">
                  <c:v>0.329</c:v>
                </c:pt>
                <c:pt idx="659">
                  <c:v>0.3295</c:v>
                </c:pt>
                <c:pt idx="660">
                  <c:v>0.33</c:v>
                </c:pt>
                <c:pt idx="661">
                  <c:v>0.3305</c:v>
                </c:pt>
                <c:pt idx="662">
                  <c:v>0.331</c:v>
                </c:pt>
                <c:pt idx="663">
                  <c:v>0.3315</c:v>
                </c:pt>
                <c:pt idx="664">
                  <c:v>0.332</c:v>
                </c:pt>
                <c:pt idx="665">
                  <c:v>0.3325</c:v>
                </c:pt>
                <c:pt idx="666">
                  <c:v>0.333</c:v>
                </c:pt>
                <c:pt idx="667">
                  <c:v>0.3335</c:v>
                </c:pt>
                <c:pt idx="668">
                  <c:v>0.334</c:v>
                </c:pt>
                <c:pt idx="669">
                  <c:v>0.3345</c:v>
                </c:pt>
                <c:pt idx="670">
                  <c:v>0.335</c:v>
                </c:pt>
                <c:pt idx="671">
                  <c:v>0.3355</c:v>
                </c:pt>
                <c:pt idx="672">
                  <c:v>0.336</c:v>
                </c:pt>
                <c:pt idx="673">
                  <c:v>0.3365</c:v>
                </c:pt>
                <c:pt idx="674">
                  <c:v>0.337</c:v>
                </c:pt>
                <c:pt idx="675">
                  <c:v>0.3375</c:v>
                </c:pt>
                <c:pt idx="676">
                  <c:v>0.338</c:v>
                </c:pt>
                <c:pt idx="677">
                  <c:v>0.3385</c:v>
                </c:pt>
                <c:pt idx="678">
                  <c:v>0.339</c:v>
                </c:pt>
                <c:pt idx="679">
                  <c:v>0.3395</c:v>
                </c:pt>
                <c:pt idx="680">
                  <c:v>0.34</c:v>
                </c:pt>
                <c:pt idx="681">
                  <c:v>0.3405</c:v>
                </c:pt>
                <c:pt idx="682">
                  <c:v>0.341</c:v>
                </c:pt>
                <c:pt idx="683">
                  <c:v>0.3415</c:v>
                </c:pt>
                <c:pt idx="684">
                  <c:v>0.342</c:v>
                </c:pt>
                <c:pt idx="685">
                  <c:v>0.3425</c:v>
                </c:pt>
                <c:pt idx="686">
                  <c:v>0.343</c:v>
                </c:pt>
                <c:pt idx="687">
                  <c:v>0.3435</c:v>
                </c:pt>
                <c:pt idx="688">
                  <c:v>0.344</c:v>
                </c:pt>
                <c:pt idx="689">
                  <c:v>0.3445</c:v>
                </c:pt>
                <c:pt idx="690">
                  <c:v>0.345</c:v>
                </c:pt>
                <c:pt idx="691">
                  <c:v>0.3455</c:v>
                </c:pt>
                <c:pt idx="692">
                  <c:v>0.346</c:v>
                </c:pt>
                <c:pt idx="693">
                  <c:v>0.3465</c:v>
                </c:pt>
                <c:pt idx="694">
                  <c:v>0.347</c:v>
                </c:pt>
                <c:pt idx="695">
                  <c:v>0.3475</c:v>
                </c:pt>
                <c:pt idx="696">
                  <c:v>0.348</c:v>
                </c:pt>
                <c:pt idx="697">
                  <c:v>0.3485</c:v>
                </c:pt>
                <c:pt idx="698">
                  <c:v>0.349</c:v>
                </c:pt>
                <c:pt idx="699">
                  <c:v>0.3495</c:v>
                </c:pt>
                <c:pt idx="700">
                  <c:v>0.35</c:v>
                </c:pt>
                <c:pt idx="701">
                  <c:v>0.3505</c:v>
                </c:pt>
                <c:pt idx="702">
                  <c:v>0.351</c:v>
                </c:pt>
                <c:pt idx="703">
                  <c:v>0.3515</c:v>
                </c:pt>
                <c:pt idx="704">
                  <c:v>0.352</c:v>
                </c:pt>
                <c:pt idx="705">
                  <c:v>0.3525</c:v>
                </c:pt>
                <c:pt idx="706">
                  <c:v>0.353</c:v>
                </c:pt>
                <c:pt idx="707">
                  <c:v>0.3535</c:v>
                </c:pt>
                <c:pt idx="708">
                  <c:v>0.354</c:v>
                </c:pt>
                <c:pt idx="709">
                  <c:v>0.3545</c:v>
                </c:pt>
                <c:pt idx="710">
                  <c:v>0.355</c:v>
                </c:pt>
                <c:pt idx="711">
                  <c:v>0.3555</c:v>
                </c:pt>
                <c:pt idx="712">
                  <c:v>0.356</c:v>
                </c:pt>
                <c:pt idx="713">
                  <c:v>0.3565</c:v>
                </c:pt>
                <c:pt idx="714">
                  <c:v>0.357</c:v>
                </c:pt>
                <c:pt idx="715">
                  <c:v>0.3575</c:v>
                </c:pt>
                <c:pt idx="716">
                  <c:v>0.358</c:v>
                </c:pt>
                <c:pt idx="717">
                  <c:v>0.3585</c:v>
                </c:pt>
                <c:pt idx="718">
                  <c:v>0.359</c:v>
                </c:pt>
                <c:pt idx="719">
                  <c:v>0.3595</c:v>
                </c:pt>
                <c:pt idx="720">
                  <c:v>0.36</c:v>
                </c:pt>
                <c:pt idx="721">
                  <c:v>0.3605</c:v>
                </c:pt>
                <c:pt idx="722">
                  <c:v>0.361</c:v>
                </c:pt>
                <c:pt idx="723">
                  <c:v>0.3615</c:v>
                </c:pt>
                <c:pt idx="724">
                  <c:v>0.362</c:v>
                </c:pt>
                <c:pt idx="725">
                  <c:v>0.3625</c:v>
                </c:pt>
                <c:pt idx="726">
                  <c:v>0.363</c:v>
                </c:pt>
                <c:pt idx="727">
                  <c:v>0.3635</c:v>
                </c:pt>
                <c:pt idx="728">
                  <c:v>0.364</c:v>
                </c:pt>
                <c:pt idx="729">
                  <c:v>0.3645</c:v>
                </c:pt>
                <c:pt idx="730">
                  <c:v>0.365</c:v>
                </c:pt>
                <c:pt idx="731">
                  <c:v>0.3655</c:v>
                </c:pt>
                <c:pt idx="732">
                  <c:v>0.366</c:v>
                </c:pt>
                <c:pt idx="733">
                  <c:v>0.3665</c:v>
                </c:pt>
                <c:pt idx="734">
                  <c:v>0.367</c:v>
                </c:pt>
                <c:pt idx="735">
                  <c:v>0.3675</c:v>
                </c:pt>
                <c:pt idx="736">
                  <c:v>0.368</c:v>
                </c:pt>
                <c:pt idx="737">
                  <c:v>0.3685</c:v>
                </c:pt>
                <c:pt idx="738">
                  <c:v>0.369</c:v>
                </c:pt>
                <c:pt idx="739">
                  <c:v>0.3695</c:v>
                </c:pt>
                <c:pt idx="740">
                  <c:v>0.37</c:v>
                </c:pt>
                <c:pt idx="741">
                  <c:v>0.3705</c:v>
                </c:pt>
                <c:pt idx="742">
                  <c:v>0.371</c:v>
                </c:pt>
                <c:pt idx="743">
                  <c:v>0.3715</c:v>
                </c:pt>
                <c:pt idx="744">
                  <c:v>0.372</c:v>
                </c:pt>
                <c:pt idx="745">
                  <c:v>0.3725</c:v>
                </c:pt>
                <c:pt idx="746">
                  <c:v>0.373</c:v>
                </c:pt>
                <c:pt idx="747">
                  <c:v>0.3735</c:v>
                </c:pt>
                <c:pt idx="748">
                  <c:v>0.374</c:v>
                </c:pt>
                <c:pt idx="749">
                  <c:v>0.3745</c:v>
                </c:pt>
                <c:pt idx="750">
                  <c:v>0.375</c:v>
                </c:pt>
                <c:pt idx="751">
                  <c:v>0.3755</c:v>
                </c:pt>
                <c:pt idx="752">
                  <c:v>0.376</c:v>
                </c:pt>
                <c:pt idx="753">
                  <c:v>0.3765</c:v>
                </c:pt>
                <c:pt idx="754">
                  <c:v>0.377</c:v>
                </c:pt>
                <c:pt idx="755">
                  <c:v>0.3775</c:v>
                </c:pt>
                <c:pt idx="756">
                  <c:v>0.378</c:v>
                </c:pt>
                <c:pt idx="757">
                  <c:v>0.3785</c:v>
                </c:pt>
                <c:pt idx="758">
                  <c:v>0.379</c:v>
                </c:pt>
                <c:pt idx="759">
                  <c:v>0.3795</c:v>
                </c:pt>
                <c:pt idx="760">
                  <c:v>0.38</c:v>
                </c:pt>
                <c:pt idx="761">
                  <c:v>0.3805</c:v>
                </c:pt>
                <c:pt idx="762">
                  <c:v>0.381</c:v>
                </c:pt>
                <c:pt idx="763">
                  <c:v>0.3815</c:v>
                </c:pt>
                <c:pt idx="764">
                  <c:v>0.382</c:v>
                </c:pt>
                <c:pt idx="765">
                  <c:v>0.3825</c:v>
                </c:pt>
                <c:pt idx="766">
                  <c:v>0.383</c:v>
                </c:pt>
                <c:pt idx="767">
                  <c:v>0.3835</c:v>
                </c:pt>
                <c:pt idx="768">
                  <c:v>0.384</c:v>
                </c:pt>
                <c:pt idx="769">
                  <c:v>0.3845</c:v>
                </c:pt>
                <c:pt idx="770">
                  <c:v>0.385</c:v>
                </c:pt>
                <c:pt idx="771">
                  <c:v>0.3855</c:v>
                </c:pt>
                <c:pt idx="772">
                  <c:v>0.386</c:v>
                </c:pt>
                <c:pt idx="773">
                  <c:v>0.3865</c:v>
                </c:pt>
                <c:pt idx="774">
                  <c:v>0.387</c:v>
                </c:pt>
                <c:pt idx="775">
                  <c:v>0.3875</c:v>
                </c:pt>
                <c:pt idx="776">
                  <c:v>0.388</c:v>
                </c:pt>
                <c:pt idx="777">
                  <c:v>0.3885</c:v>
                </c:pt>
                <c:pt idx="778">
                  <c:v>0.389</c:v>
                </c:pt>
                <c:pt idx="779">
                  <c:v>0.3895</c:v>
                </c:pt>
                <c:pt idx="780">
                  <c:v>0.39</c:v>
                </c:pt>
                <c:pt idx="781">
                  <c:v>0.3905</c:v>
                </c:pt>
                <c:pt idx="782">
                  <c:v>0.391</c:v>
                </c:pt>
                <c:pt idx="783">
                  <c:v>0.3915</c:v>
                </c:pt>
                <c:pt idx="784">
                  <c:v>0.392</c:v>
                </c:pt>
                <c:pt idx="785">
                  <c:v>0.3925</c:v>
                </c:pt>
                <c:pt idx="786">
                  <c:v>0.393</c:v>
                </c:pt>
                <c:pt idx="787">
                  <c:v>0.3935</c:v>
                </c:pt>
                <c:pt idx="788">
                  <c:v>0.394</c:v>
                </c:pt>
                <c:pt idx="789">
                  <c:v>0.3945</c:v>
                </c:pt>
                <c:pt idx="790">
                  <c:v>0.395</c:v>
                </c:pt>
                <c:pt idx="791">
                  <c:v>0.3955</c:v>
                </c:pt>
                <c:pt idx="792">
                  <c:v>0.396</c:v>
                </c:pt>
                <c:pt idx="793">
                  <c:v>0.3965</c:v>
                </c:pt>
                <c:pt idx="794">
                  <c:v>0.397</c:v>
                </c:pt>
                <c:pt idx="795">
                  <c:v>0.3975</c:v>
                </c:pt>
                <c:pt idx="796">
                  <c:v>0.398</c:v>
                </c:pt>
                <c:pt idx="797">
                  <c:v>0.3985</c:v>
                </c:pt>
                <c:pt idx="798">
                  <c:v>0.399</c:v>
                </c:pt>
                <c:pt idx="799">
                  <c:v>0.3995</c:v>
                </c:pt>
                <c:pt idx="800">
                  <c:v>0.4</c:v>
                </c:pt>
                <c:pt idx="801">
                  <c:v>0.4005</c:v>
                </c:pt>
                <c:pt idx="802">
                  <c:v>0.401</c:v>
                </c:pt>
                <c:pt idx="803">
                  <c:v>0.4015</c:v>
                </c:pt>
                <c:pt idx="804">
                  <c:v>0.402</c:v>
                </c:pt>
                <c:pt idx="805">
                  <c:v>0.4025</c:v>
                </c:pt>
                <c:pt idx="806">
                  <c:v>0.403</c:v>
                </c:pt>
                <c:pt idx="807">
                  <c:v>0.4035</c:v>
                </c:pt>
                <c:pt idx="808">
                  <c:v>0.404</c:v>
                </c:pt>
                <c:pt idx="809">
                  <c:v>0.4045</c:v>
                </c:pt>
                <c:pt idx="810">
                  <c:v>0.405</c:v>
                </c:pt>
                <c:pt idx="811">
                  <c:v>0.4055</c:v>
                </c:pt>
                <c:pt idx="812">
                  <c:v>0.406</c:v>
                </c:pt>
                <c:pt idx="813">
                  <c:v>0.4065</c:v>
                </c:pt>
                <c:pt idx="814">
                  <c:v>0.407</c:v>
                </c:pt>
                <c:pt idx="815">
                  <c:v>0.4075</c:v>
                </c:pt>
                <c:pt idx="816">
                  <c:v>0.408</c:v>
                </c:pt>
                <c:pt idx="817">
                  <c:v>0.4085</c:v>
                </c:pt>
                <c:pt idx="818">
                  <c:v>0.409</c:v>
                </c:pt>
                <c:pt idx="819">
                  <c:v>0.4095</c:v>
                </c:pt>
                <c:pt idx="820">
                  <c:v>0.41</c:v>
                </c:pt>
                <c:pt idx="821">
                  <c:v>0.4105</c:v>
                </c:pt>
                <c:pt idx="822">
                  <c:v>0.411</c:v>
                </c:pt>
                <c:pt idx="823">
                  <c:v>0.4115</c:v>
                </c:pt>
                <c:pt idx="824">
                  <c:v>0.412</c:v>
                </c:pt>
                <c:pt idx="825">
                  <c:v>0.4125</c:v>
                </c:pt>
                <c:pt idx="826">
                  <c:v>0.413</c:v>
                </c:pt>
                <c:pt idx="827">
                  <c:v>0.4135</c:v>
                </c:pt>
                <c:pt idx="828">
                  <c:v>0.414</c:v>
                </c:pt>
                <c:pt idx="829">
                  <c:v>0.4145</c:v>
                </c:pt>
                <c:pt idx="830">
                  <c:v>0.415</c:v>
                </c:pt>
                <c:pt idx="831">
                  <c:v>0.4155</c:v>
                </c:pt>
                <c:pt idx="832">
                  <c:v>0.416</c:v>
                </c:pt>
                <c:pt idx="833">
                  <c:v>0.4165</c:v>
                </c:pt>
                <c:pt idx="834">
                  <c:v>0.417</c:v>
                </c:pt>
                <c:pt idx="835">
                  <c:v>0.4175</c:v>
                </c:pt>
                <c:pt idx="836">
                  <c:v>0.418</c:v>
                </c:pt>
                <c:pt idx="837">
                  <c:v>0.4185</c:v>
                </c:pt>
                <c:pt idx="838">
                  <c:v>0.419</c:v>
                </c:pt>
                <c:pt idx="839">
                  <c:v>0.4195</c:v>
                </c:pt>
                <c:pt idx="840">
                  <c:v>0.42</c:v>
                </c:pt>
                <c:pt idx="841">
                  <c:v>0.4205</c:v>
                </c:pt>
                <c:pt idx="842">
                  <c:v>0.421</c:v>
                </c:pt>
                <c:pt idx="843">
                  <c:v>0.4215</c:v>
                </c:pt>
                <c:pt idx="844">
                  <c:v>0.422</c:v>
                </c:pt>
                <c:pt idx="845">
                  <c:v>0.4225</c:v>
                </c:pt>
                <c:pt idx="846">
                  <c:v>0.423</c:v>
                </c:pt>
                <c:pt idx="847">
                  <c:v>0.4235</c:v>
                </c:pt>
                <c:pt idx="848">
                  <c:v>0.424</c:v>
                </c:pt>
                <c:pt idx="849">
                  <c:v>0.4245</c:v>
                </c:pt>
                <c:pt idx="850">
                  <c:v>0.425</c:v>
                </c:pt>
                <c:pt idx="851">
                  <c:v>0.4255</c:v>
                </c:pt>
                <c:pt idx="852">
                  <c:v>0.426</c:v>
                </c:pt>
                <c:pt idx="853">
                  <c:v>0.4265</c:v>
                </c:pt>
                <c:pt idx="854">
                  <c:v>0.427</c:v>
                </c:pt>
                <c:pt idx="855">
                  <c:v>0.4275</c:v>
                </c:pt>
                <c:pt idx="856">
                  <c:v>0.428</c:v>
                </c:pt>
                <c:pt idx="857">
                  <c:v>0.4285</c:v>
                </c:pt>
                <c:pt idx="858">
                  <c:v>0.429</c:v>
                </c:pt>
                <c:pt idx="859">
                  <c:v>0.4295</c:v>
                </c:pt>
                <c:pt idx="860">
                  <c:v>0.43</c:v>
                </c:pt>
                <c:pt idx="861">
                  <c:v>0.4305</c:v>
                </c:pt>
                <c:pt idx="862">
                  <c:v>0.431</c:v>
                </c:pt>
                <c:pt idx="863">
                  <c:v>0.4315</c:v>
                </c:pt>
                <c:pt idx="864">
                  <c:v>0.432</c:v>
                </c:pt>
                <c:pt idx="865">
                  <c:v>0.4325</c:v>
                </c:pt>
                <c:pt idx="866">
                  <c:v>0.433</c:v>
                </c:pt>
                <c:pt idx="867">
                  <c:v>0.4335</c:v>
                </c:pt>
                <c:pt idx="868">
                  <c:v>0.434</c:v>
                </c:pt>
                <c:pt idx="869">
                  <c:v>0.4345</c:v>
                </c:pt>
                <c:pt idx="870">
                  <c:v>0.435</c:v>
                </c:pt>
                <c:pt idx="871">
                  <c:v>0.4355</c:v>
                </c:pt>
                <c:pt idx="872">
                  <c:v>0.436</c:v>
                </c:pt>
                <c:pt idx="873">
                  <c:v>0.4365</c:v>
                </c:pt>
                <c:pt idx="874">
                  <c:v>0.437</c:v>
                </c:pt>
                <c:pt idx="875">
                  <c:v>0.4375</c:v>
                </c:pt>
                <c:pt idx="876">
                  <c:v>0.438</c:v>
                </c:pt>
                <c:pt idx="877">
                  <c:v>0.4385</c:v>
                </c:pt>
                <c:pt idx="878">
                  <c:v>0.439</c:v>
                </c:pt>
                <c:pt idx="879">
                  <c:v>0.4395</c:v>
                </c:pt>
                <c:pt idx="880">
                  <c:v>0.44</c:v>
                </c:pt>
                <c:pt idx="881">
                  <c:v>0.4405</c:v>
                </c:pt>
                <c:pt idx="882">
                  <c:v>0.441</c:v>
                </c:pt>
                <c:pt idx="883">
                  <c:v>0.4415</c:v>
                </c:pt>
                <c:pt idx="884">
                  <c:v>0.442</c:v>
                </c:pt>
                <c:pt idx="885">
                  <c:v>0.4425</c:v>
                </c:pt>
                <c:pt idx="886">
                  <c:v>0.443</c:v>
                </c:pt>
                <c:pt idx="887">
                  <c:v>0.4435</c:v>
                </c:pt>
                <c:pt idx="888">
                  <c:v>0.444</c:v>
                </c:pt>
                <c:pt idx="889">
                  <c:v>0.4445</c:v>
                </c:pt>
                <c:pt idx="890">
                  <c:v>0.445</c:v>
                </c:pt>
                <c:pt idx="891">
                  <c:v>0.4455</c:v>
                </c:pt>
                <c:pt idx="892">
                  <c:v>0.446</c:v>
                </c:pt>
                <c:pt idx="893">
                  <c:v>0.4465</c:v>
                </c:pt>
                <c:pt idx="894">
                  <c:v>0.447</c:v>
                </c:pt>
                <c:pt idx="895">
                  <c:v>0.4475</c:v>
                </c:pt>
                <c:pt idx="896">
                  <c:v>0.448</c:v>
                </c:pt>
                <c:pt idx="897">
                  <c:v>0.4485</c:v>
                </c:pt>
                <c:pt idx="898">
                  <c:v>0.449</c:v>
                </c:pt>
                <c:pt idx="899">
                  <c:v>0.4495</c:v>
                </c:pt>
                <c:pt idx="900">
                  <c:v>0.45</c:v>
                </c:pt>
                <c:pt idx="901">
                  <c:v>0.4505</c:v>
                </c:pt>
                <c:pt idx="902">
                  <c:v>0.451</c:v>
                </c:pt>
                <c:pt idx="903">
                  <c:v>0.4515</c:v>
                </c:pt>
                <c:pt idx="904">
                  <c:v>0.452</c:v>
                </c:pt>
                <c:pt idx="905">
                  <c:v>0.4525</c:v>
                </c:pt>
                <c:pt idx="906">
                  <c:v>0.453</c:v>
                </c:pt>
                <c:pt idx="907">
                  <c:v>0.4535</c:v>
                </c:pt>
                <c:pt idx="908">
                  <c:v>0.454</c:v>
                </c:pt>
                <c:pt idx="909">
                  <c:v>0.4545</c:v>
                </c:pt>
                <c:pt idx="910">
                  <c:v>0.455</c:v>
                </c:pt>
                <c:pt idx="911">
                  <c:v>0.4555</c:v>
                </c:pt>
                <c:pt idx="912">
                  <c:v>0.456</c:v>
                </c:pt>
                <c:pt idx="913">
                  <c:v>0.4565</c:v>
                </c:pt>
                <c:pt idx="914">
                  <c:v>0.457</c:v>
                </c:pt>
                <c:pt idx="915">
                  <c:v>0.4575</c:v>
                </c:pt>
                <c:pt idx="916">
                  <c:v>0.458</c:v>
                </c:pt>
                <c:pt idx="917">
                  <c:v>0.4585</c:v>
                </c:pt>
                <c:pt idx="918">
                  <c:v>0.459</c:v>
                </c:pt>
                <c:pt idx="919">
                  <c:v>0.4595</c:v>
                </c:pt>
                <c:pt idx="920">
                  <c:v>0.46</c:v>
                </c:pt>
                <c:pt idx="921">
                  <c:v>0.4605</c:v>
                </c:pt>
                <c:pt idx="922">
                  <c:v>0.461</c:v>
                </c:pt>
                <c:pt idx="923">
                  <c:v>0.4615</c:v>
                </c:pt>
                <c:pt idx="924">
                  <c:v>0.462</c:v>
                </c:pt>
                <c:pt idx="925">
                  <c:v>0.4625</c:v>
                </c:pt>
                <c:pt idx="926">
                  <c:v>0.463</c:v>
                </c:pt>
                <c:pt idx="927">
                  <c:v>0.4635</c:v>
                </c:pt>
                <c:pt idx="928">
                  <c:v>0.464</c:v>
                </c:pt>
                <c:pt idx="929">
                  <c:v>0.4645</c:v>
                </c:pt>
                <c:pt idx="930">
                  <c:v>0.465</c:v>
                </c:pt>
                <c:pt idx="931">
                  <c:v>0.4655</c:v>
                </c:pt>
                <c:pt idx="932">
                  <c:v>0.466</c:v>
                </c:pt>
                <c:pt idx="933">
                  <c:v>0.4665</c:v>
                </c:pt>
                <c:pt idx="934">
                  <c:v>0.467</c:v>
                </c:pt>
                <c:pt idx="935">
                  <c:v>0.4675</c:v>
                </c:pt>
                <c:pt idx="936">
                  <c:v>0.468</c:v>
                </c:pt>
                <c:pt idx="937">
                  <c:v>0.4685</c:v>
                </c:pt>
                <c:pt idx="938">
                  <c:v>0.469</c:v>
                </c:pt>
                <c:pt idx="939">
                  <c:v>0.4695</c:v>
                </c:pt>
                <c:pt idx="940">
                  <c:v>0.47</c:v>
                </c:pt>
                <c:pt idx="941">
                  <c:v>0.4705</c:v>
                </c:pt>
                <c:pt idx="942">
                  <c:v>0.471</c:v>
                </c:pt>
                <c:pt idx="943">
                  <c:v>0.4715</c:v>
                </c:pt>
                <c:pt idx="944">
                  <c:v>0.472</c:v>
                </c:pt>
                <c:pt idx="945">
                  <c:v>0.4725</c:v>
                </c:pt>
                <c:pt idx="946">
                  <c:v>0.473</c:v>
                </c:pt>
                <c:pt idx="947">
                  <c:v>0.4735</c:v>
                </c:pt>
                <c:pt idx="948">
                  <c:v>0.474</c:v>
                </c:pt>
                <c:pt idx="949">
                  <c:v>0.4745</c:v>
                </c:pt>
                <c:pt idx="950">
                  <c:v>0.475</c:v>
                </c:pt>
                <c:pt idx="951">
                  <c:v>0.4755</c:v>
                </c:pt>
                <c:pt idx="952">
                  <c:v>0.476</c:v>
                </c:pt>
                <c:pt idx="953">
                  <c:v>0.4765</c:v>
                </c:pt>
                <c:pt idx="954">
                  <c:v>0.477</c:v>
                </c:pt>
                <c:pt idx="955">
                  <c:v>0.4775</c:v>
                </c:pt>
                <c:pt idx="956">
                  <c:v>0.478</c:v>
                </c:pt>
                <c:pt idx="957">
                  <c:v>0.4785</c:v>
                </c:pt>
                <c:pt idx="958">
                  <c:v>0.479</c:v>
                </c:pt>
                <c:pt idx="959">
                  <c:v>0.4795</c:v>
                </c:pt>
                <c:pt idx="960">
                  <c:v>0.48</c:v>
                </c:pt>
                <c:pt idx="961">
                  <c:v>0.4805</c:v>
                </c:pt>
                <c:pt idx="962">
                  <c:v>0.481</c:v>
                </c:pt>
                <c:pt idx="963">
                  <c:v>0.4815</c:v>
                </c:pt>
                <c:pt idx="964">
                  <c:v>0.482</c:v>
                </c:pt>
                <c:pt idx="965">
                  <c:v>0.4825</c:v>
                </c:pt>
                <c:pt idx="966">
                  <c:v>0.483</c:v>
                </c:pt>
                <c:pt idx="967">
                  <c:v>0.4835</c:v>
                </c:pt>
                <c:pt idx="968">
                  <c:v>0.484</c:v>
                </c:pt>
                <c:pt idx="969">
                  <c:v>0.4845</c:v>
                </c:pt>
                <c:pt idx="970">
                  <c:v>0.485</c:v>
                </c:pt>
                <c:pt idx="971">
                  <c:v>0.4855</c:v>
                </c:pt>
                <c:pt idx="972">
                  <c:v>0.486</c:v>
                </c:pt>
                <c:pt idx="973">
                  <c:v>0.4865</c:v>
                </c:pt>
                <c:pt idx="974">
                  <c:v>0.487</c:v>
                </c:pt>
                <c:pt idx="975">
                  <c:v>0.4875</c:v>
                </c:pt>
                <c:pt idx="976">
                  <c:v>0.488</c:v>
                </c:pt>
                <c:pt idx="977">
                  <c:v>0.4885</c:v>
                </c:pt>
                <c:pt idx="978">
                  <c:v>0.489</c:v>
                </c:pt>
                <c:pt idx="979">
                  <c:v>0.4895</c:v>
                </c:pt>
                <c:pt idx="980">
                  <c:v>0.49</c:v>
                </c:pt>
                <c:pt idx="981">
                  <c:v>0.4905</c:v>
                </c:pt>
                <c:pt idx="982">
                  <c:v>0.491</c:v>
                </c:pt>
                <c:pt idx="983">
                  <c:v>0.4915</c:v>
                </c:pt>
                <c:pt idx="984">
                  <c:v>0.492</c:v>
                </c:pt>
                <c:pt idx="985">
                  <c:v>0.4925</c:v>
                </c:pt>
                <c:pt idx="986">
                  <c:v>0.493</c:v>
                </c:pt>
                <c:pt idx="987">
                  <c:v>0.4935</c:v>
                </c:pt>
                <c:pt idx="988">
                  <c:v>0.494</c:v>
                </c:pt>
                <c:pt idx="989">
                  <c:v>0.4945</c:v>
                </c:pt>
                <c:pt idx="990">
                  <c:v>0.495</c:v>
                </c:pt>
                <c:pt idx="991">
                  <c:v>0.4955</c:v>
                </c:pt>
                <c:pt idx="992">
                  <c:v>0.496</c:v>
                </c:pt>
                <c:pt idx="993">
                  <c:v>0.4965</c:v>
                </c:pt>
                <c:pt idx="994">
                  <c:v>0.497</c:v>
                </c:pt>
                <c:pt idx="995">
                  <c:v>0.4975</c:v>
                </c:pt>
                <c:pt idx="996">
                  <c:v>0.498</c:v>
                </c:pt>
                <c:pt idx="997">
                  <c:v>0.4985</c:v>
                </c:pt>
                <c:pt idx="998">
                  <c:v>0.499</c:v>
                </c:pt>
                <c:pt idx="999">
                  <c:v>0.4995</c:v>
                </c:pt>
                <c:pt idx="1000">
                  <c:v>0.5</c:v>
                </c:pt>
                <c:pt idx="1001">
                  <c:v>0.5005</c:v>
                </c:pt>
                <c:pt idx="1002">
                  <c:v>0.501</c:v>
                </c:pt>
                <c:pt idx="1003">
                  <c:v>0.5015</c:v>
                </c:pt>
                <c:pt idx="1004">
                  <c:v>0.502</c:v>
                </c:pt>
                <c:pt idx="1005">
                  <c:v>0.5025</c:v>
                </c:pt>
                <c:pt idx="1006">
                  <c:v>0.503</c:v>
                </c:pt>
                <c:pt idx="1007">
                  <c:v>0.5035</c:v>
                </c:pt>
                <c:pt idx="1008">
                  <c:v>0.504</c:v>
                </c:pt>
                <c:pt idx="1009">
                  <c:v>0.5045</c:v>
                </c:pt>
                <c:pt idx="1010">
                  <c:v>0.505</c:v>
                </c:pt>
                <c:pt idx="1011">
                  <c:v>0.5055</c:v>
                </c:pt>
                <c:pt idx="1012">
                  <c:v>0.506</c:v>
                </c:pt>
                <c:pt idx="1013">
                  <c:v>0.5065</c:v>
                </c:pt>
                <c:pt idx="1014">
                  <c:v>0.507</c:v>
                </c:pt>
                <c:pt idx="1015">
                  <c:v>0.5075</c:v>
                </c:pt>
                <c:pt idx="1016">
                  <c:v>0.508</c:v>
                </c:pt>
                <c:pt idx="1017">
                  <c:v>0.5085</c:v>
                </c:pt>
                <c:pt idx="1018">
                  <c:v>0.509</c:v>
                </c:pt>
                <c:pt idx="1019">
                  <c:v>0.5095</c:v>
                </c:pt>
                <c:pt idx="1020">
                  <c:v>0.51</c:v>
                </c:pt>
                <c:pt idx="1021">
                  <c:v>0.5105</c:v>
                </c:pt>
                <c:pt idx="1022">
                  <c:v>0.511</c:v>
                </c:pt>
                <c:pt idx="1023">
                  <c:v>0.5115</c:v>
                </c:pt>
                <c:pt idx="1024">
                  <c:v>0.512</c:v>
                </c:pt>
                <c:pt idx="1025">
                  <c:v>0.5125</c:v>
                </c:pt>
                <c:pt idx="1026">
                  <c:v>0.513</c:v>
                </c:pt>
                <c:pt idx="1027">
                  <c:v>0.5135</c:v>
                </c:pt>
                <c:pt idx="1028">
                  <c:v>0.514</c:v>
                </c:pt>
                <c:pt idx="1029">
                  <c:v>0.5145</c:v>
                </c:pt>
                <c:pt idx="1030">
                  <c:v>0.515</c:v>
                </c:pt>
                <c:pt idx="1031">
                  <c:v>0.5155</c:v>
                </c:pt>
                <c:pt idx="1032">
                  <c:v>0.516</c:v>
                </c:pt>
                <c:pt idx="1033">
                  <c:v>0.5165</c:v>
                </c:pt>
                <c:pt idx="1034">
                  <c:v>0.517</c:v>
                </c:pt>
                <c:pt idx="1035">
                  <c:v>0.5175</c:v>
                </c:pt>
                <c:pt idx="1036">
                  <c:v>0.518</c:v>
                </c:pt>
                <c:pt idx="1037">
                  <c:v>0.5185</c:v>
                </c:pt>
                <c:pt idx="1038">
                  <c:v>0.519</c:v>
                </c:pt>
                <c:pt idx="1039">
                  <c:v>0.5195</c:v>
                </c:pt>
                <c:pt idx="1040">
                  <c:v>0.52</c:v>
                </c:pt>
                <c:pt idx="1041">
                  <c:v>0.5205</c:v>
                </c:pt>
                <c:pt idx="1042">
                  <c:v>0.521</c:v>
                </c:pt>
                <c:pt idx="1043">
                  <c:v>0.5215</c:v>
                </c:pt>
                <c:pt idx="1044">
                  <c:v>0.522</c:v>
                </c:pt>
                <c:pt idx="1045">
                  <c:v>0.5225</c:v>
                </c:pt>
                <c:pt idx="1046">
                  <c:v>0.523</c:v>
                </c:pt>
                <c:pt idx="1047">
                  <c:v>0.5235</c:v>
                </c:pt>
                <c:pt idx="1048">
                  <c:v>0.524</c:v>
                </c:pt>
                <c:pt idx="1049">
                  <c:v>0.5245</c:v>
                </c:pt>
                <c:pt idx="1050">
                  <c:v>0.525</c:v>
                </c:pt>
                <c:pt idx="1051">
                  <c:v>0.5255</c:v>
                </c:pt>
                <c:pt idx="1052">
                  <c:v>0.526</c:v>
                </c:pt>
                <c:pt idx="1053">
                  <c:v>0.5265</c:v>
                </c:pt>
                <c:pt idx="1054">
                  <c:v>0.527</c:v>
                </c:pt>
                <c:pt idx="1055">
                  <c:v>0.5275</c:v>
                </c:pt>
                <c:pt idx="1056">
                  <c:v>0.528</c:v>
                </c:pt>
                <c:pt idx="1057">
                  <c:v>0.5285</c:v>
                </c:pt>
                <c:pt idx="1058">
                  <c:v>0.529</c:v>
                </c:pt>
                <c:pt idx="1059">
                  <c:v>0.5295</c:v>
                </c:pt>
                <c:pt idx="1060">
                  <c:v>0.53</c:v>
                </c:pt>
                <c:pt idx="1061">
                  <c:v>0.5305</c:v>
                </c:pt>
                <c:pt idx="1062">
                  <c:v>0.531</c:v>
                </c:pt>
                <c:pt idx="1063">
                  <c:v>0.5315</c:v>
                </c:pt>
                <c:pt idx="1064">
                  <c:v>0.532</c:v>
                </c:pt>
                <c:pt idx="1065">
                  <c:v>0.5325</c:v>
                </c:pt>
                <c:pt idx="1066">
                  <c:v>0.533</c:v>
                </c:pt>
                <c:pt idx="1067">
                  <c:v>0.5335</c:v>
                </c:pt>
                <c:pt idx="1068">
                  <c:v>0.534</c:v>
                </c:pt>
                <c:pt idx="1069">
                  <c:v>0.5345</c:v>
                </c:pt>
                <c:pt idx="1070">
                  <c:v>0.535</c:v>
                </c:pt>
                <c:pt idx="1071">
                  <c:v>0.5355</c:v>
                </c:pt>
                <c:pt idx="1072">
                  <c:v>0.536</c:v>
                </c:pt>
                <c:pt idx="1073">
                  <c:v>0.5365</c:v>
                </c:pt>
                <c:pt idx="1074">
                  <c:v>0.537</c:v>
                </c:pt>
                <c:pt idx="1075">
                  <c:v>0.5375</c:v>
                </c:pt>
                <c:pt idx="1076">
                  <c:v>0.538</c:v>
                </c:pt>
                <c:pt idx="1077">
                  <c:v>0.5385</c:v>
                </c:pt>
                <c:pt idx="1078">
                  <c:v>0.539</c:v>
                </c:pt>
                <c:pt idx="1079">
                  <c:v>0.5395</c:v>
                </c:pt>
                <c:pt idx="1080">
                  <c:v>0.54</c:v>
                </c:pt>
                <c:pt idx="1081">
                  <c:v>0.5405</c:v>
                </c:pt>
                <c:pt idx="1082">
                  <c:v>0.541</c:v>
                </c:pt>
                <c:pt idx="1083">
                  <c:v>0.5415</c:v>
                </c:pt>
                <c:pt idx="1084">
                  <c:v>0.542</c:v>
                </c:pt>
                <c:pt idx="1085">
                  <c:v>0.5425</c:v>
                </c:pt>
                <c:pt idx="1086">
                  <c:v>0.543</c:v>
                </c:pt>
                <c:pt idx="1087">
                  <c:v>0.5435</c:v>
                </c:pt>
                <c:pt idx="1088">
                  <c:v>0.544</c:v>
                </c:pt>
                <c:pt idx="1089">
                  <c:v>0.5445</c:v>
                </c:pt>
                <c:pt idx="1090">
                  <c:v>0.545</c:v>
                </c:pt>
                <c:pt idx="1091">
                  <c:v>0.5455</c:v>
                </c:pt>
                <c:pt idx="1092">
                  <c:v>0.546</c:v>
                </c:pt>
                <c:pt idx="1093">
                  <c:v>0.5465</c:v>
                </c:pt>
                <c:pt idx="1094">
                  <c:v>0.547</c:v>
                </c:pt>
                <c:pt idx="1095">
                  <c:v>0.5475</c:v>
                </c:pt>
                <c:pt idx="1096">
                  <c:v>0.548</c:v>
                </c:pt>
                <c:pt idx="1097">
                  <c:v>0.5485</c:v>
                </c:pt>
                <c:pt idx="1098">
                  <c:v>0.549</c:v>
                </c:pt>
                <c:pt idx="1099">
                  <c:v>0.5495</c:v>
                </c:pt>
                <c:pt idx="1100">
                  <c:v>0.55</c:v>
                </c:pt>
                <c:pt idx="1101">
                  <c:v>0.5505</c:v>
                </c:pt>
                <c:pt idx="1102">
                  <c:v>0.551</c:v>
                </c:pt>
                <c:pt idx="1103">
                  <c:v>0.5515</c:v>
                </c:pt>
                <c:pt idx="1104">
                  <c:v>0.552</c:v>
                </c:pt>
                <c:pt idx="1105">
                  <c:v>0.5525</c:v>
                </c:pt>
                <c:pt idx="1106">
                  <c:v>0.553</c:v>
                </c:pt>
                <c:pt idx="1107">
                  <c:v>0.5535</c:v>
                </c:pt>
                <c:pt idx="1108">
                  <c:v>0.554</c:v>
                </c:pt>
                <c:pt idx="1109">
                  <c:v>0.5545</c:v>
                </c:pt>
                <c:pt idx="1110">
                  <c:v>0.555</c:v>
                </c:pt>
                <c:pt idx="1111">
                  <c:v>0.5555</c:v>
                </c:pt>
                <c:pt idx="1112">
                  <c:v>0.556</c:v>
                </c:pt>
                <c:pt idx="1113">
                  <c:v>0.5565</c:v>
                </c:pt>
                <c:pt idx="1114">
                  <c:v>0.557</c:v>
                </c:pt>
                <c:pt idx="1115">
                  <c:v>0.5575</c:v>
                </c:pt>
                <c:pt idx="1116">
                  <c:v>0.558</c:v>
                </c:pt>
                <c:pt idx="1117">
                  <c:v>0.5585</c:v>
                </c:pt>
                <c:pt idx="1118">
                  <c:v>0.559</c:v>
                </c:pt>
                <c:pt idx="1119">
                  <c:v>0.5595</c:v>
                </c:pt>
                <c:pt idx="1120">
                  <c:v>0.56</c:v>
                </c:pt>
                <c:pt idx="1121">
                  <c:v>0.5605</c:v>
                </c:pt>
                <c:pt idx="1122">
                  <c:v>0.561</c:v>
                </c:pt>
                <c:pt idx="1123">
                  <c:v>0.5615</c:v>
                </c:pt>
                <c:pt idx="1124">
                  <c:v>0.562</c:v>
                </c:pt>
                <c:pt idx="1125">
                  <c:v>0.5625</c:v>
                </c:pt>
                <c:pt idx="1126">
                  <c:v>0.563</c:v>
                </c:pt>
                <c:pt idx="1127">
                  <c:v>0.5635</c:v>
                </c:pt>
                <c:pt idx="1128">
                  <c:v>0.564</c:v>
                </c:pt>
                <c:pt idx="1129">
                  <c:v>0.5645</c:v>
                </c:pt>
                <c:pt idx="1130">
                  <c:v>0.565</c:v>
                </c:pt>
                <c:pt idx="1131">
                  <c:v>0.5655</c:v>
                </c:pt>
                <c:pt idx="1132">
                  <c:v>0.566</c:v>
                </c:pt>
                <c:pt idx="1133">
                  <c:v>0.5665</c:v>
                </c:pt>
                <c:pt idx="1134">
                  <c:v>0.567</c:v>
                </c:pt>
                <c:pt idx="1135">
                  <c:v>0.5675</c:v>
                </c:pt>
                <c:pt idx="1136">
                  <c:v>0.568</c:v>
                </c:pt>
                <c:pt idx="1137">
                  <c:v>0.5685</c:v>
                </c:pt>
                <c:pt idx="1138">
                  <c:v>0.569</c:v>
                </c:pt>
                <c:pt idx="1139">
                  <c:v>0.5695</c:v>
                </c:pt>
                <c:pt idx="1140">
                  <c:v>0.57</c:v>
                </c:pt>
                <c:pt idx="1141">
                  <c:v>0.5705</c:v>
                </c:pt>
                <c:pt idx="1142">
                  <c:v>0.571</c:v>
                </c:pt>
                <c:pt idx="1143">
                  <c:v>0.5715</c:v>
                </c:pt>
                <c:pt idx="1144">
                  <c:v>0.572</c:v>
                </c:pt>
                <c:pt idx="1145">
                  <c:v>0.5725</c:v>
                </c:pt>
                <c:pt idx="1146">
                  <c:v>0.573</c:v>
                </c:pt>
                <c:pt idx="1147">
                  <c:v>0.5735</c:v>
                </c:pt>
                <c:pt idx="1148">
                  <c:v>0.574</c:v>
                </c:pt>
                <c:pt idx="1149">
                  <c:v>0.5745</c:v>
                </c:pt>
                <c:pt idx="1150">
                  <c:v>0.575</c:v>
                </c:pt>
                <c:pt idx="1151">
                  <c:v>0.5755</c:v>
                </c:pt>
                <c:pt idx="1152">
                  <c:v>0.576</c:v>
                </c:pt>
                <c:pt idx="1153">
                  <c:v>0.5765</c:v>
                </c:pt>
                <c:pt idx="1154">
                  <c:v>0.577</c:v>
                </c:pt>
                <c:pt idx="1155">
                  <c:v>0.5775</c:v>
                </c:pt>
                <c:pt idx="1156">
                  <c:v>0.578</c:v>
                </c:pt>
                <c:pt idx="1157">
                  <c:v>0.5785</c:v>
                </c:pt>
                <c:pt idx="1158">
                  <c:v>0.579</c:v>
                </c:pt>
                <c:pt idx="1159">
                  <c:v>0.5795</c:v>
                </c:pt>
                <c:pt idx="1160">
                  <c:v>0.58</c:v>
                </c:pt>
                <c:pt idx="1161">
                  <c:v>0.5805</c:v>
                </c:pt>
                <c:pt idx="1162">
                  <c:v>0.581</c:v>
                </c:pt>
                <c:pt idx="1163">
                  <c:v>0.5815</c:v>
                </c:pt>
                <c:pt idx="1164">
                  <c:v>0.582</c:v>
                </c:pt>
                <c:pt idx="1165">
                  <c:v>0.5825</c:v>
                </c:pt>
                <c:pt idx="1166">
                  <c:v>0.583</c:v>
                </c:pt>
                <c:pt idx="1167">
                  <c:v>0.5835</c:v>
                </c:pt>
                <c:pt idx="1168">
                  <c:v>0.584</c:v>
                </c:pt>
                <c:pt idx="1169">
                  <c:v>0.5845</c:v>
                </c:pt>
                <c:pt idx="1170">
                  <c:v>0.585</c:v>
                </c:pt>
                <c:pt idx="1171">
                  <c:v>0.5855</c:v>
                </c:pt>
                <c:pt idx="1172">
                  <c:v>0.586</c:v>
                </c:pt>
                <c:pt idx="1173">
                  <c:v>0.5865</c:v>
                </c:pt>
                <c:pt idx="1174">
                  <c:v>0.587</c:v>
                </c:pt>
                <c:pt idx="1175">
                  <c:v>0.5875</c:v>
                </c:pt>
                <c:pt idx="1176">
                  <c:v>0.588</c:v>
                </c:pt>
                <c:pt idx="1177">
                  <c:v>0.5885</c:v>
                </c:pt>
                <c:pt idx="1178">
                  <c:v>0.589</c:v>
                </c:pt>
                <c:pt idx="1179">
                  <c:v>0.5895</c:v>
                </c:pt>
                <c:pt idx="1180">
                  <c:v>0.59</c:v>
                </c:pt>
                <c:pt idx="1181">
                  <c:v>0.5905</c:v>
                </c:pt>
                <c:pt idx="1182">
                  <c:v>0.591</c:v>
                </c:pt>
                <c:pt idx="1183">
                  <c:v>0.5915</c:v>
                </c:pt>
                <c:pt idx="1184">
                  <c:v>0.592</c:v>
                </c:pt>
                <c:pt idx="1185">
                  <c:v>0.5925</c:v>
                </c:pt>
                <c:pt idx="1186">
                  <c:v>0.593</c:v>
                </c:pt>
                <c:pt idx="1187">
                  <c:v>0.5935</c:v>
                </c:pt>
                <c:pt idx="1188">
                  <c:v>0.594</c:v>
                </c:pt>
                <c:pt idx="1189">
                  <c:v>0.5945</c:v>
                </c:pt>
                <c:pt idx="1190">
                  <c:v>0.595</c:v>
                </c:pt>
                <c:pt idx="1191">
                  <c:v>0.5955</c:v>
                </c:pt>
                <c:pt idx="1192">
                  <c:v>0.596</c:v>
                </c:pt>
                <c:pt idx="1193">
                  <c:v>0.5965</c:v>
                </c:pt>
                <c:pt idx="1194">
                  <c:v>0.597</c:v>
                </c:pt>
                <c:pt idx="1195">
                  <c:v>0.5975</c:v>
                </c:pt>
                <c:pt idx="1196">
                  <c:v>0.598</c:v>
                </c:pt>
                <c:pt idx="1197">
                  <c:v>0.5985</c:v>
                </c:pt>
                <c:pt idx="1198">
                  <c:v>0.599</c:v>
                </c:pt>
                <c:pt idx="1199">
                  <c:v>0.5995</c:v>
                </c:pt>
                <c:pt idx="1200">
                  <c:v>0.6</c:v>
                </c:pt>
                <c:pt idx="1201">
                  <c:v>0.6005</c:v>
                </c:pt>
                <c:pt idx="1202">
                  <c:v>0.601</c:v>
                </c:pt>
                <c:pt idx="1203">
                  <c:v>0.6015</c:v>
                </c:pt>
                <c:pt idx="1204">
                  <c:v>0.602</c:v>
                </c:pt>
                <c:pt idx="1205">
                  <c:v>0.6025</c:v>
                </c:pt>
                <c:pt idx="1206">
                  <c:v>0.603</c:v>
                </c:pt>
                <c:pt idx="1207">
                  <c:v>0.6035</c:v>
                </c:pt>
                <c:pt idx="1208">
                  <c:v>0.604</c:v>
                </c:pt>
                <c:pt idx="1209">
                  <c:v>0.6045</c:v>
                </c:pt>
                <c:pt idx="1210">
                  <c:v>0.605</c:v>
                </c:pt>
                <c:pt idx="1211">
                  <c:v>0.6055</c:v>
                </c:pt>
                <c:pt idx="1212">
                  <c:v>0.606</c:v>
                </c:pt>
                <c:pt idx="1213">
                  <c:v>0.6065</c:v>
                </c:pt>
                <c:pt idx="1214">
                  <c:v>0.607</c:v>
                </c:pt>
                <c:pt idx="1215">
                  <c:v>0.6075</c:v>
                </c:pt>
                <c:pt idx="1216">
                  <c:v>0.608</c:v>
                </c:pt>
                <c:pt idx="1217">
                  <c:v>0.6085</c:v>
                </c:pt>
                <c:pt idx="1218">
                  <c:v>0.609</c:v>
                </c:pt>
                <c:pt idx="1219">
                  <c:v>0.6095</c:v>
                </c:pt>
                <c:pt idx="1220">
                  <c:v>0.61</c:v>
                </c:pt>
                <c:pt idx="1221">
                  <c:v>0.6105</c:v>
                </c:pt>
                <c:pt idx="1222">
                  <c:v>0.611</c:v>
                </c:pt>
                <c:pt idx="1223">
                  <c:v>0.6115</c:v>
                </c:pt>
                <c:pt idx="1224">
                  <c:v>0.612</c:v>
                </c:pt>
                <c:pt idx="1225">
                  <c:v>0.6125</c:v>
                </c:pt>
                <c:pt idx="1226">
                  <c:v>0.613</c:v>
                </c:pt>
                <c:pt idx="1227">
                  <c:v>0.6135</c:v>
                </c:pt>
                <c:pt idx="1228">
                  <c:v>0.614</c:v>
                </c:pt>
                <c:pt idx="1229">
                  <c:v>0.6145</c:v>
                </c:pt>
                <c:pt idx="1230">
                  <c:v>0.615</c:v>
                </c:pt>
                <c:pt idx="1231">
                  <c:v>0.6155</c:v>
                </c:pt>
                <c:pt idx="1232">
                  <c:v>0.616</c:v>
                </c:pt>
                <c:pt idx="1233">
                  <c:v>0.6165</c:v>
                </c:pt>
                <c:pt idx="1234">
                  <c:v>0.617</c:v>
                </c:pt>
                <c:pt idx="1235">
                  <c:v>0.6175</c:v>
                </c:pt>
                <c:pt idx="1236">
                  <c:v>0.618</c:v>
                </c:pt>
                <c:pt idx="1237">
                  <c:v>0.6185</c:v>
                </c:pt>
                <c:pt idx="1238">
                  <c:v>0.619</c:v>
                </c:pt>
                <c:pt idx="1239">
                  <c:v>0.6195</c:v>
                </c:pt>
                <c:pt idx="1240">
                  <c:v>0.62</c:v>
                </c:pt>
                <c:pt idx="1241">
                  <c:v>0.6205</c:v>
                </c:pt>
                <c:pt idx="1242">
                  <c:v>0.621</c:v>
                </c:pt>
                <c:pt idx="1243">
                  <c:v>0.6215</c:v>
                </c:pt>
                <c:pt idx="1244">
                  <c:v>0.622</c:v>
                </c:pt>
                <c:pt idx="1245">
                  <c:v>0.6225</c:v>
                </c:pt>
                <c:pt idx="1246">
                  <c:v>0.623</c:v>
                </c:pt>
                <c:pt idx="1247">
                  <c:v>0.6235</c:v>
                </c:pt>
                <c:pt idx="1248">
                  <c:v>0.624</c:v>
                </c:pt>
                <c:pt idx="1249">
                  <c:v>0.6245</c:v>
                </c:pt>
                <c:pt idx="1250">
                  <c:v>0.625</c:v>
                </c:pt>
                <c:pt idx="1251">
                  <c:v>0.6255</c:v>
                </c:pt>
                <c:pt idx="1252">
                  <c:v>0.626</c:v>
                </c:pt>
                <c:pt idx="1253">
                  <c:v>0.6265</c:v>
                </c:pt>
                <c:pt idx="1254">
                  <c:v>0.627</c:v>
                </c:pt>
                <c:pt idx="1255">
                  <c:v>0.6275</c:v>
                </c:pt>
                <c:pt idx="1256">
                  <c:v>0.628</c:v>
                </c:pt>
                <c:pt idx="1257">
                  <c:v>0.6285</c:v>
                </c:pt>
                <c:pt idx="1258">
                  <c:v>0.629</c:v>
                </c:pt>
                <c:pt idx="1259">
                  <c:v>0.6295</c:v>
                </c:pt>
                <c:pt idx="1260">
                  <c:v>0.63</c:v>
                </c:pt>
                <c:pt idx="1261">
                  <c:v>0.6305</c:v>
                </c:pt>
                <c:pt idx="1262">
                  <c:v>0.631</c:v>
                </c:pt>
                <c:pt idx="1263">
                  <c:v>0.6315</c:v>
                </c:pt>
                <c:pt idx="1264">
                  <c:v>0.632</c:v>
                </c:pt>
                <c:pt idx="1265">
                  <c:v>0.6325</c:v>
                </c:pt>
                <c:pt idx="1266">
                  <c:v>0.633</c:v>
                </c:pt>
                <c:pt idx="1267">
                  <c:v>0.6335</c:v>
                </c:pt>
                <c:pt idx="1268">
                  <c:v>0.634</c:v>
                </c:pt>
                <c:pt idx="1269">
                  <c:v>0.6345</c:v>
                </c:pt>
                <c:pt idx="1270">
                  <c:v>0.635</c:v>
                </c:pt>
                <c:pt idx="1271">
                  <c:v>0.6355</c:v>
                </c:pt>
                <c:pt idx="1272">
                  <c:v>0.636</c:v>
                </c:pt>
                <c:pt idx="1273">
                  <c:v>0.6365</c:v>
                </c:pt>
                <c:pt idx="1274">
                  <c:v>0.637</c:v>
                </c:pt>
                <c:pt idx="1275">
                  <c:v>0.6375</c:v>
                </c:pt>
                <c:pt idx="1276">
                  <c:v>0.638</c:v>
                </c:pt>
                <c:pt idx="1277">
                  <c:v>0.6385</c:v>
                </c:pt>
                <c:pt idx="1278">
                  <c:v>0.639</c:v>
                </c:pt>
                <c:pt idx="1279">
                  <c:v>0.6395</c:v>
                </c:pt>
                <c:pt idx="1280">
                  <c:v>0.64</c:v>
                </c:pt>
                <c:pt idx="1281">
                  <c:v>0.6405</c:v>
                </c:pt>
                <c:pt idx="1282">
                  <c:v>0.641</c:v>
                </c:pt>
                <c:pt idx="1283">
                  <c:v>0.6415</c:v>
                </c:pt>
                <c:pt idx="1284">
                  <c:v>0.642</c:v>
                </c:pt>
                <c:pt idx="1285">
                  <c:v>0.6425</c:v>
                </c:pt>
                <c:pt idx="1286">
                  <c:v>0.643</c:v>
                </c:pt>
                <c:pt idx="1287">
                  <c:v>0.6435</c:v>
                </c:pt>
                <c:pt idx="1288">
                  <c:v>0.644</c:v>
                </c:pt>
                <c:pt idx="1289">
                  <c:v>0.6445</c:v>
                </c:pt>
                <c:pt idx="1290">
                  <c:v>0.645</c:v>
                </c:pt>
                <c:pt idx="1291">
                  <c:v>0.6455</c:v>
                </c:pt>
                <c:pt idx="1292">
                  <c:v>0.646</c:v>
                </c:pt>
                <c:pt idx="1293">
                  <c:v>0.6465</c:v>
                </c:pt>
                <c:pt idx="1294">
                  <c:v>0.647</c:v>
                </c:pt>
                <c:pt idx="1295">
                  <c:v>0.6475</c:v>
                </c:pt>
                <c:pt idx="1296">
                  <c:v>0.648</c:v>
                </c:pt>
                <c:pt idx="1297">
                  <c:v>0.6485</c:v>
                </c:pt>
                <c:pt idx="1298">
                  <c:v>0.649</c:v>
                </c:pt>
                <c:pt idx="1299">
                  <c:v>0.6495</c:v>
                </c:pt>
                <c:pt idx="1300">
                  <c:v>0.65</c:v>
                </c:pt>
                <c:pt idx="1301">
                  <c:v>0.6505</c:v>
                </c:pt>
                <c:pt idx="1302">
                  <c:v>0.651</c:v>
                </c:pt>
                <c:pt idx="1303">
                  <c:v>0.6515</c:v>
                </c:pt>
                <c:pt idx="1304">
                  <c:v>0.652</c:v>
                </c:pt>
                <c:pt idx="1305">
                  <c:v>0.6525</c:v>
                </c:pt>
                <c:pt idx="1306">
                  <c:v>0.653</c:v>
                </c:pt>
                <c:pt idx="1307">
                  <c:v>0.6535</c:v>
                </c:pt>
                <c:pt idx="1308">
                  <c:v>0.654</c:v>
                </c:pt>
                <c:pt idx="1309">
                  <c:v>0.6545</c:v>
                </c:pt>
                <c:pt idx="1310">
                  <c:v>0.655</c:v>
                </c:pt>
                <c:pt idx="1311">
                  <c:v>0.6555</c:v>
                </c:pt>
                <c:pt idx="1312">
                  <c:v>0.656</c:v>
                </c:pt>
                <c:pt idx="1313">
                  <c:v>0.6565</c:v>
                </c:pt>
                <c:pt idx="1314">
                  <c:v>0.657</c:v>
                </c:pt>
                <c:pt idx="1315">
                  <c:v>0.6575</c:v>
                </c:pt>
                <c:pt idx="1316">
                  <c:v>0.658</c:v>
                </c:pt>
                <c:pt idx="1317">
                  <c:v>0.6585</c:v>
                </c:pt>
                <c:pt idx="1318">
                  <c:v>0.659</c:v>
                </c:pt>
                <c:pt idx="1319">
                  <c:v>0.6595</c:v>
                </c:pt>
                <c:pt idx="1320">
                  <c:v>0.66</c:v>
                </c:pt>
                <c:pt idx="1321">
                  <c:v>0.6605</c:v>
                </c:pt>
                <c:pt idx="1322">
                  <c:v>0.661</c:v>
                </c:pt>
                <c:pt idx="1323">
                  <c:v>0.6615</c:v>
                </c:pt>
                <c:pt idx="1324">
                  <c:v>0.662</c:v>
                </c:pt>
                <c:pt idx="1325">
                  <c:v>0.6625</c:v>
                </c:pt>
                <c:pt idx="1326">
                  <c:v>0.663</c:v>
                </c:pt>
                <c:pt idx="1327">
                  <c:v>0.6635</c:v>
                </c:pt>
                <c:pt idx="1328">
                  <c:v>0.664</c:v>
                </c:pt>
                <c:pt idx="1329">
                  <c:v>0.6645</c:v>
                </c:pt>
                <c:pt idx="1330">
                  <c:v>0.665</c:v>
                </c:pt>
                <c:pt idx="1331">
                  <c:v>0.6655</c:v>
                </c:pt>
                <c:pt idx="1332">
                  <c:v>0.666</c:v>
                </c:pt>
                <c:pt idx="1333">
                  <c:v>0.6665</c:v>
                </c:pt>
                <c:pt idx="1334">
                  <c:v>0.667</c:v>
                </c:pt>
                <c:pt idx="1335">
                  <c:v>0.6675</c:v>
                </c:pt>
                <c:pt idx="1336">
                  <c:v>0.668</c:v>
                </c:pt>
                <c:pt idx="1337">
                  <c:v>0.6685</c:v>
                </c:pt>
                <c:pt idx="1338">
                  <c:v>0.669</c:v>
                </c:pt>
                <c:pt idx="1339">
                  <c:v>0.6695</c:v>
                </c:pt>
                <c:pt idx="1340">
                  <c:v>0.67</c:v>
                </c:pt>
                <c:pt idx="1341">
                  <c:v>0.6705</c:v>
                </c:pt>
                <c:pt idx="1342">
                  <c:v>0.671</c:v>
                </c:pt>
                <c:pt idx="1343">
                  <c:v>0.6715</c:v>
                </c:pt>
                <c:pt idx="1344">
                  <c:v>0.672</c:v>
                </c:pt>
                <c:pt idx="1345">
                  <c:v>0.6725</c:v>
                </c:pt>
                <c:pt idx="1346">
                  <c:v>0.673</c:v>
                </c:pt>
                <c:pt idx="1347">
                  <c:v>0.6735</c:v>
                </c:pt>
                <c:pt idx="1348">
                  <c:v>0.674</c:v>
                </c:pt>
                <c:pt idx="1349">
                  <c:v>0.6745</c:v>
                </c:pt>
                <c:pt idx="1350">
                  <c:v>0.675</c:v>
                </c:pt>
                <c:pt idx="1351">
                  <c:v>0.6755</c:v>
                </c:pt>
                <c:pt idx="1352">
                  <c:v>0.676</c:v>
                </c:pt>
                <c:pt idx="1353">
                  <c:v>0.6765</c:v>
                </c:pt>
                <c:pt idx="1354">
                  <c:v>0.677</c:v>
                </c:pt>
                <c:pt idx="1355">
                  <c:v>0.6775</c:v>
                </c:pt>
                <c:pt idx="1356">
                  <c:v>0.678</c:v>
                </c:pt>
                <c:pt idx="1357">
                  <c:v>0.6785</c:v>
                </c:pt>
                <c:pt idx="1358">
                  <c:v>0.679</c:v>
                </c:pt>
                <c:pt idx="1359">
                  <c:v>0.6795</c:v>
                </c:pt>
                <c:pt idx="1360">
                  <c:v>0.68</c:v>
                </c:pt>
                <c:pt idx="1361">
                  <c:v>0.6805</c:v>
                </c:pt>
                <c:pt idx="1362">
                  <c:v>0.681</c:v>
                </c:pt>
                <c:pt idx="1363">
                  <c:v>0.6815</c:v>
                </c:pt>
                <c:pt idx="1364">
                  <c:v>0.682</c:v>
                </c:pt>
                <c:pt idx="1365">
                  <c:v>0.6825</c:v>
                </c:pt>
                <c:pt idx="1366">
                  <c:v>0.683</c:v>
                </c:pt>
                <c:pt idx="1367">
                  <c:v>0.6835</c:v>
                </c:pt>
                <c:pt idx="1368">
                  <c:v>0.684</c:v>
                </c:pt>
                <c:pt idx="1369">
                  <c:v>0.6845</c:v>
                </c:pt>
                <c:pt idx="1370">
                  <c:v>0.685</c:v>
                </c:pt>
                <c:pt idx="1371">
                  <c:v>0.6855</c:v>
                </c:pt>
                <c:pt idx="1372">
                  <c:v>0.686</c:v>
                </c:pt>
                <c:pt idx="1373">
                  <c:v>0.6865</c:v>
                </c:pt>
                <c:pt idx="1374">
                  <c:v>0.687</c:v>
                </c:pt>
                <c:pt idx="1375">
                  <c:v>0.6875</c:v>
                </c:pt>
                <c:pt idx="1376">
                  <c:v>0.688</c:v>
                </c:pt>
                <c:pt idx="1377">
                  <c:v>0.6885</c:v>
                </c:pt>
                <c:pt idx="1378">
                  <c:v>0.689</c:v>
                </c:pt>
                <c:pt idx="1379">
                  <c:v>0.6895</c:v>
                </c:pt>
                <c:pt idx="1380">
                  <c:v>0.69</c:v>
                </c:pt>
                <c:pt idx="1381">
                  <c:v>0.6905</c:v>
                </c:pt>
                <c:pt idx="1382">
                  <c:v>0.691</c:v>
                </c:pt>
                <c:pt idx="1383">
                  <c:v>0.6915</c:v>
                </c:pt>
                <c:pt idx="1384">
                  <c:v>0.692</c:v>
                </c:pt>
                <c:pt idx="1385">
                  <c:v>0.6925</c:v>
                </c:pt>
                <c:pt idx="1386">
                  <c:v>0.693</c:v>
                </c:pt>
                <c:pt idx="1387">
                  <c:v>0.6935</c:v>
                </c:pt>
                <c:pt idx="1388">
                  <c:v>0.694</c:v>
                </c:pt>
                <c:pt idx="1389">
                  <c:v>0.6945</c:v>
                </c:pt>
                <c:pt idx="1390">
                  <c:v>0.695</c:v>
                </c:pt>
                <c:pt idx="1391">
                  <c:v>0.6955</c:v>
                </c:pt>
                <c:pt idx="1392">
                  <c:v>0.696</c:v>
                </c:pt>
                <c:pt idx="1393">
                  <c:v>0.6965</c:v>
                </c:pt>
                <c:pt idx="1394">
                  <c:v>0.697</c:v>
                </c:pt>
                <c:pt idx="1395">
                  <c:v>0.6975</c:v>
                </c:pt>
                <c:pt idx="1396">
                  <c:v>0.698</c:v>
                </c:pt>
                <c:pt idx="1397">
                  <c:v>0.6985</c:v>
                </c:pt>
                <c:pt idx="1398">
                  <c:v>0.699</c:v>
                </c:pt>
                <c:pt idx="1399">
                  <c:v>0.6995</c:v>
                </c:pt>
                <c:pt idx="1400">
                  <c:v>0.7</c:v>
                </c:pt>
                <c:pt idx="1401">
                  <c:v>0.7005</c:v>
                </c:pt>
                <c:pt idx="1402">
                  <c:v>0.701</c:v>
                </c:pt>
                <c:pt idx="1403">
                  <c:v>0.7015</c:v>
                </c:pt>
                <c:pt idx="1404">
                  <c:v>0.702</c:v>
                </c:pt>
                <c:pt idx="1405">
                  <c:v>0.7025</c:v>
                </c:pt>
                <c:pt idx="1406">
                  <c:v>0.703</c:v>
                </c:pt>
                <c:pt idx="1407">
                  <c:v>0.7035</c:v>
                </c:pt>
                <c:pt idx="1408">
                  <c:v>0.704</c:v>
                </c:pt>
                <c:pt idx="1409">
                  <c:v>0.7045</c:v>
                </c:pt>
                <c:pt idx="1410">
                  <c:v>0.705</c:v>
                </c:pt>
                <c:pt idx="1411">
                  <c:v>0.7055</c:v>
                </c:pt>
                <c:pt idx="1412">
                  <c:v>0.706</c:v>
                </c:pt>
                <c:pt idx="1413">
                  <c:v>0.7065</c:v>
                </c:pt>
                <c:pt idx="1414">
                  <c:v>0.707</c:v>
                </c:pt>
                <c:pt idx="1415">
                  <c:v>0.7075</c:v>
                </c:pt>
                <c:pt idx="1416">
                  <c:v>0.708</c:v>
                </c:pt>
                <c:pt idx="1417">
                  <c:v>0.7085</c:v>
                </c:pt>
                <c:pt idx="1418">
                  <c:v>0.709</c:v>
                </c:pt>
                <c:pt idx="1419">
                  <c:v>0.7095</c:v>
                </c:pt>
                <c:pt idx="1420">
                  <c:v>0.71</c:v>
                </c:pt>
                <c:pt idx="1421">
                  <c:v>0.7105</c:v>
                </c:pt>
                <c:pt idx="1422">
                  <c:v>0.711</c:v>
                </c:pt>
                <c:pt idx="1423">
                  <c:v>0.7115</c:v>
                </c:pt>
                <c:pt idx="1424">
                  <c:v>0.712</c:v>
                </c:pt>
                <c:pt idx="1425">
                  <c:v>0.7125</c:v>
                </c:pt>
                <c:pt idx="1426">
                  <c:v>0.713</c:v>
                </c:pt>
                <c:pt idx="1427">
                  <c:v>0.7135</c:v>
                </c:pt>
                <c:pt idx="1428">
                  <c:v>0.714</c:v>
                </c:pt>
                <c:pt idx="1429">
                  <c:v>0.7145</c:v>
                </c:pt>
                <c:pt idx="1430">
                  <c:v>0.715</c:v>
                </c:pt>
                <c:pt idx="1431">
                  <c:v>0.7155</c:v>
                </c:pt>
                <c:pt idx="1432">
                  <c:v>0.716</c:v>
                </c:pt>
                <c:pt idx="1433">
                  <c:v>0.7165</c:v>
                </c:pt>
                <c:pt idx="1434">
                  <c:v>0.717</c:v>
                </c:pt>
                <c:pt idx="1435">
                  <c:v>0.7175</c:v>
                </c:pt>
                <c:pt idx="1436">
                  <c:v>0.718</c:v>
                </c:pt>
                <c:pt idx="1437">
                  <c:v>0.7185</c:v>
                </c:pt>
                <c:pt idx="1438">
                  <c:v>0.719</c:v>
                </c:pt>
                <c:pt idx="1439">
                  <c:v>0.7195</c:v>
                </c:pt>
                <c:pt idx="1440">
                  <c:v>0.72</c:v>
                </c:pt>
                <c:pt idx="1441">
                  <c:v>0.7205</c:v>
                </c:pt>
                <c:pt idx="1442">
                  <c:v>0.721</c:v>
                </c:pt>
                <c:pt idx="1443">
                  <c:v>0.7215</c:v>
                </c:pt>
                <c:pt idx="1444">
                  <c:v>0.722</c:v>
                </c:pt>
                <c:pt idx="1445">
                  <c:v>0.7225</c:v>
                </c:pt>
                <c:pt idx="1446">
                  <c:v>0.723</c:v>
                </c:pt>
                <c:pt idx="1447">
                  <c:v>0.7235</c:v>
                </c:pt>
                <c:pt idx="1448">
                  <c:v>0.724</c:v>
                </c:pt>
                <c:pt idx="1449">
                  <c:v>0.7245</c:v>
                </c:pt>
                <c:pt idx="1450">
                  <c:v>0.725</c:v>
                </c:pt>
                <c:pt idx="1451">
                  <c:v>0.7255</c:v>
                </c:pt>
                <c:pt idx="1452">
                  <c:v>0.726</c:v>
                </c:pt>
                <c:pt idx="1453">
                  <c:v>0.7265</c:v>
                </c:pt>
                <c:pt idx="1454">
                  <c:v>0.727</c:v>
                </c:pt>
                <c:pt idx="1455">
                  <c:v>0.7275</c:v>
                </c:pt>
                <c:pt idx="1456">
                  <c:v>0.728</c:v>
                </c:pt>
                <c:pt idx="1457">
                  <c:v>0.7285</c:v>
                </c:pt>
                <c:pt idx="1458">
                  <c:v>0.729</c:v>
                </c:pt>
                <c:pt idx="1459">
                  <c:v>0.7295</c:v>
                </c:pt>
                <c:pt idx="1460">
                  <c:v>0.73</c:v>
                </c:pt>
                <c:pt idx="1461">
                  <c:v>0.7305</c:v>
                </c:pt>
                <c:pt idx="1462">
                  <c:v>0.731</c:v>
                </c:pt>
                <c:pt idx="1463">
                  <c:v>0.7315</c:v>
                </c:pt>
                <c:pt idx="1464">
                  <c:v>0.732</c:v>
                </c:pt>
                <c:pt idx="1465">
                  <c:v>0.7325</c:v>
                </c:pt>
                <c:pt idx="1466">
                  <c:v>0.733</c:v>
                </c:pt>
                <c:pt idx="1467">
                  <c:v>0.7335</c:v>
                </c:pt>
                <c:pt idx="1468">
                  <c:v>0.734</c:v>
                </c:pt>
                <c:pt idx="1469">
                  <c:v>0.7345</c:v>
                </c:pt>
                <c:pt idx="1470">
                  <c:v>0.735</c:v>
                </c:pt>
                <c:pt idx="1471">
                  <c:v>0.7355</c:v>
                </c:pt>
                <c:pt idx="1472">
                  <c:v>0.736</c:v>
                </c:pt>
                <c:pt idx="1473">
                  <c:v>0.7365</c:v>
                </c:pt>
                <c:pt idx="1474">
                  <c:v>0.737</c:v>
                </c:pt>
                <c:pt idx="1475">
                  <c:v>0.7375</c:v>
                </c:pt>
                <c:pt idx="1476">
                  <c:v>0.738</c:v>
                </c:pt>
                <c:pt idx="1477">
                  <c:v>0.7385</c:v>
                </c:pt>
                <c:pt idx="1478">
                  <c:v>0.739</c:v>
                </c:pt>
                <c:pt idx="1479">
                  <c:v>0.7395</c:v>
                </c:pt>
                <c:pt idx="1480">
                  <c:v>0.74</c:v>
                </c:pt>
                <c:pt idx="1481">
                  <c:v>0.7405</c:v>
                </c:pt>
                <c:pt idx="1482">
                  <c:v>0.741</c:v>
                </c:pt>
                <c:pt idx="1483">
                  <c:v>0.7415</c:v>
                </c:pt>
                <c:pt idx="1484">
                  <c:v>0.742</c:v>
                </c:pt>
                <c:pt idx="1485">
                  <c:v>0.7425</c:v>
                </c:pt>
                <c:pt idx="1486">
                  <c:v>0.743</c:v>
                </c:pt>
                <c:pt idx="1487">
                  <c:v>0.7435</c:v>
                </c:pt>
                <c:pt idx="1488">
                  <c:v>0.744</c:v>
                </c:pt>
                <c:pt idx="1489">
                  <c:v>0.7445</c:v>
                </c:pt>
                <c:pt idx="1490">
                  <c:v>0.745</c:v>
                </c:pt>
                <c:pt idx="1491">
                  <c:v>0.7455</c:v>
                </c:pt>
                <c:pt idx="1492">
                  <c:v>0.746</c:v>
                </c:pt>
                <c:pt idx="1493">
                  <c:v>0.7465</c:v>
                </c:pt>
                <c:pt idx="1494">
                  <c:v>0.747</c:v>
                </c:pt>
                <c:pt idx="1495">
                  <c:v>0.7475</c:v>
                </c:pt>
                <c:pt idx="1496">
                  <c:v>0.748</c:v>
                </c:pt>
                <c:pt idx="1497">
                  <c:v>0.7485</c:v>
                </c:pt>
                <c:pt idx="1498">
                  <c:v>0.749</c:v>
                </c:pt>
                <c:pt idx="1499">
                  <c:v>0.7495</c:v>
                </c:pt>
                <c:pt idx="1500">
                  <c:v>0.75</c:v>
                </c:pt>
                <c:pt idx="1501">
                  <c:v>0.7505</c:v>
                </c:pt>
                <c:pt idx="1502">
                  <c:v>0.751</c:v>
                </c:pt>
                <c:pt idx="1503">
                  <c:v>0.7515</c:v>
                </c:pt>
                <c:pt idx="1504">
                  <c:v>0.752</c:v>
                </c:pt>
                <c:pt idx="1505">
                  <c:v>0.7525</c:v>
                </c:pt>
                <c:pt idx="1506">
                  <c:v>0.753</c:v>
                </c:pt>
                <c:pt idx="1507">
                  <c:v>0.7535</c:v>
                </c:pt>
                <c:pt idx="1508">
                  <c:v>0.754</c:v>
                </c:pt>
                <c:pt idx="1509">
                  <c:v>0.7545</c:v>
                </c:pt>
                <c:pt idx="1510">
                  <c:v>0.755</c:v>
                </c:pt>
                <c:pt idx="1511">
                  <c:v>0.7555</c:v>
                </c:pt>
                <c:pt idx="1512">
                  <c:v>0.756</c:v>
                </c:pt>
                <c:pt idx="1513">
                  <c:v>0.7565</c:v>
                </c:pt>
                <c:pt idx="1514">
                  <c:v>0.757</c:v>
                </c:pt>
                <c:pt idx="1515">
                  <c:v>0.7575</c:v>
                </c:pt>
                <c:pt idx="1516">
                  <c:v>0.758</c:v>
                </c:pt>
                <c:pt idx="1517">
                  <c:v>0.7585</c:v>
                </c:pt>
                <c:pt idx="1518">
                  <c:v>0.759</c:v>
                </c:pt>
                <c:pt idx="1519">
                  <c:v>0.7595</c:v>
                </c:pt>
                <c:pt idx="1520">
                  <c:v>0.76</c:v>
                </c:pt>
                <c:pt idx="1521">
                  <c:v>0.7605</c:v>
                </c:pt>
                <c:pt idx="1522">
                  <c:v>0.761</c:v>
                </c:pt>
                <c:pt idx="1523">
                  <c:v>0.7615</c:v>
                </c:pt>
                <c:pt idx="1524">
                  <c:v>0.762</c:v>
                </c:pt>
                <c:pt idx="1525">
                  <c:v>0.7625</c:v>
                </c:pt>
                <c:pt idx="1526">
                  <c:v>0.763</c:v>
                </c:pt>
                <c:pt idx="1527">
                  <c:v>0.7635</c:v>
                </c:pt>
                <c:pt idx="1528">
                  <c:v>0.764</c:v>
                </c:pt>
                <c:pt idx="1529">
                  <c:v>0.7645</c:v>
                </c:pt>
                <c:pt idx="1530">
                  <c:v>0.765</c:v>
                </c:pt>
                <c:pt idx="1531">
                  <c:v>0.7655</c:v>
                </c:pt>
                <c:pt idx="1532">
                  <c:v>0.766</c:v>
                </c:pt>
                <c:pt idx="1533">
                  <c:v>0.7665</c:v>
                </c:pt>
                <c:pt idx="1534">
                  <c:v>0.767</c:v>
                </c:pt>
                <c:pt idx="1535">
                  <c:v>0.7675</c:v>
                </c:pt>
                <c:pt idx="1536">
                  <c:v>0.768</c:v>
                </c:pt>
                <c:pt idx="1537">
                  <c:v>0.7685</c:v>
                </c:pt>
                <c:pt idx="1538">
                  <c:v>0.769</c:v>
                </c:pt>
                <c:pt idx="1539">
                  <c:v>0.7695</c:v>
                </c:pt>
                <c:pt idx="1540">
                  <c:v>0.77</c:v>
                </c:pt>
                <c:pt idx="1541">
                  <c:v>0.7705</c:v>
                </c:pt>
                <c:pt idx="1542">
                  <c:v>0.771</c:v>
                </c:pt>
                <c:pt idx="1543">
                  <c:v>0.7715</c:v>
                </c:pt>
                <c:pt idx="1544">
                  <c:v>0.772</c:v>
                </c:pt>
                <c:pt idx="1545">
                  <c:v>0.7725</c:v>
                </c:pt>
                <c:pt idx="1546">
                  <c:v>0.773</c:v>
                </c:pt>
                <c:pt idx="1547">
                  <c:v>0.7735</c:v>
                </c:pt>
                <c:pt idx="1548">
                  <c:v>0.774</c:v>
                </c:pt>
                <c:pt idx="1549">
                  <c:v>0.7745</c:v>
                </c:pt>
                <c:pt idx="1550">
                  <c:v>0.775</c:v>
                </c:pt>
                <c:pt idx="1551">
                  <c:v>0.7755</c:v>
                </c:pt>
                <c:pt idx="1552">
                  <c:v>0.776</c:v>
                </c:pt>
                <c:pt idx="1553">
                  <c:v>0.7765</c:v>
                </c:pt>
                <c:pt idx="1554">
                  <c:v>0.777</c:v>
                </c:pt>
                <c:pt idx="1555">
                  <c:v>0.7775</c:v>
                </c:pt>
                <c:pt idx="1556">
                  <c:v>0.778</c:v>
                </c:pt>
                <c:pt idx="1557">
                  <c:v>0.7785</c:v>
                </c:pt>
                <c:pt idx="1558">
                  <c:v>0.779</c:v>
                </c:pt>
                <c:pt idx="1559">
                  <c:v>0.7795</c:v>
                </c:pt>
                <c:pt idx="1560">
                  <c:v>0.78</c:v>
                </c:pt>
                <c:pt idx="1561">
                  <c:v>0.7805</c:v>
                </c:pt>
                <c:pt idx="1562">
                  <c:v>0.781</c:v>
                </c:pt>
                <c:pt idx="1563">
                  <c:v>0.7815</c:v>
                </c:pt>
                <c:pt idx="1564">
                  <c:v>0.782</c:v>
                </c:pt>
                <c:pt idx="1565">
                  <c:v>0.7825</c:v>
                </c:pt>
                <c:pt idx="1566">
                  <c:v>0.783</c:v>
                </c:pt>
                <c:pt idx="1567">
                  <c:v>0.7835</c:v>
                </c:pt>
                <c:pt idx="1568">
                  <c:v>0.784</c:v>
                </c:pt>
                <c:pt idx="1569">
                  <c:v>0.7845</c:v>
                </c:pt>
                <c:pt idx="1570">
                  <c:v>0.785</c:v>
                </c:pt>
                <c:pt idx="1571">
                  <c:v>0.7855</c:v>
                </c:pt>
                <c:pt idx="1572">
                  <c:v>0.786</c:v>
                </c:pt>
                <c:pt idx="1573">
                  <c:v>0.7865</c:v>
                </c:pt>
                <c:pt idx="1574">
                  <c:v>0.787</c:v>
                </c:pt>
                <c:pt idx="1575">
                  <c:v>0.7875</c:v>
                </c:pt>
                <c:pt idx="1576">
                  <c:v>0.788</c:v>
                </c:pt>
                <c:pt idx="1577">
                  <c:v>0.7885</c:v>
                </c:pt>
                <c:pt idx="1578">
                  <c:v>0.789</c:v>
                </c:pt>
                <c:pt idx="1579">
                  <c:v>0.7895</c:v>
                </c:pt>
                <c:pt idx="1580">
                  <c:v>0.79</c:v>
                </c:pt>
                <c:pt idx="1581">
                  <c:v>0.7905</c:v>
                </c:pt>
                <c:pt idx="1582">
                  <c:v>0.791</c:v>
                </c:pt>
                <c:pt idx="1583">
                  <c:v>0.7915</c:v>
                </c:pt>
                <c:pt idx="1584">
                  <c:v>0.792</c:v>
                </c:pt>
                <c:pt idx="1585">
                  <c:v>0.7925</c:v>
                </c:pt>
                <c:pt idx="1586">
                  <c:v>0.793</c:v>
                </c:pt>
                <c:pt idx="1587">
                  <c:v>0.7935</c:v>
                </c:pt>
                <c:pt idx="1588">
                  <c:v>0.794</c:v>
                </c:pt>
                <c:pt idx="1589">
                  <c:v>0.7945</c:v>
                </c:pt>
                <c:pt idx="1590">
                  <c:v>0.795</c:v>
                </c:pt>
                <c:pt idx="1591">
                  <c:v>0.7955</c:v>
                </c:pt>
                <c:pt idx="1592">
                  <c:v>0.796</c:v>
                </c:pt>
                <c:pt idx="1593">
                  <c:v>0.7965</c:v>
                </c:pt>
                <c:pt idx="1594">
                  <c:v>0.797</c:v>
                </c:pt>
                <c:pt idx="1595">
                  <c:v>0.7975</c:v>
                </c:pt>
                <c:pt idx="1596">
                  <c:v>0.798</c:v>
                </c:pt>
                <c:pt idx="1597">
                  <c:v>0.7985</c:v>
                </c:pt>
                <c:pt idx="1598">
                  <c:v>0.799</c:v>
                </c:pt>
                <c:pt idx="1599">
                  <c:v>0.7995</c:v>
                </c:pt>
                <c:pt idx="1600">
                  <c:v>0.8</c:v>
                </c:pt>
                <c:pt idx="1601">
                  <c:v>0.8005</c:v>
                </c:pt>
                <c:pt idx="1602">
                  <c:v>0.801</c:v>
                </c:pt>
                <c:pt idx="1603">
                  <c:v>0.8015</c:v>
                </c:pt>
                <c:pt idx="1604">
                  <c:v>0.802</c:v>
                </c:pt>
                <c:pt idx="1605">
                  <c:v>0.8025</c:v>
                </c:pt>
                <c:pt idx="1606">
                  <c:v>0.803</c:v>
                </c:pt>
                <c:pt idx="1607">
                  <c:v>0.8035</c:v>
                </c:pt>
                <c:pt idx="1608">
                  <c:v>0.804</c:v>
                </c:pt>
                <c:pt idx="1609">
                  <c:v>0.8045</c:v>
                </c:pt>
                <c:pt idx="1610">
                  <c:v>0.805</c:v>
                </c:pt>
                <c:pt idx="1611">
                  <c:v>0.8055</c:v>
                </c:pt>
                <c:pt idx="1612">
                  <c:v>0.806</c:v>
                </c:pt>
                <c:pt idx="1613">
                  <c:v>0.8065</c:v>
                </c:pt>
                <c:pt idx="1614">
                  <c:v>0.807</c:v>
                </c:pt>
                <c:pt idx="1615">
                  <c:v>0.8075</c:v>
                </c:pt>
                <c:pt idx="1616">
                  <c:v>0.808</c:v>
                </c:pt>
                <c:pt idx="1617">
                  <c:v>0.8085</c:v>
                </c:pt>
                <c:pt idx="1618">
                  <c:v>0.809</c:v>
                </c:pt>
                <c:pt idx="1619">
                  <c:v>0.8095</c:v>
                </c:pt>
                <c:pt idx="1620">
                  <c:v>0.81</c:v>
                </c:pt>
                <c:pt idx="1621">
                  <c:v>0.8105</c:v>
                </c:pt>
                <c:pt idx="1622">
                  <c:v>0.811</c:v>
                </c:pt>
                <c:pt idx="1623">
                  <c:v>0.8115</c:v>
                </c:pt>
                <c:pt idx="1624">
                  <c:v>0.812</c:v>
                </c:pt>
                <c:pt idx="1625">
                  <c:v>0.8125</c:v>
                </c:pt>
                <c:pt idx="1626">
                  <c:v>0.813</c:v>
                </c:pt>
                <c:pt idx="1627">
                  <c:v>0.8135</c:v>
                </c:pt>
                <c:pt idx="1628">
                  <c:v>0.814</c:v>
                </c:pt>
                <c:pt idx="1629">
                  <c:v>0.8145</c:v>
                </c:pt>
                <c:pt idx="1630">
                  <c:v>0.815</c:v>
                </c:pt>
                <c:pt idx="1631">
                  <c:v>0.8155</c:v>
                </c:pt>
                <c:pt idx="1632">
                  <c:v>0.816</c:v>
                </c:pt>
                <c:pt idx="1633">
                  <c:v>0.8165</c:v>
                </c:pt>
                <c:pt idx="1634">
                  <c:v>0.817</c:v>
                </c:pt>
                <c:pt idx="1635">
                  <c:v>0.8175</c:v>
                </c:pt>
                <c:pt idx="1636">
                  <c:v>0.818</c:v>
                </c:pt>
                <c:pt idx="1637">
                  <c:v>0.8185</c:v>
                </c:pt>
                <c:pt idx="1638">
                  <c:v>0.819</c:v>
                </c:pt>
                <c:pt idx="1639">
                  <c:v>0.8195</c:v>
                </c:pt>
                <c:pt idx="1640">
                  <c:v>0.82</c:v>
                </c:pt>
                <c:pt idx="1641">
                  <c:v>0.8205</c:v>
                </c:pt>
                <c:pt idx="1642">
                  <c:v>0.821</c:v>
                </c:pt>
                <c:pt idx="1643">
                  <c:v>0.8215</c:v>
                </c:pt>
                <c:pt idx="1644">
                  <c:v>0.822</c:v>
                </c:pt>
                <c:pt idx="1645">
                  <c:v>0.8225</c:v>
                </c:pt>
                <c:pt idx="1646">
                  <c:v>0.823</c:v>
                </c:pt>
                <c:pt idx="1647">
                  <c:v>0.8235</c:v>
                </c:pt>
                <c:pt idx="1648">
                  <c:v>0.824</c:v>
                </c:pt>
                <c:pt idx="1649">
                  <c:v>0.8245</c:v>
                </c:pt>
                <c:pt idx="1650">
                  <c:v>0.825</c:v>
                </c:pt>
                <c:pt idx="1651">
                  <c:v>0.8255</c:v>
                </c:pt>
                <c:pt idx="1652">
                  <c:v>0.826</c:v>
                </c:pt>
                <c:pt idx="1653">
                  <c:v>0.8265</c:v>
                </c:pt>
                <c:pt idx="1654">
                  <c:v>0.827</c:v>
                </c:pt>
                <c:pt idx="1655">
                  <c:v>0.8275</c:v>
                </c:pt>
                <c:pt idx="1656">
                  <c:v>0.828</c:v>
                </c:pt>
                <c:pt idx="1657">
                  <c:v>0.8285</c:v>
                </c:pt>
                <c:pt idx="1658">
                  <c:v>0.829</c:v>
                </c:pt>
                <c:pt idx="1659">
                  <c:v>0.8295</c:v>
                </c:pt>
                <c:pt idx="1660">
                  <c:v>0.83</c:v>
                </c:pt>
                <c:pt idx="1661">
                  <c:v>0.8305</c:v>
                </c:pt>
                <c:pt idx="1662">
                  <c:v>0.831</c:v>
                </c:pt>
                <c:pt idx="1663">
                  <c:v>0.8315</c:v>
                </c:pt>
                <c:pt idx="1664">
                  <c:v>0.832</c:v>
                </c:pt>
                <c:pt idx="1665">
                  <c:v>0.8325</c:v>
                </c:pt>
                <c:pt idx="1666">
                  <c:v>0.833</c:v>
                </c:pt>
                <c:pt idx="1667">
                  <c:v>0.8335</c:v>
                </c:pt>
                <c:pt idx="1668">
                  <c:v>0.834</c:v>
                </c:pt>
                <c:pt idx="1669">
                  <c:v>0.8345</c:v>
                </c:pt>
                <c:pt idx="1670">
                  <c:v>0.835</c:v>
                </c:pt>
                <c:pt idx="1671">
                  <c:v>0.8355</c:v>
                </c:pt>
                <c:pt idx="1672">
                  <c:v>0.836</c:v>
                </c:pt>
                <c:pt idx="1673">
                  <c:v>0.8365</c:v>
                </c:pt>
                <c:pt idx="1674">
                  <c:v>0.837</c:v>
                </c:pt>
                <c:pt idx="1675">
                  <c:v>0.8375</c:v>
                </c:pt>
                <c:pt idx="1676">
                  <c:v>0.838</c:v>
                </c:pt>
                <c:pt idx="1677">
                  <c:v>0.8385</c:v>
                </c:pt>
                <c:pt idx="1678">
                  <c:v>0.839</c:v>
                </c:pt>
                <c:pt idx="1679">
                  <c:v>0.8395</c:v>
                </c:pt>
                <c:pt idx="1680">
                  <c:v>0.84</c:v>
                </c:pt>
                <c:pt idx="1681">
                  <c:v>0.8405</c:v>
                </c:pt>
                <c:pt idx="1682">
                  <c:v>0.841</c:v>
                </c:pt>
                <c:pt idx="1683">
                  <c:v>0.8415</c:v>
                </c:pt>
                <c:pt idx="1684">
                  <c:v>0.842</c:v>
                </c:pt>
                <c:pt idx="1685">
                  <c:v>0.8425</c:v>
                </c:pt>
                <c:pt idx="1686">
                  <c:v>0.843</c:v>
                </c:pt>
                <c:pt idx="1687">
                  <c:v>0.8435</c:v>
                </c:pt>
                <c:pt idx="1688">
                  <c:v>0.844</c:v>
                </c:pt>
                <c:pt idx="1689">
                  <c:v>0.8445</c:v>
                </c:pt>
                <c:pt idx="1690">
                  <c:v>0.845</c:v>
                </c:pt>
                <c:pt idx="1691">
                  <c:v>0.8455</c:v>
                </c:pt>
                <c:pt idx="1692">
                  <c:v>0.846</c:v>
                </c:pt>
                <c:pt idx="1693">
                  <c:v>0.8465</c:v>
                </c:pt>
                <c:pt idx="1694">
                  <c:v>0.847</c:v>
                </c:pt>
                <c:pt idx="1695">
                  <c:v>0.8475</c:v>
                </c:pt>
                <c:pt idx="1696">
                  <c:v>0.848</c:v>
                </c:pt>
                <c:pt idx="1697">
                  <c:v>0.8485</c:v>
                </c:pt>
                <c:pt idx="1698">
                  <c:v>0.849</c:v>
                </c:pt>
                <c:pt idx="1699">
                  <c:v>0.8495</c:v>
                </c:pt>
                <c:pt idx="1700">
                  <c:v>0.85</c:v>
                </c:pt>
                <c:pt idx="1701">
                  <c:v>0.8505</c:v>
                </c:pt>
                <c:pt idx="1702">
                  <c:v>0.851</c:v>
                </c:pt>
                <c:pt idx="1703">
                  <c:v>0.8515</c:v>
                </c:pt>
                <c:pt idx="1704">
                  <c:v>0.852</c:v>
                </c:pt>
                <c:pt idx="1705">
                  <c:v>0.8525</c:v>
                </c:pt>
                <c:pt idx="1706">
                  <c:v>0.853</c:v>
                </c:pt>
                <c:pt idx="1707">
                  <c:v>0.8535</c:v>
                </c:pt>
                <c:pt idx="1708">
                  <c:v>0.854</c:v>
                </c:pt>
                <c:pt idx="1709">
                  <c:v>0.8545</c:v>
                </c:pt>
                <c:pt idx="1710">
                  <c:v>0.855</c:v>
                </c:pt>
                <c:pt idx="1711">
                  <c:v>0.8555</c:v>
                </c:pt>
                <c:pt idx="1712">
                  <c:v>0.856</c:v>
                </c:pt>
                <c:pt idx="1713">
                  <c:v>0.8565</c:v>
                </c:pt>
                <c:pt idx="1714">
                  <c:v>0.857</c:v>
                </c:pt>
                <c:pt idx="1715">
                  <c:v>0.8575</c:v>
                </c:pt>
                <c:pt idx="1716">
                  <c:v>0.858</c:v>
                </c:pt>
                <c:pt idx="1717">
                  <c:v>0.8585</c:v>
                </c:pt>
                <c:pt idx="1718">
                  <c:v>0.859</c:v>
                </c:pt>
                <c:pt idx="1719">
                  <c:v>0.8595</c:v>
                </c:pt>
                <c:pt idx="1720">
                  <c:v>0.86</c:v>
                </c:pt>
                <c:pt idx="1721">
                  <c:v>0.8605</c:v>
                </c:pt>
                <c:pt idx="1722">
                  <c:v>0.861</c:v>
                </c:pt>
                <c:pt idx="1723">
                  <c:v>0.8615</c:v>
                </c:pt>
                <c:pt idx="1724">
                  <c:v>0.862</c:v>
                </c:pt>
                <c:pt idx="1725">
                  <c:v>0.8625</c:v>
                </c:pt>
                <c:pt idx="1726">
                  <c:v>0.863</c:v>
                </c:pt>
                <c:pt idx="1727">
                  <c:v>0.8635</c:v>
                </c:pt>
                <c:pt idx="1728">
                  <c:v>0.864</c:v>
                </c:pt>
                <c:pt idx="1729">
                  <c:v>0.8645</c:v>
                </c:pt>
                <c:pt idx="1730">
                  <c:v>0.865</c:v>
                </c:pt>
                <c:pt idx="1731">
                  <c:v>0.8655</c:v>
                </c:pt>
                <c:pt idx="1732">
                  <c:v>0.866</c:v>
                </c:pt>
                <c:pt idx="1733">
                  <c:v>0.8665</c:v>
                </c:pt>
                <c:pt idx="1734">
                  <c:v>0.867</c:v>
                </c:pt>
                <c:pt idx="1735">
                  <c:v>0.8675</c:v>
                </c:pt>
                <c:pt idx="1736">
                  <c:v>0.868</c:v>
                </c:pt>
                <c:pt idx="1737">
                  <c:v>0.8685</c:v>
                </c:pt>
                <c:pt idx="1738">
                  <c:v>0.869</c:v>
                </c:pt>
                <c:pt idx="1739">
                  <c:v>0.8695</c:v>
                </c:pt>
                <c:pt idx="1740">
                  <c:v>0.87</c:v>
                </c:pt>
                <c:pt idx="1741">
                  <c:v>0.8705</c:v>
                </c:pt>
                <c:pt idx="1742">
                  <c:v>0.871</c:v>
                </c:pt>
                <c:pt idx="1743">
                  <c:v>0.8715</c:v>
                </c:pt>
                <c:pt idx="1744">
                  <c:v>0.872</c:v>
                </c:pt>
                <c:pt idx="1745">
                  <c:v>0.8725</c:v>
                </c:pt>
                <c:pt idx="1746">
                  <c:v>0.873</c:v>
                </c:pt>
                <c:pt idx="1747">
                  <c:v>0.8735</c:v>
                </c:pt>
                <c:pt idx="1748">
                  <c:v>0.874</c:v>
                </c:pt>
                <c:pt idx="1749">
                  <c:v>0.8745</c:v>
                </c:pt>
                <c:pt idx="1750">
                  <c:v>0.875</c:v>
                </c:pt>
                <c:pt idx="1751">
                  <c:v>0.8755</c:v>
                </c:pt>
                <c:pt idx="1752">
                  <c:v>0.876</c:v>
                </c:pt>
                <c:pt idx="1753">
                  <c:v>0.8765</c:v>
                </c:pt>
                <c:pt idx="1754">
                  <c:v>0.877</c:v>
                </c:pt>
                <c:pt idx="1755">
                  <c:v>0.8775</c:v>
                </c:pt>
                <c:pt idx="1756">
                  <c:v>0.878</c:v>
                </c:pt>
                <c:pt idx="1757">
                  <c:v>0.8785</c:v>
                </c:pt>
                <c:pt idx="1758">
                  <c:v>0.879</c:v>
                </c:pt>
                <c:pt idx="1759">
                  <c:v>0.8795</c:v>
                </c:pt>
                <c:pt idx="1760">
                  <c:v>0.88</c:v>
                </c:pt>
                <c:pt idx="1761">
                  <c:v>0.8805</c:v>
                </c:pt>
                <c:pt idx="1762">
                  <c:v>0.881</c:v>
                </c:pt>
                <c:pt idx="1763">
                  <c:v>0.8815</c:v>
                </c:pt>
                <c:pt idx="1764">
                  <c:v>0.882</c:v>
                </c:pt>
                <c:pt idx="1765">
                  <c:v>0.8825</c:v>
                </c:pt>
                <c:pt idx="1766">
                  <c:v>0.883</c:v>
                </c:pt>
                <c:pt idx="1767">
                  <c:v>0.8835</c:v>
                </c:pt>
                <c:pt idx="1768">
                  <c:v>0.884</c:v>
                </c:pt>
                <c:pt idx="1769">
                  <c:v>0.8845</c:v>
                </c:pt>
                <c:pt idx="1770">
                  <c:v>0.885</c:v>
                </c:pt>
                <c:pt idx="1771">
                  <c:v>0.8855</c:v>
                </c:pt>
                <c:pt idx="1772">
                  <c:v>0.886</c:v>
                </c:pt>
                <c:pt idx="1773">
                  <c:v>0.8865</c:v>
                </c:pt>
                <c:pt idx="1774">
                  <c:v>0.887</c:v>
                </c:pt>
                <c:pt idx="1775">
                  <c:v>0.8875</c:v>
                </c:pt>
                <c:pt idx="1776">
                  <c:v>0.888</c:v>
                </c:pt>
                <c:pt idx="1777">
                  <c:v>0.8885</c:v>
                </c:pt>
                <c:pt idx="1778">
                  <c:v>0.889</c:v>
                </c:pt>
                <c:pt idx="1779">
                  <c:v>0.8895</c:v>
                </c:pt>
                <c:pt idx="1780">
                  <c:v>0.89</c:v>
                </c:pt>
                <c:pt idx="1781">
                  <c:v>0.8905</c:v>
                </c:pt>
                <c:pt idx="1782">
                  <c:v>0.891</c:v>
                </c:pt>
                <c:pt idx="1783">
                  <c:v>0.8915</c:v>
                </c:pt>
                <c:pt idx="1784">
                  <c:v>0.892</c:v>
                </c:pt>
                <c:pt idx="1785">
                  <c:v>0.8925</c:v>
                </c:pt>
                <c:pt idx="1786">
                  <c:v>0.893</c:v>
                </c:pt>
                <c:pt idx="1787">
                  <c:v>0.8935</c:v>
                </c:pt>
                <c:pt idx="1788">
                  <c:v>0.894</c:v>
                </c:pt>
                <c:pt idx="1789">
                  <c:v>0.8945</c:v>
                </c:pt>
                <c:pt idx="1790">
                  <c:v>0.895</c:v>
                </c:pt>
                <c:pt idx="1791">
                  <c:v>0.8955</c:v>
                </c:pt>
                <c:pt idx="1792">
                  <c:v>0.896</c:v>
                </c:pt>
                <c:pt idx="1793">
                  <c:v>0.8965</c:v>
                </c:pt>
                <c:pt idx="1794">
                  <c:v>0.897</c:v>
                </c:pt>
                <c:pt idx="1795">
                  <c:v>0.8975</c:v>
                </c:pt>
                <c:pt idx="1796">
                  <c:v>0.898</c:v>
                </c:pt>
                <c:pt idx="1797">
                  <c:v>0.8985</c:v>
                </c:pt>
                <c:pt idx="1798">
                  <c:v>0.899</c:v>
                </c:pt>
                <c:pt idx="1799">
                  <c:v>0.8995</c:v>
                </c:pt>
                <c:pt idx="1800">
                  <c:v>0.9</c:v>
                </c:pt>
                <c:pt idx="1801">
                  <c:v>0.9005</c:v>
                </c:pt>
                <c:pt idx="1802">
                  <c:v>0.901</c:v>
                </c:pt>
                <c:pt idx="1803">
                  <c:v>0.9015</c:v>
                </c:pt>
                <c:pt idx="1804">
                  <c:v>0.902</c:v>
                </c:pt>
                <c:pt idx="1805">
                  <c:v>0.9025</c:v>
                </c:pt>
                <c:pt idx="1806">
                  <c:v>0.903</c:v>
                </c:pt>
                <c:pt idx="1807">
                  <c:v>0.9035</c:v>
                </c:pt>
                <c:pt idx="1808">
                  <c:v>0.904</c:v>
                </c:pt>
                <c:pt idx="1809">
                  <c:v>0.9045</c:v>
                </c:pt>
                <c:pt idx="1810">
                  <c:v>0.905</c:v>
                </c:pt>
                <c:pt idx="1811">
                  <c:v>0.9055</c:v>
                </c:pt>
                <c:pt idx="1812">
                  <c:v>0.906</c:v>
                </c:pt>
                <c:pt idx="1813">
                  <c:v>0.9065</c:v>
                </c:pt>
                <c:pt idx="1814">
                  <c:v>0.907</c:v>
                </c:pt>
                <c:pt idx="1815">
                  <c:v>0.9075</c:v>
                </c:pt>
                <c:pt idx="1816">
                  <c:v>0.908</c:v>
                </c:pt>
                <c:pt idx="1817">
                  <c:v>0.9085</c:v>
                </c:pt>
                <c:pt idx="1818">
                  <c:v>0.909</c:v>
                </c:pt>
                <c:pt idx="1819">
                  <c:v>0.9095</c:v>
                </c:pt>
                <c:pt idx="1820">
                  <c:v>0.91</c:v>
                </c:pt>
                <c:pt idx="1821">
                  <c:v>0.9105</c:v>
                </c:pt>
                <c:pt idx="1822">
                  <c:v>0.911</c:v>
                </c:pt>
                <c:pt idx="1823">
                  <c:v>0.9115</c:v>
                </c:pt>
                <c:pt idx="1824">
                  <c:v>0.912</c:v>
                </c:pt>
                <c:pt idx="1825">
                  <c:v>0.9125</c:v>
                </c:pt>
                <c:pt idx="1826">
                  <c:v>0.913</c:v>
                </c:pt>
                <c:pt idx="1827">
                  <c:v>0.9135</c:v>
                </c:pt>
                <c:pt idx="1828">
                  <c:v>0.914</c:v>
                </c:pt>
                <c:pt idx="1829">
                  <c:v>0.9145</c:v>
                </c:pt>
                <c:pt idx="1830">
                  <c:v>0.915</c:v>
                </c:pt>
                <c:pt idx="1831">
                  <c:v>0.9155</c:v>
                </c:pt>
                <c:pt idx="1832">
                  <c:v>0.916</c:v>
                </c:pt>
                <c:pt idx="1833">
                  <c:v>0.9165</c:v>
                </c:pt>
                <c:pt idx="1834">
                  <c:v>0.917</c:v>
                </c:pt>
                <c:pt idx="1835">
                  <c:v>0.9175</c:v>
                </c:pt>
                <c:pt idx="1836">
                  <c:v>0.918</c:v>
                </c:pt>
                <c:pt idx="1837">
                  <c:v>0.9185</c:v>
                </c:pt>
                <c:pt idx="1838">
                  <c:v>0.919</c:v>
                </c:pt>
                <c:pt idx="1839">
                  <c:v>0.9195</c:v>
                </c:pt>
                <c:pt idx="1840">
                  <c:v>0.92</c:v>
                </c:pt>
                <c:pt idx="1841">
                  <c:v>0.9205</c:v>
                </c:pt>
                <c:pt idx="1842">
                  <c:v>0.921</c:v>
                </c:pt>
                <c:pt idx="1843">
                  <c:v>0.9215</c:v>
                </c:pt>
                <c:pt idx="1844">
                  <c:v>0.922</c:v>
                </c:pt>
                <c:pt idx="1845">
                  <c:v>0.9225</c:v>
                </c:pt>
                <c:pt idx="1846">
                  <c:v>0.923</c:v>
                </c:pt>
                <c:pt idx="1847">
                  <c:v>0.9235</c:v>
                </c:pt>
                <c:pt idx="1848">
                  <c:v>0.924</c:v>
                </c:pt>
                <c:pt idx="1849">
                  <c:v>0.9245</c:v>
                </c:pt>
                <c:pt idx="1850">
                  <c:v>0.925</c:v>
                </c:pt>
                <c:pt idx="1851">
                  <c:v>0.9255</c:v>
                </c:pt>
                <c:pt idx="1852">
                  <c:v>0.926</c:v>
                </c:pt>
                <c:pt idx="1853">
                  <c:v>0.9265</c:v>
                </c:pt>
                <c:pt idx="1854">
                  <c:v>0.927</c:v>
                </c:pt>
                <c:pt idx="1855">
                  <c:v>0.9275</c:v>
                </c:pt>
                <c:pt idx="1856">
                  <c:v>0.928</c:v>
                </c:pt>
                <c:pt idx="1857">
                  <c:v>0.9285</c:v>
                </c:pt>
                <c:pt idx="1858">
                  <c:v>0.929</c:v>
                </c:pt>
                <c:pt idx="1859">
                  <c:v>0.9295</c:v>
                </c:pt>
                <c:pt idx="1860">
                  <c:v>0.93</c:v>
                </c:pt>
                <c:pt idx="1861">
                  <c:v>0.9305</c:v>
                </c:pt>
                <c:pt idx="1862">
                  <c:v>0.931</c:v>
                </c:pt>
                <c:pt idx="1863">
                  <c:v>0.9315</c:v>
                </c:pt>
                <c:pt idx="1864">
                  <c:v>0.932</c:v>
                </c:pt>
                <c:pt idx="1865">
                  <c:v>0.9325</c:v>
                </c:pt>
                <c:pt idx="1866">
                  <c:v>0.933</c:v>
                </c:pt>
                <c:pt idx="1867">
                  <c:v>0.9335</c:v>
                </c:pt>
                <c:pt idx="1868">
                  <c:v>0.934</c:v>
                </c:pt>
                <c:pt idx="1869">
                  <c:v>0.9345</c:v>
                </c:pt>
                <c:pt idx="1870">
                  <c:v>0.935</c:v>
                </c:pt>
                <c:pt idx="1871">
                  <c:v>0.9355</c:v>
                </c:pt>
                <c:pt idx="1872">
                  <c:v>0.936</c:v>
                </c:pt>
                <c:pt idx="1873">
                  <c:v>0.9365</c:v>
                </c:pt>
                <c:pt idx="1874">
                  <c:v>0.937</c:v>
                </c:pt>
                <c:pt idx="1875">
                  <c:v>0.9375</c:v>
                </c:pt>
                <c:pt idx="1876">
                  <c:v>0.938</c:v>
                </c:pt>
                <c:pt idx="1877">
                  <c:v>0.9385</c:v>
                </c:pt>
                <c:pt idx="1878">
                  <c:v>0.939</c:v>
                </c:pt>
                <c:pt idx="1879">
                  <c:v>0.9395</c:v>
                </c:pt>
                <c:pt idx="1880">
                  <c:v>0.94</c:v>
                </c:pt>
                <c:pt idx="1881">
                  <c:v>0.9405</c:v>
                </c:pt>
                <c:pt idx="1882">
                  <c:v>0.941</c:v>
                </c:pt>
                <c:pt idx="1883">
                  <c:v>0.9415</c:v>
                </c:pt>
                <c:pt idx="1884">
                  <c:v>0.942</c:v>
                </c:pt>
                <c:pt idx="1885">
                  <c:v>0.9425</c:v>
                </c:pt>
                <c:pt idx="1886">
                  <c:v>0.943</c:v>
                </c:pt>
                <c:pt idx="1887">
                  <c:v>0.9435</c:v>
                </c:pt>
                <c:pt idx="1888">
                  <c:v>0.944</c:v>
                </c:pt>
                <c:pt idx="1889">
                  <c:v>0.9445</c:v>
                </c:pt>
                <c:pt idx="1890">
                  <c:v>0.945</c:v>
                </c:pt>
                <c:pt idx="1891">
                  <c:v>0.9455</c:v>
                </c:pt>
                <c:pt idx="1892">
                  <c:v>0.946</c:v>
                </c:pt>
                <c:pt idx="1893">
                  <c:v>0.9465</c:v>
                </c:pt>
                <c:pt idx="1894">
                  <c:v>0.947</c:v>
                </c:pt>
                <c:pt idx="1895">
                  <c:v>0.9475</c:v>
                </c:pt>
                <c:pt idx="1896">
                  <c:v>0.948</c:v>
                </c:pt>
                <c:pt idx="1897">
                  <c:v>0.9485</c:v>
                </c:pt>
                <c:pt idx="1898">
                  <c:v>0.949</c:v>
                </c:pt>
                <c:pt idx="1899">
                  <c:v>0.9495</c:v>
                </c:pt>
                <c:pt idx="1900">
                  <c:v>0.95</c:v>
                </c:pt>
                <c:pt idx="1901">
                  <c:v>0.9505</c:v>
                </c:pt>
                <c:pt idx="1902">
                  <c:v>0.951</c:v>
                </c:pt>
                <c:pt idx="1903">
                  <c:v>0.9515</c:v>
                </c:pt>
                <c:pt idx="1904">
                  <c:v>0.952</c:v>
                </c:pt>
                <c:pt idx="1905">
                  <c:v>0.9525</c:v>
                </c:pt>
                <c:pt idx="1906">
                  <c:v>0.953</c:v>
                </c:pt>
                <c:pt idx="1907">
                  <c:v>0.9535</c:v>
                </c:pt>
                <c:pt idx="1908">
                  <c:v>0.954</c:v>
                </c:pt>
                <c:pt idx="1909">
                  <c:v>0.9545</c:v>
                </c:pt>
                <c:pt idx="1910">
                  <c:v>0.955</c:v>
                </c:pt>
                <c:pt idx="1911">
                  <c:v>0.9555</c:v>
                </c:pt>
                <c:pt idx="1912">
                  <c:v>0.956</c:v>
                </c:pt>
                <c:pt idx="1913">
                  <c:v>0.9565</c:v>
                </c:pt>
                <c:pt idx="1914">
                  <c:v>0.957</c:v>
                </c:pt>
                <c:pt idx="1915">
                  <c:v>0.9575</c:v>
                </c:pt>
                <c:pt idx="1916">
                  <c:v>0.958</c:v>
                </c:pt>
                <c:pt idx="1917">
                  <c:v>0.9585</c:v>
                </c:pt>
                <c:pt idx="1918">
                  <c:v>0.959</c:v>
                </c:pt>
                <c:pt idx="1919">
                  <c:v>0.9595</c:v>
                </c:pt>
                <c:pt idx="1920">
                  <c:v>0.96</c:v>
                </c:pt>
                <c:pt idx="1921">
                  <c:v>0.9605</c:v>
                </c:pt>
                <c:pt idx="1922">
                  <c:v>0.961</c:v>
                </c:pt>
                <c:pt idx="1923">
                  <c:v>0.9615</c:v>
                </c:pt>
                <c:pt idx="1924">
                  <c:v>0.962</c:v>
                </c:pt>
                <c:pt idx="1925">
                  <c:v>0.9625</c:v>
                </c:pt>
                <c:pt idx="1926">
                  <c:v>0.963</c:v>
                </c:pt>
                <c:pt idx="1927">
                  <c:v>0.9635</c:v>
                </c:pt>
                <c:pt idx="1928">
                  <c:v>0.964</c:v>
                </c:pt>
                <c:pt idx="1929">
                  <c:v>0.9645</c:v>
                </c:pt>
                <c:pt idx="1930">
                  <c:v>0.965</c:v>
                </c:pt>
                <c:pt idx="1931">
                  <c:v>0.9655</c:v>
                </c:pt>
                <c:pt idx="1932">
                  <c:v>0.966</c:v>
                </c:pt>
                <c:pt idx="1933">
                  <c:v>0.9665</c:v>
                </c:pt>
                <c:pt idx="1934">
                  <c:v>0.967</c:v>
                </c:pt>
                <c:pt idx="1935">
                  <c:v>0.9675</c:v>
                </c:pt>
                <c:pt idx="1936">
                  <c:v>0.968</c:v>
                </c:pt>
                <c:pt idx="1937">
                  <c:v>0.9685</c:v>
                </c:pt>
                <c:pt idx="1938">
                  <c:v>0.969</c:v>
                </c:pt>
                <c:pt idx="1939">
                  <c:v>0.9695</c:v>
                </c:pt>
                <c:pt idx="1940">
                  <c:v>0.97</c:v>
                </c:pt>
                <c:pt idx="1941">
                  <c:v>0.9705</c:v>
                </c:pt>
                <c:pt idx="1942">
                  <c:v>0.971</c:v>
                </c:pt>
                <c:pt idx="1943">
                  <c:v>0.9715</c:v>
                </c:pt>
                <c:pt idx="1944">
                  <c:v>0.972</c:v>
                </c:pt>
                <c:pt idx="1945">
                  <c:v>0.9725</c:v>
                </c:pt>
                <c:pt idx="1946">
                  <c:v>0.973</c:v>
                </c:pt>
                <c:pt idx="1947">
                  <c:v>0.9735</c:v>
                </c:pt>
                <c:pt idx="1948">
                  <c:v>0.974</c:v>
                </c:pt>
                <c:pt idx="1949">
                  <c:v>0.9745</c:v>
                </c:pt>
                <c:pt idx="1950">
                  <c:v>0.975</c:v>
                </c:pt>
                <c:pt idx="1951">
                  <c:v>0.9755</c:v>
                </c:pt>
                <c:pt idx="1952">
                  <c:v>0.976</c:v>
                </c:pt>
                <c:pt idx="1953">
                  <c:v>0.9765</c:v>
                </c:pt>
                <c:pt idx="1954">
                  <c:v>0.977</c:v>
                </c:pt>
                <c:pt idx="1955">
                  <c:v>0.9775</c:v>
                </c:pt>
                <c:pt idx="1956">
                  <c:v>0.978</c:v>
                </c:pt>
                <c:pt idx="1957">
                  <c:v>0.9785</c:v>
                </c:pt>
                <c:pt idx="1958">
                  <c:v>0.979</c:v>
                </c:pt>
                <c:pt idx="1959">
                  <c:v>0.9795</c:v>
                </c:pt>
                <c:pt idx="1960">
                  <c:v>0.98</c:v>
                </c:pt>
                <c:pt idx="1961">
                  <c:v>0.9805</c:v>
                </c:pt>
                <c:pt idx="1962">
                  <c:v>0.981</c:v>
                </c:pt>
                <c:pt idx="1963">
                  <c:v>0.9815</c:v>
                </c:pt>
                <c:pt idx="1964">
                  <c:v>0.982</c:v>
                </c:pt>
                <c:pt idx="1965">
                  <c:v>0.9825</c:v>
                </c:pt>
                <c:pt idx="1966">
                  <c:v>0.983</c:v>
                </c:pt>
                <c:pt idx="1967">
                  <c:v>0.9835</c:v>
                </c:pt>
                <c:pt idx="1968">
                  <c:v>0.984</c:v>
                </c:pt>
                <c:pt idx="1969">
                  <c:v>0.9845</c:v>
                </c:pt>
                <c:pt idx="1970">
                  <c:v>0.985</c:v>
                </c:pt>
                <c:pt idx="1971">
                  <c:v>0.9855</c:v>
                </c:pt>
                <c:pt idx="1972">
                  <c:v>0.986</c:v>
                </c:pt>
                <c:pt idx="1973">
                  <c:v>0.9865</c:v>
                </c:pt>
                <c:pt idx="1974">
                  <c:v>0.987</c:v>
                </c:pt>
                <c:pt idx="1975">
                  <c:v>0.9875</c:v>
                </c:pt>
                <c:pt idx="1976">
                  <c:v>0.988</c:v>
                </c:pt>
                <c:pt idx="1977">
                  <c:v>0.9885</c:v>
                </c:pt>
                <c:pt idx="1978">
                  <c:v>0.989</c:v>
                </c:pt>
                <c:pt idx="1979">
                  <c:v>0.9895</c:v>
                </c:pt>
                <c:pt idx="1980">
                  <c:v>0.99</c:v>
                </c:pt>
                <c:pt idx="1981">
                  <c:v>0.9905</c:v>
                </c:pt>
                <c:pt idx="1982">
                  <c:v>0.991</c:v>
                </c:pt>
                <c:pt idx="1983">
                  <c:v>0.9915</c:v>
                </c:pt>
                <c:pt idx="1984">
                  <c:v>0.992</c:v>
                </c:pt>
                <c:pt idx="1985">
                  <c:v>0.9925</c:v>
                </c:pt>
                <c:pt idx="1986">
                  <c:v>0.993</c:v>
                </c:pt>
                <c:pt idx="1987">
                  <c:v>0.9935</c:v>
                </c:pt>
                <c:pt idx="1988">
                  <c:v>0.994</c:v>
                </c:pt>
                <c:pt idx="1989">
                  <c:v>0.9945</c:v>
                </c:pt>
                <c:pt idx="1990">
                  <c:v>0.995</c:v>
                </c:pt>
                <c:pt idx="1991">
                  <c:v>0.9955</c:v>
                </c:pt>
                <c:pt idx="1992">
                  <c:v>0.996</c:v>
                </c:pt>
                <c:pt idx="1993">
                  <c:v>0.9965</c:v>
                </c:pt>
                <c:pt idx="1994">
                  <c:v>0.997</c:v>
                </c:pt>
                <c:pt idx="1995">
                  <c:v>0.9975</c:v>
                </c:pt>
                <c:pt idx="1996">
                  <c:v>0.998</c:v>
                </c:pt>
                <c:pt idx="1997">
                  <c:v>0.9985</c:v>
                </c:pt>
                <c:pt idx="1998">
                  <c:v>0.999</c:v>
                </c:pt>
                <c:pt idx="1999">
                  <c:v>0.9995</c:v>
                </c:pt>
                <c:pt idx="2000">
                  <c:v>1</c:v>
                </c:pt>
              </c:numCache>
            </c:numRef>
          </c:xVal>
          <c:yVal>
            <c:numRef>
              <c:f>'Chart Data'!$B$2:$B$2002</c:f>
              <c:numCache>
                <c:formatCode>0.0</c:formatCode>
                <c:ptCount val="2001"/>
                <c:pt idx="0">
                  <c:v>0.3</c:v>
                </c:pt>
                <c:pt idx="1">
                  <c:v>0.30423889009</c:v>
                </c:pt>
                <c:pt idx="2">
                  <c:v>0.30846422887</c:v>
                </c:pt>
                <c:pt idx="3">
                  <c:v>0.31266250835</c:v>
                </c:pt>
                <c:pt idx="4">
                  <c:v>0.31682030707</c:v>
                </c:pt>
                <c:pt idx="5">
                  <c:v>0.32092433295</c:v>
                </c:pt>
                <c:pt idx="6">
                  <c:v>0.32496146584</c:v>
                </c:pt>
                <c:pt idx="7">
                  <c:v>0.32891879942</c:v>
                </c:pt>
                <c:pt idx="8">
                  <c:v>0.3327836825</c:v>
                </c:pt>
                <c:pt idx="9">
                  <c:v>0.33654375943</c:v>
                </c:pt>
                <c:pt idx="10">
                  <c:v>0.34018700962</c:v>
                </c:pt>
                <c:pt idx="11">
                  <c:v>0.34370178598</c:v>
                </c:pt>
                <c:pt idx="12">
                  <c:v>0.3470768521</c:v>
                </c:pt>
                <c:pt idx="13">
                  <c:v>0.35030141824</c:v>
                </c:pt>
                <c:pt idx="14">
                  <c:v>0.35336517579</c:v>
                </c:pt>
                <c:pt idx="15">
                  <c:v>0.35625833022</c:v>
                </c:pt>
                <c:pt idx="16">
                  <c:v>0.35897163241</c:v>
                </c:pt>
                <c:pt idx="17">
                  <c:v>0.3614964082</c:v>
                </c:pt>
                <c:pt idx="18">
                  <c:v>0.36382458613</c:v>
                </c:pt>
                <c:pt idx="19">
                  <c:v>0.36594872326</c:v>
                </c:pt>
                <c:pt idx="20">
                  <c:v>0.36786202893</c:v>
                </c:pt>
                <c:pt idx="21">
                  <c:v>0.3695583865</c:v>
                </c:pt>
                <c:pt idx="22">
                  <c:v>0.37103237287</c:v>
                </c:pt>
                <c:pt idx="23">
                  <c:v>0.37227927587</c:v>
                </c:pt>
                <c:pt idx="24">
                  <c:v>0.37329510927</c:v>
                </c:pt>
                <c:pt idx="25">
                  <c:v>0.37407662554</c:v>
                </c:pt>
                <c:pt idx="26">
                  <c:v>0.37462132627</c:v>
                </c:pt>
                <c:pt idx="27">
                  <c:v>0.3749274701</c:v>
                </c:pt>
                <c:pt idx="28">
                  <c:v>0.37499407832</c:v>
                </c:pt>
                <c:pt idx="29">
                  <c:v>0.37482093798</c:v>
                </c:pt>
                <c:pt idx="30">
                  <c:v>0.3744086026</c:v>
                </c:pt>
                <c:pt idx="31">
                  <c:v>0.37375839037</c:v>
                </c:pt>
                <c:pt idx="32">
                  <c:v>0.37287237997</c:v>
                </c:pt>
                <c:pt idx="33">
                  <c:v>0.37175340387</c:v>
                </c:pt>
                <c:pt idx="34">
                  <c:v>0.37040503932</c:v>
                </c:pt>
                <c:pt idx="35">
                  <c:v>0.36883159693</c:v>
                </c:pt>
                <c:pt idx="36">
                  <c:v>0.36703810681</c:v>
                </c:pt>
                <c:pt idx="37">
                  <c:v>0.36503030259</c:v>
                </c:pt>
                <c:pt idx="38">
                  <c:v>0.362814603</c:v>
                </c:pt>
                <c:pt idx="39">
                  <c:v>0.36039809143</c:v>
                </c:pt>
                <c:pt idx="40">
                  <c:v>0.35778849321</c:v>
                </c:pt>
                <c:pt idx="41">
                  <c:v>0.35499415097</c:v>
                </c:pt>
                <c:pt idx="42">
                  <c:v>0.35202399794</c:v>
                </c:pt>
                <c:pt idx="43">
                  <c:v>0.3488875294</c:v>
                </c:pt>
                <c:pt idx="44">
                  <c:v>0.34559477233</c:v>
                </c:pt>
                <c:pt idx="45">
                  <c:v>0.34215625334</c:v>
                </c:pt>
                <c:pt idx="46">
                  <c:v>0.33858296503</c:v>
                </c:pt>
                <c:pt idx="47">
                  <c:v>0.33488633086</c:v>
                </c:pt>
                <c:pt idx="48">
                  <c:v>0.33107816857</c:v>
                </c:pt>
                <c:pt idx="49">
                  <c:v>0.3271706525</c:v>
                </c:pt>
                <c:pt idx="50">
                  <c:v>0.32317627458</c:v>
                </c:pt>
                <c:pt idx="51">
                  <c:v>0.31910780443</c:v>
                </c:pt>
                <c:pt idx="52">
                  <c:v>0.31497824854</c:v>
                </c:pt>
                <c:pt idx="53">
                  <c:v>0.31080080869</c:v>
                </c:pt>
                <c:pt idx="54">
                  <c:v>0.30658883974</c:v>
                </c:pt>
                <c:pt idx="55">
                  <c:v>0.30235580693</c:v>
                </c:pt>
                <c:pt idx="56">
                  <c:v>0.29811524284</c:v>
                </c:pt>
                <c:pt idx="57">
                  <c:v>0.29388070413</c:v>
                </c:pt>
                <c:pt idx="58">
                  <c:v>0.2896657282</c:v>
                </c:pt>
                <c:pt idx="59">
                  <c:v>0.2854837899</c:v>
                </c:pt>
                <c:pt idx="60">
                  <c:v>0.28134825846</c:v>
                </c:pt>
                <c:pt idx="61">
                  <c:v>0.27727235478</c:v>
                </c:pt>
                <c:pt idx="62">
                  <c:v>0.2732691091</c:v>
                </c:pt>
                <c:pt idx="63">
                  <c:v>0.26935131939</c:v>
                </c:pt>
                <c:pt idx="64">
                  <c:v>0.26553151045</c:v>
                </c:pt>
                <c:pt idx="65">
                  <c:v>0.26182189382</c:v>
                </c:pt>
                <c:pt idx="66">
                  <c:v>0.25823432876</c:v>
                </c:pt>
                <c:pt idx="67">
                  <c:v>0.25478028437</c:v>
                </c:pt>
                <c:pt idx="68">
                  <c:v>0.25147080288</c:v>
                </c:pt>
                <c:pt idx="69">
                  <c:v>0.24831646437</c:v>
                </c:pt>
                <c:pt idx="70">
                  <c:v>0.24532735294</c:v>
                </c:pt>
                <c:pt idx="71">
                  <c:v>0.24251302449</c:v>
                </c:pt>
                <c:pt idx="72">
                  <c:v>0.23988247613</c:v>
                </c:pt>
                <c:pt idx="73">
                  <c:v>0.23744411748</c:v>
                </c:pt>
                <c:pt idx="74">
                  <c:v>0.23520574371</c:v>
                </c:pt>
                <c:pt idx="75">
                  <c:v>0.23317451069</c:v>
                </c:pt>
                <c:pt idx="76">
                  <c:v>0.23135691205</c:v>
                </c:pt>
                <c:pt idx="77">
                  <c:v>0.22975875849</c:v>
                </c:pt>
                <c:pt idx="78">
                  <c:v>0.22838515914</c:v>
                </c:pt>
                <c:pt idx="79">
                  <c:v>0.22724050526</c:v>
                </c:pt>
                <c:pt idx="80">
                  <c:v>0.2263284562</c:v>
                </c:pt>
                <c:pt idx="81">
                  <c:v>0.22565192767</c:v>
                </c:pt>
                <c:pt idx="82">
                  <c:v>0.22521308248</c:v>
                </c:pt>
                <c:pt idx="83">
                  <c:v>0.22501332357</c:v>
                </c:pt>
                <c:pt idx="84">
                  <c:v>0.22505328955</c:v>
                </c:pt>
                <c:pt idx="85">
                  <c:v>0.22533285265</c:v>
                </c:pt>
                <c:pt idx="86">
                  <c:v>0.22585111914</c:v>
                </c:pt>
                <c:pt idx="87">
                  <c:v>0.22660643218</c:v>
                </c:pt>
                <c:pt idx="88">
                  <c:v>0.22759637709</c:v>
                </c:pt>
                <c:pt idx="89">
                  <c:v>0.22881778913</c:v>
                </c:pt>
                <c:pt idx="90">
                  <c:v>0.23026676356</c:v>
                </c:pt>
                <c:pt idx="91">
                  <c:v>0.23193866816</c:v>
                </c:pt>
                <c:pt idx="92">
                  <c:v>0.23382815802</c:v>
                </c:pt>
                <c:pt idx="93">
                  <c:v>0.23592919262</c:v>
                </c:pt>
                <c:pt idx="94">
                  <c:v>0.23823505518</c:v>
                </c:pt>
                <c:pt idx="95">
                  <c:v>0.24073837407</c:v>
                </c:pt>
                <c:pt idx="96">
                  <c:v>0.24343114644</c:v>
                </c:pt>
                <c:pt idx="97">
                  <c:v>0.24630476377</c:v>
                </c:pt>
                <c:pt idx="98">
                  <c:v>0.24935003939</c:v>
                </c:pt>
                <c:pt idx="99">
                  <c:v>0.25255723786</c:v>
                </c:pt>
                <c:pt idx="100">
                  <c:v>0.25591610608</c:v>
                </c:pt>
                <c:pt idx="101">
                  <c:v>0.25941590609</c:v>
                </c:pt>
                <c:pt idx="102">
                  <c:v>0.26304544938</c:v>
                </c:pt>
                <c:pt idx="103">
                  <c:v>0.26679313267</c:v>
                </c:pt>
                <c:pt idx="104">
                  <c:v>0.27064697499</c:v>
                </c:pt>
                <c:pt idx="105">
                  <c:v>0.27459465598</c:v>
                </c:pt>
                <c:pt idx="106">
                  <c:v>0.27862355531</c:v>
                </c:pt>
                <c:pt idx="107">
                  <c:v>0.282720793</c:v>
                </c:pt>
                <c:pt idx="108">
                  <c:v>0.28687327058</c:v>
                </c:pt>
                <c:pt idx="109">
                  <c:v>0.29106771299</c:v>
                </c:pt>
                <c:pt idx="110">
                  <c:v>0.29529071104</c:v>
                </c:pt>
                <c:pt idx="111">
                  <c:v>0.2995287642</c:v>
                </c:pt>
                <c:pt idx="112">
                  <c:v>0.30376832386</c:v>
                </c:pt>
                <c:pt idx="113">
                  <c:v>0.30799583657</c:v>
                </c:pt>
                <c:pt idx="114">
                  <c:v>0.31219778739</c:v>
                </c:pt>
                <c:pt idx="115">
                  <c:v>0.3163607431</c:v>
                </c:pt>
                <c:pt idx="116">
                  <c:v>0.32047139516</c:v>
                </c:pt>
                <c:pt idx="117">
                  <c:v>0.32451660222</c:v>
                </c:pt>
                <c:pt idx="118">
                  <c:v>0.32848343216</c:v>
                </c:pt>
                <c:pt idx="119">
                  <c:v>0.33235920343</c:v>
                </c:pt>
                <c:pt idx="120">
                  <c:v>0.33613152556</c:v>
                </c:pt>
                <c:pt idx="121">
                  <c:v>0.33978833882</c:v>
                </c:pt>
                <c:pt idx="122">
                  <c:v>0.34331795276</c:v>
                </c:pt>
                <c:pt idx="123">
                  <c:v>0.34670908354</c:v>
                </c:pt>
                <c:pt idx="124">
                  <c:v>0.34995089006</c:v>
                </c:pt>
                <c:pt idx="125">
                  <c:v>0.35303300859</c:v>
                </c:pt>
                <c:pt idx="126">
                  <c:v>0.35594558591</c:v>
                </c:pt>
                <c:pt idx="127">
                  <c:v>0.35867931079</c:v>
                </c:pt>
                <c:pt idx="128">
                  <c:v>0.3612254438</c:v>
                </c:pt>
                <c:pt idx="129">
                  <c:v>0.36357584521</c:v>
                </c:pt>
                <c:pt idx="130">
                  <c:v>0.365723001</c:v>
                </c:pt>
                <c:pt idx="131">
                  <c:v>0.36766004695</c:v>
                </c:pt>
                <c:pt idx="132">
                  <c:v>0.36938079051</c:v>
                </c:pt>
                <c:pt idx="133">
                  <c:v>0.37087973064</c:v>
                </c:pt>
                <c:pt idx="134">
                  <c:v>0.37215207537</c:v>
                </c:pt>
                <c:pt idx="135">
                  <c:v>0.37319375715</c:v>
                </c:pt>
                <c:pt idx="136">
                  <c:v>0.37400144582</c:v>
                </c:pt>
                <c:pt idx="137">
                  <c:v>0.37457255928</c:v>
                </c:pt>
                <c:pt idx="138">
                  <c:v>0.37490527175</c:v>
                </c:pt>
                <c:pt idx="139">
                  <c:v>0.37499851956</c:v>
                </c:pt>
                <c:pt idx="140">
                  <c:v>0.37485200463</c:v>
                </c:pt>
                <c:pt idx="141">
                  <c:v>0.37446619534</c:v>
                </c:pt>
                <c:pt idx="142">
                  <c:v>0.37384232509</c:v>
                </c:pt>
                <c:pt idx="143">
                  <c:v>0.37298238832</c:v>
                </c:pt>
                <c:pt idx="144">
                  <c:v>0.37188913418</c:v>
                </c:pt>
                <c:pt idx="145">
                  <c:v>0.37056605767</c:v>
                </c:pt>
                <c:pt idx="146">
                  <c:v>0.36901738855</c:v>
                </c:pt>
                <c:pt idx="147">
                  <c:v>0.36724807776</c:v>
                </c:pt>
                <c:pt idx="148">
                  <c:v>0.3652637816</c:v>
                </c:pt>
                <c:pt idx="149">
                  <c:v>0.36307084367</c:v>
                </c:pt>
                <c:pt idx="150">
                  <c:v>0.36067627458</c:v>
                </c:pt>
                <c:pt idx="151">
                  <c:v>0.35808772951</c:v>
                </c:pt>
                <c:pt idx="152">
                  <c:v>0.3553134838</c:v>
                </c:pt>
                <c:pt idx="153">
                  <c:v>0.35236240642</c:v>
                </c:pt>
                <c:pt idx="154">
                  <c:v>0.34924393168</c:v>
                </c:pt>
                <c:pt idx="155">
                  <c:v>0.34596802902</c:v>
                </c:pt>
                <c:pt idx="156">
                  <c:v>0.34254517118</c:v>
                </c:pt>
                <c:pt idx="157">
                  <c:v>0.3389863007</c:v>
                </c:pt>
                <c:pt idx="158">
                  <c:v>0.33530279491</c:v>
                </c:pt>
                <c:pt idx="159">
                  <c:v>0.33150642963</c:v>
                </c:pt>
                <c:pt idx="160">
                  <c:v>0.32760934145</c:v>
                </c:pt>
                <c:pt idx="161">
                  <c:v>0.32362398897</c:v>
                </c:pt>
                <c:pt idx="162">
                  <c:v>0.31956311297</c:v>
                </c:pt>
                <c:pt idx="163">
                  <c:v>0.31543969566</c:v>
                </c:pt>
                <c:pt idx="164">
                  <c:v>0.31126691918</c:v>
                </c:pt>
                <c:pt idx="165">
                  <c:v>0.3070581235</c:v>
                </c:pt>
                <c:pt idx="166">
                  <c:v>0.3028267637</c:v>
                </c:pt>
                <c:pt idx="167">
                  <c:v>0.29858636702</c:v>
                </c:pt>
                <c:pt idx="168">
                  <c:v>0.29435048959</c:v>
                </c:pt>
                <c:pt idx="169">
                  <c:v>0.29013267307</c:v>
                </c:pt>
                <c:pt idx="170">
                  <c:v>0.28594640141</c:v>
                </c:pt>
                <c:pt idx="171">
                  <c:v>0.28180505769</c:v>
                </c:pt>
                <c:pt idx="172">
                  <c:v>0.27772188138</c:v>
                </c:pt>
                <c:pt idx="173">
                  <c:v>0.27370992599</c:v>
                </c:pt>
                <c:pt idx="174">
                  <c:v>0.26978201732</c:v>
                </c:pt>
                <c:pt idx="175">
                  <c:v>0.26595071252</c:v>
                </c:pt>
                <c:pt idx="176">
                  <c:v>0.26222825988</c:v>
                </c:pt>
                <c:pt idx="177">
                  <c:v>0.2586265597</c:v>
                </c:pt>
                <c:pt idx="178">
                  <c:v>0.25515712627</c:v>
                </c:pt>
                <c:pt idx="179">
                  <c:v>0.25183105101</c:v>
                </c:pt>
                <c:pt idx="180">
                  <c:v>0.24865896706</c:v>
                </c:pt>
                <c:pt idx="181">
                  <c:v>0.24565101524</c:v>
                </c:pt>
                <c:pt idx="182">
                  <c:v>0.24281681167</c:v>
                </c:pt>
                <c:pt idx="183">
                  <c:v>0.24016541703</c:v>
                </c:pt>
                <c:pt idx="184">
                  <c:v>0.23770530756</c:v>
                </c:pt>
                <c:pt idx="185">
                  <c:v>0.23544434797</c:v>
                </c:pt>
                <c:pt idx="186">
                  <c:v>0.23338976634</c:v>
                </c:pt>
                <c:pt idx="187">
                  <c:v>0.23154813094</c:v>
                </c:pt>
                <c:pt idx="188">
                  <c:v>0.22992532932</c:v>
                </c:pt>
                <c:pt idx="189">
                  <c:v>0.22852654939</c:v>
                </c:pt>
                <c:pt idx="190">
                  <c:v>0.22735626292</c:v>
                </c:pt>
                <c:pt idx="191">
                  <c:v>0.22641821119</c:v>
                </c:pt>
                <c:pt idx="192">
                  <c:v>0.22571539307</c:v>
                </c:pt>
                <c:pt idx="193">
                  <c:v>0.2252500554</c:v>
                </c:pt>
                <c:pt idx="194">
                  <c:v>0.2250236858</c:v>
                </c:pt>
                <c:pt idx="195">
                  <c:v>0.22503700797</c:v>
                </c:pt>
                <c:pt idx="196">
                  <c:v>0.22528997931</c:v>
                </c:pt>
                <c:pt idx="197">
                  <c:v>0.2257817911</c:v>
                </c:pt>
                <c:pt idx="198">
                  <c:v>0.22651087107</c:v>
                </c:pt>
                <c:pt idx="199">
                  <c:v>0.22747488842</c:v>
                </c:pt>
                <c:pt idx="200">
                  <c:v>0.22867076128</c:v>
                </c:pt>
                <c:pt idx="201">
                  <c:v>0.23009466657</c:v>
                </c:pt>
                <c:pt idx="202">
                  <c:v>0.2317420522</c:v>
                </c:pt>
                <c:pt idx="203">
                  <c:v>0.23360765165</c:v>
                </c:pt>
                <c:pt idx="204">
                  <c:v>0.23568550079</c:v>
                </c:pt>
                <c:pt idx="205">
                  <c:v>0.23796895693</c:v>
                </c:pt>
                <c:pt idx="206">
                  <c:v>0.2404507201</c:v>
                </c:pt>
                <c:pt idx="207">
                  <c:v>0.24312285635</c:v>
                </c:pt>
                <c:pt idx="208">
                  <c:v>0.24597682313</c:v>
                </c:pt>
                <c:pt idx="209">
                  <c:v>0.2490034966</c:v>
                </c:pt>
                <c:pt idx="210">
                  <c:v>0.25219320077</c:v>
                </c:pt>
                <c:pt idx="211">
                  <c:v>0.25553573849</c:v>
                </c:pt>
                <c:pt idx="212">
                  <c:v>0.25902042399</c:v>
                </c:pt>
                <c:pt idx="213">
                  <c:v>0.2626361171</c:v>
                </c:pt>
                <c:pt idx="214">
                  <c:v>0.26637125879</c:v>
                </c:pt>
                <c:pt idx="215">
                  <c:v>0.2702139082</c:v>
                </c:pt>
                <c:pt idx="216">
                  <c:v>0.27415178076</c:v>
                </c:pt>
                <c:pt idx="217">
                  <c:v>0.27817228749</c:v>
                </c:pt>
                <c:pt idx="218">
                  <c:v>0.28226257522</c:v>
                </c:pt>
                <c:pt idx="219">
                  <c:v>0.28640956773</c:v>
                </c:pt>
                <c:pt idx="220">
                  <c:v>0.29060000748</c:v>
                </c:pt>
                <c:pt idx="221">
                  <c:v>0.29482049807</c:v>
                </c:pt>
                <c:pt idx="222">
                  <c:v>0.29905754701</c:v>
                </c:pt>
                <c:pt idx="223">
                  <c:v>0.30329760887</c:v>
                </c:pt>
                <c:pt idx="224">
                  <c:v>0.30752712861</c:v>
                </c:pt>
                <c:pt idx="225">
                  <c:v>0.31173258488</c:v>
                </c:pt>
                <c:pt idx="226">
                  <c:v>0.31590053324</c:v>
                </c:pt>
                <c:pt idx="227">
                  <c:v>0.3200176492</c:v>
                </c:pt>
                <c:pt idx="228">
                  <c:v>0.32407077074</c:v>
                </c:pt>
                <c:pt idx="229">
                  <c:v>0.32804694043</c:v>
                </c:pt>
                <c:pt idx="230">
                  <c:v>0.33193344687</c:v>
                </c:pt>
                <c:pt idx="231">
                  <c:v>0.33571786528</c:v>
                </c:pt>
                <c:pt idx="232">
                  <c:v>0.33938809725</c:v>
                </c:pt>
                <c:pt idx="233">
                  <c:v>0.34293240942</c:v>
                </c:pt>
                <c:pt idx="234">
                  <c:v>0.34633947098</c:v>
                </c:pt>
                <c:pt idx="235">
                  <c:v>0.3495983899</c:v>
                </c:pt>
                <c:pt idx="236">
                  <c:v>0.35269874773</c:v>
                </c:pt>
                <c:pt idx="237">
                  <c:v>0.35563063296</c:v>
                </c:pt>
                <c:pt idx="238">
                  <c:v>0.35838467262</c:v>
                </c:pt>
                <c:pt idx="239">
                  <c:v>0.36095206233</c:v>
                </c:pt>
                <c:pt idx="240">
                  <c:v>0.36332459441</c:v>
                </c:pt>
                <c:pt idx="241">
                  <c:v>0.36549468411</c:v>
                </c:pt>
                <c:pt idx="242">
                  <c:v>0.36745539387</c:v>
                </c:pt>
                <c:pt idx="243">
                  <c:v>0.36920045549</c:v>
                </c:pt>
                <c:pt idx="244">
                  <c:v>0.37072429019</c:v>
                </c:pt>
                <c:pt idx="245">
                  <c:v>0.37202202643</c:v>
                </c:pt>
                <c:pt idx="246">
                  <c:v>0.37308951546</c:v>
                </c:pt>
                <c:pt idx="247">
                  <c:v>0.37392334464</c:v>
                </c:pt>
                <c:pt idx="248">
                  <c:v>0.37452084829</c:v>
                </c:pt>
                <c:pt idx="249">
                  <c:v>0.37488011626</c:v>
                </c:pt>
                <c:pt idx="250">
                  <c:v>0.375</c:v>
                </c:pt>
                <c:pt idx="251">
                  <c:v>0.37488011626</c:v>
                </c:pt>
                <c:pt idx="252">
                  <c:v>0.37452084829</c:v>
                </c:pt>
                <c:pt idx="253">
                  <c:v>0.37392334464</c:v>
                </c:pt>
                <c:pt idx="254">
                  <c:v>0.37308951546</c:v>
                </c:pt>
                <c:pt idx="255">
                  <c:v>0.37202202643</c:v>
                </c:pt>
                <c:pt idx="256">
                  <c:v>0.37072429019</c:v>
                </c:pt>
                <c:pt idx="257">
                  <c:v>0.36920045549</c:v>
                </c:pt>
                <c:pt idx="258">
                  <c:v>0.36745539387</c:v>
                </c:pt>
                <c:pt idx="259">
                  <c:v>0.36549468411</c:v>
                </c:pt>
                <c:pt idx="260">
                  <c:v>0.36332459441</c:v>
                </c:pt>
                <c:pt idx="261">
                  <c:v>0.36095206233</c:v>
                </c:pt>
                <c:pt idx="262">
                  <c:v>0.35838467262</c:v>
                </c:pt>
                <c:pt idx="263">
                  <c:v>0.35563063296</c:v>
                </c:pt>
                <c:pt idx="264">
                  <c:v>0.35269874773</c:v>
                </c:pt>
                <c:pt idx="265">
                  <c:v>0.3495983899</c:v>
                </c:pt>
                <c:pt idx="266">
                  <c:v>0.34633947098</c:v>
                </c:pt>
                <c:pt idx="267">
                  <c:v>0.34293240942</c:v>
                </c:pt>
                <c:pt idx="268">
                  <c:v>0.33938809725</c:v>
                </c:pt>
                <c:pt idx="269">
                  <c:v>0.33571786528</c:v>
                </c:pt>
                <c:pt idx="270">
                  <c:v>0.33193344687</c:v>
                </c:pt>
                <c:pt idx="271">
                  <c:v>0.32804694043</c:v>
                </c:pt>
                <c:pt idx="272">
                  <c:v>0.32407077074</c:v>
                </c:pt>
                <c:pt idx="273">
                  <c:v>0.3200176492</c:v>
                </c:pt>
                <c:pt idx="274">
                  <c:v>0.31590053324</c:v>
                </c:pt>
                <c:pt idx="275">
                  <c:v>0.31173258488</c:v>
                </c:pt>
                <c:pt idx="276">
                  <c:v>0.30752712861</c:v>
                </c:pt>
                <c:pt idx="277">
                  <c:v>0.30329760887</c:v>
                </c:pt>
                <c:pt idx="278">
                  <c:v>0.29905754701</c:v>
                </c:pt>
                <c:pt idx="279">
                  <c:v>0.29482049807</c:v>
                </c:pt>
                <c:pt idx="280">
                  <c:v>0.29060000748</c:v>
                </c:pt>
                <c:pt idx="281">
                  <c:v>0.28640956773</c:v>
                </c:pt>
                <c:pt idx="282">
                  <c:v>0.28226257522</c:v>
                </c:pt>
                <c:pt idx="283">
                  <c:v>0.27817228749</c:v>
                </c:pt>
                <c:pt idx="284">
                  <c:v>0.27415178076</c:v>
                </c:pt>
                <c:pt idx="285">
                  <c:v>0.2702139082</c:v>
                </c:pt>
                <c:pt idx="286">
                  <c:v>0.26637125879</c:v>
                </c:pt>
                <c:pt idx="287">
                  <c:v>0.2626361171</c:v>
                </c:pt>
                <c:pt idx="288">
                  <c:v>0.25902042399</c:v>
                </c:pt>
                <c:pt idx="289">
                  <c:v>0.25553573849</c:v>
                </c:pt>
                <c:pt idx="290">
                  <c:v>0.25219320077</c:v>
                </c:pt>
                <c:pt idx="291">
                  <c:v>0.2490034966</c:v>
                </c:pt>
                <c:pt idx="292">
                  <c:v>0.24597682313</c:v>
                </c:pt>
                <c:pt idx="293">
                  <c:v>0.24312285635</c:v>
                </c:pt>
                <c:pt idx="294">
                  <c:v>0.2404507201</c:v>
                </c:pt>
                <c:pt idx="295">
                  <c:v>0.23796895693</c:v>
                </c:pt>
                <c:pt idx="296">
                  <c:v>0.23568550079</c:v>
                </c:pt>
                <c:pt idx="297">
                  <c:v>0.23360765165</c:v>
                </c:pt>
                <c:pt idx="298">
                  <c:v>0.2317420522</c:v>
                </c:pt>
                <c:pt idx="299">
                  <c:v>0.23009466657</c:v>
                </c:pt>
                <c:pt idx="300">
                  <c:v>0.22867076128</c:v>
                </c:pt>
                <c:pt idx="301">
                  <c:v>0.22747488842</c:v>
                </c:pt>
                <c:pt idx="302">
                  <c:v>0.22651087107</c:v>
                </c:pt>
                <c:pt idx="303">
                  <c:v>0.2257817911</c:v>
                </c:pt>
                <c:pt idx="304">
                  <c:v>0.22528997931</c:v>
                </c:pt>
                <c:pt idx="305">
                  <c:v>0.22503700797</c:v>
                </c:pt>
                <c:pt idx="306">
                  <c:v>0.2250236858</c:v>
                </c:pt>
                <c:pt idx="307">
                  <c:v>0.2252500554</c:v>
                </c:pt>
                <c:pt idx="308">
                  <c:v>0.22571539307</c:v>
                </c:pt>
                <c:pt idx="309">
                  <c:v>0.22641821119</c:v>
                </c:pt>
                <c:pt idx="310">
                  <c:v>0.22735626292</c:v>
                </c:pt>
                <c:pt idx="311">
                  <c:v>0.22852654939</c:v>
                </c:pt>
                <c:pt idx="312">
                  <c:v>0.22992532932</c:v>
                </c:pt>
                <c:pt idx="313">
                  <c:v>0.23154813094</c:v>
                </c:pt>
                <c:pt idx="314">
                  <c:v>0.23338976634</c:v>
                </c:pt>
                <c:pt idx="315">
                  <c:v>0.23544434797</c:v>
                </c:pt>
                <c:pt idx="316">
                  <c:v>0.23770530756</c:v>
                </c:pt>
                <c:pt idx="317">
                  <c:v>0.24016541703</c:v>
                </c:pt>
                <c:pt idx="318">
                  <c:v>0.24281681167</c:v>
                </c:pt>
                <c:pt idx="319">
                  <c:v>0.24565101524</c:v>
                </c:pt>
                <c:pt idx="320">
                  <c:v>0.24865896706</c:v>
                </c:pt>
                <c:pt idx="321">
                  <c:v>0.25183105101</c:v>
                </c:pt>
                <c:pt idx="322">
                  <c:v>0.25515712627</c:v>
                </c:pt>
                <c:pt idx="323">
                  <c:v>0.2586265597</c:v>
                </c:pt>
                <c:pt idx="324">
                  <c:v>0.26222825988</c:v>
                </c:pt>
                <c:pt idx="325">
                  <c:v>0.26595071252</c:v>
                </c:pt>
                <c:pt idx="326">
                  <c:v>0.26978201732</c:v>
                </c:pt>
                <c:pt idx="327">
                  <c:v>0.27370992599</c:v>
                </c:pt>
                <c:pt idx="328">
                  <c:v>0.27772188138</c:v>
                </c:pt>
                <c:pt idx="329">
                  <c:v>0.28180505769</c:v>
                </c:pt>
                <c:pt idx="330">
                  <c:v>0.28594640141</c:v>
                </c:pt>
                <c:pt idx="331">
                  <c:v>0.29013267307</c:v>
                </c:pt>
                <c:pt idx="332">
                  <c:v>0.29435048959</c:v>
                </c:pt>
                <c:pt idx="333">
                  <c:v>0.29858636702</c:v>
                </c:pt>
                <c:pt idx="334">
                  <c:v>0.3028267637</c:v>
                </c:pt>
                <c:pt idx="335">
                  <c:v>0.3070581235</c:v>
                </c:pt>
                <c:pt idx="336">
                  <c:v>0.31126691918</c:v>
                </c:pt>
                <c:pt idx="337">
                  <c:v>0.31543969566</c:v>
                </c:pt>
                <c:pt idx="338">
                  <c:v>0.31956311297</c:v>
                </c:pt>
                <c:pt idx="339">
                  <c:v>0.32362398897</c:v>
                </c:pt>
                <c:pt idx="340">
                  <c:v>0.32760934145</c:v>
                </c:pt>
                <c:pt idx="341">
                  <c:v>0.33150642963</c:v>
                </c:pt>
                <c:pt idx="342">
                  <c:v>0.33530279491</c:v>
                </c:pt>
                <c:pt idx="343">
                  <c:v>0.3389863007</c:v>
                </c:pt>
                <c:pt idx="344">
                  <c:v>0.34254517118</c:v>
                </c:pt>
                <c:pt idx="345">
                  <c:v>0.34596802902</c:v>
                </c:pt>
                <c:pt idx="346">
                  <c:v>0.34924393168</c:v>
                </c:pt>
                <c:pt idx="347">
                  <c:v>0.35236240642</c:v>
                </c:pt>
                <c:pt idx="348">
                  <c:v>0.3553134838</c:v>
                </c:pt>
                <c:pt idx="349">
                  <c:v>0.35808772951</c:v>
                </c:pt>
                <c:pt idx="350">
                  <c:v>0.36067627458</c:v>
                </c:pt>
                <c:pt idx="351">
                  <c:v>0.36307084367</c:v>
                </c:pt>
                <c:pt idx="352">
                  <c:v>0.3652637816</c:v>
                </c:pt>
                <c:pt idx="353">
                  <c:v>0.36724807776</c:v>
                </c:pt>
                <c:pt idx="354">
                  <c:v>0.36901738855</c:v>
                </c:pt>
                <c:pt idx="355">
                  <c:v>0.37056605767</c:v>
                </c:pt>
                <c:pt idx="356">
                  <c:v>0.37188913418</c:v>
                </c:pt>
                <c:pt idx="357">
                  <c:v>0.37298238832</c:v>
                </c:pt>
                <c:pt idx="358">
                  <c:v>0.37384232509</c:v>
                </c:pt>
                <c:pt idx="359">
                  <c:v>0.37446619534</c:v>
                </c:pt>
                <c:pt idx="360">
                  <c:v>0.37485200463</c:v>
                </c:pt>
                <c:pt idx="361">
                  <c:v>0.37499851956</c:v>
                </c:pt>
                <c:pt idx="362">
                  <c:v>0.37490527175</c:v>
                </c:pt>
                <c:pt idx="363">
                  <c:v>0.37457255928</c:v>
                </c:pt>
                <c:pt idx="364">
                  <c:v>0.37400144582</c:v>
                </c:pt>
                <c:pt idx="365">
                  <c:v>0.37319375715</c:v>
                </c:pt>
                <c:pt idx="366">
                  <c:v>0.37215207537</c:v>
                </c:pt>
                <c:pt idx="367">
                  <c:v>0.37087973064</c:v>
                </c:pt>
                <c:pt idx="368">
                  <c:v>0.36938079051</c:v>
                </c:pt>
                <c:pt idx="369">
                  <c:v>0.36766004695</c:v>
                </c:pt>
                <c:pt idx="370">
                  <c:v>0.365723001</c:v>
                </c:pt>
                <c:pt idx="371">
                  <c:v>0.36357584521</c:v>
                </c:pt>
                <c:pt idx="372">
                  <c:v>0.3612254438</c:v>
                </c:pt>
                <c:pt idx="373">
                  <c:v>0.35867931079</c:v>
                </c:pt>
                <c:pt idx="374">
                  <c:v>0.35594558591</c:v>
                </c:pt>
                <c:pt idx="375">
                  <c:v>0.35303300859</c:v>
                </c:pt>
                <c:pt idx="376">
                  <c:v>0.34995089006</c:v>
                </c:pt>
                <c:pt idx="377">
                  <c:v>0.34670908354</c:v>
                </c:pt>
                <c:pt idx="378">
                  <c:v>0.34331795276</c:v>
                </c:pt>
                <c:pt idx="379">
                  <c:v>0.33978833882</c:v>
                </c:pt>
                <c:pt idx="380">
                  <c:v>0.33613152556</c:v>
                </c:pt>
                <c:pt idx="381">
                  <c:v>0.33235920343</c:v>
                </c:pt>
                <c:pt idx="382">
                  <c:v>0.32848343216</c:v>
                </c:pt>
                <c:pt idx="383">
                  <c:v>0.32451660222</c:v>
                </c:pt>
                <c:pt idx="384">
                  <c:v>0.32047139516</c:v>
                </c:pt>
                <c:pt idx="385">
                  <c:v>0.3163607431</c:v>
                </c:pt>
                <c:pt idx="386">
                  <c:v>0.31219778739</c:v>
                </c:pt>
                <c:pt idx="387">
                  <c:v>0.30799583657</c:v>
                </c:pt>
                <c:pt idx="388">
                  <c:v>0.30376832386</c:v>
                </c:pt>
                <c:pt idx="389">
                  <c:v>0.2995287642</c:v>
                </c:pt>
                <c:pt idx="390">
                  <c:v>0.29529071104</c:v>
                </c:pt>
                <c:pt idx="391">
                  <c:v>0.29106771299</c:v>
                </c:pt>
                <c:pt idx="392">
                  <c:v>0.28687327058</c:v>
                </c:pt>
                <c:pt idx="393">
                  <c:v>0.282720793</c:v>
                </c:pt>
                <c:pt idx="394">
                  <c:v>0.27862355531</c:v>
                </c:pt>
                <c:pt idx="395">
                  <c:v>0.27459465598</c:v>
                </c:pt>
                <c:pt idx="396">
                  <c:v>0.27064697499</c:v>
                </c:pt>
                <c:pt idx="397">
                  <c:v>0.26679313267</c:v>
                </c:pt>
                <c:pt idx="398">
                  <c:v>0.26304544938</c:v>
                </c:pt>
                <c:pt idx="399">
                  <c:v>0.25941590609</c:v>
                </c:pt>
                <c:pt idx="400">
                  <c:v>0.25591610608</c:v>
                </c:pt>
                <c:pt idx="401">
                  <c:v>0.25255723786</c:v>
                </c:pt>
                <c:pt idx="402">
                  <c:v>0.24935003939</c:v>
                </c:pt>
                <c:pt idx="403">
                  <c:v>0.24630476377</c:v>
                </c:pt>
                <c:pt idx="404">
                  <c:v>0.24343114644</c:v>
                </c:pt>
                <c:pt idx="405">
                  <c:v>0.24073837407</c:v>
                </c:pt>
                <c:pt idx="406">
                  <c:v>0.23823505518</c:v>
                </c:pt>
                <c:pt idx="407">
                  <c:v>0.23592919262</c:v>
                </c:pt>
                <c:pt idx="408">
                  <c:v>0.23382815802</c:v>
                </c:pt>
                <c:pt idx="409">
                  <c:v>0.23193866816</c:v>
                </c:pt>
                <c:pt idx="410">
                  <c:v>0.23026676356</c:v>
                </c:pt>
                <c:pt idx="411">
                  <c:v>0.22881778913</c:v>
                </c:pt>
                <c:pt idx="412">
                  <c:v>0.22759637709</c:v>
                </c:pt>
                <c:pt idx="413">
                  <c:v>0.22660643218</c:v>
                </c:pt>
                <c:pt idx="414">
                  <c:v>0.22585111914</c:v>
                </c:pt>
                <c:pt idx="415">
                  <c:v>0.22533285265</c:v>
                </c:pt>
                <c:pt idx="416">
                  <c:v>0.22505328955</c:v>
                </c:pt>
                <c:pt idx="417">
                  <c:v>0.22501332357</c:v>
                </c:pt>
                <c:pt idx="418">
                  <c:v>0.22521308248</c:v>
                </c:pt>
                <c:pt idx="419">
                  <c:v>0.22565192767</c:v>
                </c:pt>
                <c:pt idx="420">
                  <c:v>0.2263284562</c:v>
                </c:pt>
                <c:pt idx="421">
                  <c:v>0.22724050526</c:v>
                </c:pt>
                <c:pt idx="422">
                  <c:v>0.22838515914</c:v>
                </c:pt>
                <c:pt idx="423">
                  <c:v>0.22975875849</c:v>
                </c:pt>
                <c:pt idx="424">
                  <c:v>0.23135691205</c:v>
                </c:pt>
                <c:pt idx="425">
                  <c:v>0.23317451069</c:v>
                </c:pt>
                <c:pt idx="426">
                  <c:v>0.23520574371</c:v>
                </c:pt>
                <c:pt idx="427">
                  <c:v>0.23744411748</c:v>
                </c:pt>
                <c:pt idx="428">
                  <c:v>0.23988247613</c:v>
                </c:pt>
                <c:pt idx="429">
                  <c:v>0.24251302449</c:v>
                </c:pt>
                <c:pt idx="430">
                  <c:v>0.24532735294</c:v>
                </c:pt>
                <c:pt idx="431">
                  <c:v>0.24831646437</c:v>
                </c:pt>
                <c:pt idx="432">
                  <c:v>0.25147080288</c:v>
                </c:pt>
                <c:pt idx="433">
                  <c:v>0.25478028437</c:v>
                </c:pt>
                <c:pt idx="434">
                  <c:v>0.25823432876</c:v>
                </c:pt>
                <c:pt idx="435">
                  <c:v>0.26182189382</c:v>
                </c:pt>
                <c:pt idx="436">
                  <c:v>0.26553151045</c:v>
                </c:pt>
                <c:pt idx="437">
                  <c:v>0.26935131939</c:v>
                </c:pt>
                <c:pt idx="438">
                  <c:v>0.2732691091</c:v>
                </c:pt>
                <c:pt idx="439">
                  <c:v>0.27727235478</c:v>
                </c:pt>
                <c:pt idx="440">
                  <c:v>0.28134825846</c:v>
                </c:pt>
                <c:pt idx="441">
                  <c:v>0.2854837899</c:v>
                </c:pt>
                <c:pt idx="442">
                  <c:v>0.2896657282</c:v>
                </c:pt>
                <c:pt idx="443">
                  <c:v>0.29388070413</c:v>
                </c:pt>
                <c:pt idx="444">
                  <c:v>0.29811524284</c:v>
                </c:pt>
                <c:pt idx="445">
                  <c:v>0.30235580693</c:v>
                </c:pt>
                <c:pt idx="446">
                  <c:v>0.30658883974</c:v>
                </c:pt>
                <c:pt idx="447">
                  <c:v>0.31080080869</c:v>
                </c:pt>
                <c:pt idx="448">
                  <c:v>0.31497824854</c:v>
                </c:pt>
                <c:pt idx="449">
                  <c:v>0.31910780443</c:v>
                </c:pt>
                <c:pt idx="450">
                  <c:v>0.32317627458</c:v>
                </c:pt>
                <c:pt idx="451">
                  <c:v>0.3271706525</c:v>
                </c:pt>
                <c:pt idx="452">
                  <c:v>0.33107816857</c:v>
                </c:pt>
                <c:pt idx="453">
                  <c:v>0.33488633086</c:v>
                </c:pt>
                <c:pt idx="454">
                  <c:v>0.33858296503</c:v>
                </c:pt>
                <c:pt idx="455">
                  <c:v>0.34215625334</c:v>
                </c:pt>
                <c:pt idx="456">
                  <c:v>0.34559477233</c:v>
                </c:pt>
                <c:pt idx="457">
                  <c:v>0.3488875294</c:v>
                </c:pt>
                <c:pt idx="458">
                  <c:v>0.35202399794</c:v>
                </c:pt>
                <c:pt idx="459">
                  <c:v>0.35499415097</c:v>
                </c:pt>
                <c:pt idx="460">
                  <c:v>0.35778849321</c:v>
                </c:pt>
                <c:pt idx="461">
                  <c:v>0.36039809143</c:v>
                </c:pt>
                <c:pt idx="462">
                  <c:v>0.362814603</c:v>
                </c:pt>
                <c:pt idx="463">
                  <c:v>0.36503030259</c:v>
                </c:pt>
                <c:pt idx="464">
                  <c:v>0.36703810681</c:v>
                </c:pt>
                <c:pt idx="465">
                  <c:v>0.36883159693</c:v>
                </c:pt>
                <c:pt idx="466">
                  <c:v>0.37040503932</c:v>
                </c:pt>
                <c:pt idx="467">
                  <c:v>0.37175340387</c:v>
                </c:pt>
                <c:pt idx="468">
                  <c:v>0.37287237997</c:v>
                </c:pt>
                <c:pt idx="469">
                  <c:v>0.37375839037</c:v>
                </c:pt>
                <c:pt idx="470">
                  <c:v>0.3744086026</c:v>
                </c:pt>
                <c:pt idx="471">
                  <c:v>0.37482093798</c:v>
                </c:pt>
                <c:pt idx="472">
                  <c:v>0.37499407832</c:v>
                </c:pt>
                <c:pt idx="473">
                  <c:v>0.3749274701</c:v>
                </c:pt>
                <c:pt idx="474">
                  <c:v>0.37462132627</c:v>
                </c:pt>
                <c:pt idx="475">
                  <c:v>0.37407662554</c:v>
                </c:pt>
                <c:pt idx="476">
                  <c:v>0.37329510927</c:v>
                </c:pt>
                <c:pt idx="477">
                  <c:v>0.37227927587</c:v>
                </c:pt>
                <c:pt idx="478">
                  <c:v>0.37103237287</c:v>
                </c:pt>
                <c:pt idx="479">
                  <c:v>0.3695583865</c:v>
                </c:pt>
                <c:pt idx="480">
                  <c:v>0.36786202893</c:v>
                </c:pt>
                <c:pt idx="481">
                  <c:v>0.37032372326</c:v>
                </c:pt>
                <c:pt idx="482">
                  <c:v>0.37257458613</c:v>
                </c:pt>
                <c:pt idx="483">
                  <c:v>0.3746214082</c:v>
                </c:pt>
                <c:pt idx="484">
                  <c:v>0.37647163241</c:v>
                </c:pt>
                <c:pt idx="485">
                  <c:v>0.37813333022</c:v>
                </c:pt>
                <c:pt idx="486">
                  <c:v>0.37961517579</c:v>
                </c:pt>
                <c:pt idx="487">
                  <c:v>0.38092641824</c:v>
                </c:pt>
                <c:pt idx="488">
                  <c:v>0.3820768521</c:v>
                </c:pt>
                <c:pt idx="489">
                  <c:v>0.38307678598</c:v>
                </c:pt>
                <c:pt idx="490">
                  <c:v>0.38393700962</c:v>
                </c:pt>
                <c:pt idx="491">
                  <c:v>0.38466875943</c:v>
                </c:pt>
                <c:pt idx="492">
                  <c:v>0.3852836825</c:v>
                </c:pt>
                <c:pt idx="493">
                  <c:v>0.38579379942</c:v>
                </c:pt>
                <c:pt idx="494">
                  <c:v>0.38621146584</c:v>
                </c:pt>
                <c:pt idx="495">
                  <c:v>0.38654933295</c:v>
                </c:pt>
                <c:pt idx="496">
                  <c:v>0.38682030707</c:v>
                </c:pt>
                <c:pt idx="497">
                  <c:v>0.38703750835</c:v>
                </c:pt>
                <c:pt idx="498">
                  <c:v>0.38721422887</c:v>
                </c:pt>
                <c:pt idx="499">
                  <c:v>0.38736389009</c:v>
                </c:pt>
                <c:pt idx="500">
                  <c:v>0.3875</c:v>
                </c:pt>
                <c:pt idx="501">
                  <c:v>0.38763610991</c:v>
                </c:pt>
                <c:pt idx="502">
                  <c:v>0.38778577113</c:v>
                </c:pt>
                <c:pt idx="503">
                  <c:v>0.38796249165</c:v>
                </c:pt>
                <c:pt idx="504">
                  <c:v>0.38817969293</c:v>
                </c:pt>
                <c:pt idx="505">
                  <c:v>0.38845066705</c:v>
                </c:pt>
                <c:pt idx="506">
                  <c:v>0.38878853416</c:v>
                </c:pt>
                <c:pt idx="507">
                  <c:v>0.38920620058</c:v>
                </c:pt>
                <c:pt idx="508">
                  <c:v>0.3897163175</c:v>
                </c:pt>
                <c:pt idx="509">
                  <c:v>0.39033124057</c:v>
                </c:pt>
                <c:pt idx="510">
                  <c:v>0.39106299038</c:v>
                </c:pt>
                <c:pt idx="511">
                  <c:v>0.39192321402</c:v>
                </c:pt>
                <c:pt idx="512">
                  <c:v>0.3929231479</c:v>
                </c:pt>
                <c:pt idx="513">
                  <c:v>0.39407358176</c:v>
                </c:pt>
                <c:pt idx="514">
                  <c:v>0.39538482421</c:v>
                </c:pt>
                <c:pt idx="515">
                  <c:v>0.39686666978</c:v>
                </c:pt>
                <c:pt idx="516">
                  <c:v>0.39852836759</c:v>
                </c:pt>
                <c:pt idx="517">
                  <c:v>0.4003785918</c:v>
                </c:pt>
                <c:pt idx="518">
                  <c:v>0.40242541387</c:v>
                </c:pt>
                <c:pt idx="519">
                  <c:v>0.40467627674</c:v>
                </c:pt>
                <c:pt idx="520">
                  <c:v>0.40713797107</c:v>
                </c:pt>
                <c:pt idx="521">
                  <c:v>0.4098166135</c:v>
                </c:pt>
                <c:pt idx="522">
                  <c:v>0.41271762713</c:v>
                </c:pt>
                <c:pt idx="523">
                  <c:v>0.41584572413</c:v>
                </c:pt>
                <c:pt idx="524">
                  <c:v>0.41920489073</c:v>
                </c:pt>
                <c:pt idx="525">
                  <c:v>0.42279837446</c:v>
                </c:pt>
                <c:pt idx="526">
                  <c:v>0.42662867373</c:v>
                </c:pt>
                <c:pt idx="527">
                  <c:v>0.4306975299</c:v>
                </c:pt>
                <c:pt idx="528">
                  <c:v>0.43500592168</c:v>
                </c:pt>
                <c:pt idx="529">
                  <c:v>0.43955406202</c:v>
                </c:pt>
                <c:pt idx="530">
                  <c:v>0.4443413974</c:v>
                </c:pt>
                <c:pt idx="531">
                  <c:v>0.44936660963</c:v>
                </c:pt>
                <c:pt idx="532">
                  <c:v>0.45462762003</c:v>
                </c:pt>
                <c:pt idx="533">
                  <c:v>0.46012159613</c:v>
                </c:pt>
                <c:pt idx="534">
                  <c:v>0.46584496068</c:v>
                </c:pt>
                <c:pt idx="535">
                  <c:v>0.47179340307</c:v>
                </c:pt>
                <c:pt idx="536">
                  <c:v>0.47796189319</c:v>
                </c:pt>
                <c:pt idx="537">
                  <c:v>0.48434469741</c:v>
                </c:pt>
                <c:pt idx="538">
                  <c:v>0.490935397</c:v>
                </c:pt>
                <c:pt idx="539">
                  <c:v>0.49772690857</c:v>
                </c:pt>
                <c:pt idx="540">
                  <c:v>0.50471150679</c:v>
                </c:pt>
                <c:pt idx="541">
                  <c:v>0.51188084903</c:v>
                </c:pt>
                <c:pt idx="542">
                  <c:v>0.51922600206</c:v>
                </c:pt>
                <c:pt idx="543">
                  <c:v>0.5267374706</c:v>
                </c:pt>
                <c:pt idx="544">
                  <c:v>0.53440522767</c:v>
                </c:pt>
                <c:pt idx="545">
                  <c:v>0.54221874666</c:v>
                </c:pt>
                <c:pt idx="546">
                  <c:v>0.55016703497</c:v>
                </c:pt>
                <c:pt idx="547">
                  <c:v>0.55823866914</c:v>
                </c:pt>
                <c:pt idx="548">
                  <c:v>0.56642183143</c:v>
                </c:pt>
                <c:pt idx="549">
                  <c:v>0.5747043475</c:v>
                </c:pt>
                <c:pt idx="550">
                  <c:v>0.58307372542</c:v>
                </c:pt>
                <c:pt idx="551">
                  <c:v>0.59151719557</c:v>
                </c:pt>
                <c:pt idx="552">
                  <c:v>0.60002175146</c:v>
                </c:pt>
                <c:pt idx="553">
                  <c:v>0.60857419131</c:v>
                </c:pt>
                <c:pt idx="554">
                  <c:v>0.61716116026</c:v>
                </c:pt>
                <c:pt idx="555">
                  <c:v>0.62576919307</c:v>
                </c:pt>
                <c:pt idx="556">
                  <c:v>0.63438475716</c:v>
                </c:pt>
                <c:pt idx="557">
                  <c:v>0.64299429587</c:v>
                </c:pt>
                <c:pt idx="558">
                  <c:v>0.6515842718</c:v>
                </c:pt>
                <c:pt idx="559">
                  <c:v>0.6601412101</c:v>
                </c:pt>
                <c:pt idx="560">
                  <c:v>0.66865174154</c:v>
                </c:pt>
                <c:pt idx="561">
                  <c:v>0.67710264522</c:v>
                </c:pt>
                <c:pt idx="562">
                  <c:v>0.6854808909</c:v>
                </c:pt>
                <c:pt idx="563">
                  <c:v>0.69377368061</c:v>
                </c:pt>
                <c:pt idx="564">
                  <c:v>0.70196848955</c:v>
                </c:pt>
                <c:pt idx="565">
                  <c:v>0.71005310618</c:v>
                </c:pt>
                <c:pt idx="566">
                  <c:v>0.71801567124</c:v>
                </c:pt>
                <c:pt idx="567">
                  <c:v>0.72584471563</c:v>
                </c:pt>
                <c:pt idx="568">
                  <c:v>0.73352919712</c:v>
                </c:pt>
                <c:pt idx="569">
                  <c:v>0.74105853563</c:v>
                </c:pt>
                <c:pt idx="570">
                  <c:v>0.74842264706</c:v>
                </c:pt>
                <c:pt idx="571">
                  <c:v>0.75561197551</c:v>
                </c:pt>
                <c:pt idx="572">
                  <c:v>0.76261752387</c:v>
                </c:pt>
                <c:pt idx="573">
                  <c:v>0.76943088252</c:v>
                </c:pt>
                <c:pt idx="574">
                  <c:v>0.77604425629</c:v>
                </c:pt>
                <c:pt idx="575">
                  <c:v>0.78245048931</c:v>
                </c:pt>
                <c:pt idx="576">
                  <c:v>0.78864308795</c:v>
                </c:pt>
                <c:pt idx="577">
                  <c:v>0.79461624151</c:v>
                </c:pt>
                <c:pt idx="578">
                  <c:v>0.80036484086</c:v>
                </c:pt>
                <c:pt idx="579">
                  <c:v>0.80588449474</c:v>
                </c:pt>
                <c:pt idx="580">
                  <c:v>0.8111715438</c:v>
                </c:pt>
                <c:pt idx="581">
                  <c:v>0.81622307233</c:v>
                </c:pt>
                <c:pt idx="582">
                  <c:v>0.82103691752</c:v>
                </c:pt>
                <c:pt idx="583">
                  <c:v>0.82561167643</c:v>
                </c:pt>
                <c:pt idx="584">
                  <c:v>0.82994671045</c:v>
                </c:pt>
                <c:pt idx="585">
                  <c:v>0.83404214735</c:v>
                </c:pt>
                <c:pt idx="586">
                  <c:v>0.83789888086</c:v>
                </c:pt>
                <c:pt idx="587">
                  <c:v>0.84151856782</c:v>
                </c:pt>
                <c:pt idx="588">
                  <c:v>0.84490362291</c:v>
                </c:pt>
                <c:pt idx="589">
                  <c:v>0.84805721087</c:v>
                </c:pt>
                <c:pt idx="590">
                  <c:v>0.85098323644</c:v>
                </c:pt>
                <c:pt idx="591">
                  <c:v>0.85368633184</c:v>
                </c:pt>
                <c:pt idx="592">
                  <c:v>0.85617184198</c:v>
                </c:pt>
                <c:pt idx="593">
                  <c:v>0.85844580738</c:v>
                </c:pt>
                <c:pt idx="594">
                  <c:v>0.86051494482</c:v>
                </c:pt>
                <c:pt idx="595">
                  <c:v>0.86238662593</c:v>
                </c:pt>
                <c:pt idx="596">
                  <c:v>0.86406885356</c:v>
                </c:pt>
                <c:pt idx="597">
                  <c:v>0.86557023623</c:v>
                </c:pt>
                <c:pt idx="598">
                  <c:v>0.86689996061</c:v>
                </c:pt>
                <c:pt idx="599">
                  <c:v>0.86806776214</c:v>
                </c:pt>
                <c:pt idx="600">
                  <c:v>0.86908389392</c:v>
                </c:pt>
                <c:pt idx="601">
                  <c:v>0.86995909391</c:v>
                </c:pt>
                <c:pt idx="602">
                  <c:v>0.87070455062</c:v>
                </c:pt>
                <c:pt idx="603">
                  <c:v>0.87133186733</c:v>
                </c:pt>
                <c:pt idx="604">
                  <c:v>0.87185302501</c:v>
                </c:pt>
                <c:pt idx="605">
                  <c:v>0.87228034402</c:v>
                </c:pt>
                <c:pt idx="606">
                  <c:v>0.87262644469</c:v>
                </c:pt>
                <c:pt idx="607">
                  <c:v>0.872904207</c:v>
                </c:pt>
                <c:pt idx="608">
                  <c:v>0.87312672942</c:v>
                </c:pt>
                <c:pt idx="609">
                  <c:v>0.87330728701</c:v>
                </c:pt>
                <c:pt idx="610">
                  <c:v>0.87345928896</c:v>
                </c:pt>
                <c:pt idx="611">
                  <c:v>0.8735962358</c:v>
                </c:pt>
                <c:pt idx="612">
                  <c:v>0.87373167614</c:v>
                </c:pt>
                <c:pt idx="613">
                  <c:v>0.87387916343</c:v>
                </c:pt>
                <c:pt idx="614">
                  <c:v>0.87405221261</c:v>
                </c:pt>
                <c:pt idx="615">
                  <c:v>0.8742642569</c:v>
                </c:pt>
                <c:pt idx="616">
                  <c:v>0.87452860484</c:v>
                </c:pt>
                <c:pt idx="617">
                  <c:v>0.87485839778</c:v>
                </c:pt>
                <c:pt idx="618">
                  <c:v>0.87526656784</c:v>
                </c:pt>
                <c:pt idx="619">
                  <c:v>0.87576579657</c:v>
                </c:pt>
                <c:pt idx="620">
                  <c:v>0.87636847444</c:v>
                </c:pt>
                <c:pt idx="621">
                  <c:v>0.87708666118</c:v>
                </c:pt>
                <c:pt idx="622">
                  <c:v>0.87793204724</c:v>
                </c:pt>
                <c:pt idx="623">
                  <c:v>0.87891591646</c:v>
                </c:pt>
                <c:pt idx="624">
                  <c:v>0.88004910994</c:v>
                </c:pt>
                <c:pt idx="625">
                  <c:v>0.88134199141</c:v>
                </c:pt>
                <c:pt idx="626">
                  <c:v>0.88280441409</c:v>
                </c:pt>
                <c:pt idx="627">
                  <c:v>0.88444568921</c:v>
                </c:pt>
                <c:pt idx="628">
                  <c:v>0.8862745562</c:v>
                </c:pt>
                <c:pt idx="629">
                  <c:v>0.88829915479</c:v>
                </c:pt>
                <c:pt idx="630">
                  <c:v>0.890526999</c:v>
                </c:pt>
                <c:pt idx="631">
                  <c:v>0.89296495305</c:v>
                </c:pt>
                <c:pt idx="632">
                  <c:v>0.89561920949</c:v>
                </c:pt>
                <c:pt idx="633">
                  <c:v>0.89849526936</c:v>
                </c:pt>
                <c:pt idx="634">
                  <c:v>0.90159792463</c:v>
                </c:pt>
                <c:pt idx="635">
                  <c:v>0.90493124285</c:v>
                </c:pt>
                <c:pt idx="636">
                  <c:v>0.90849855418</c:v>
                </c:pt>
                <c:pt idx="637">
                  <c:v>0.91230244072</c:v>
                </c:pt>
                <c:pt idx="638">
                  <c:v>0.91634472825</c:v>
                </c:pt>
                <c:pt idx="639">
                  <c:v>0.92062648044</c:v>
                </c:pt>
                <c:pt idx="640">
                  <c:v>0.92514799537</c:v>
                </c:pt>
                <c:pt idx="641">
                  <c:v>0.92553380466</c:v>
                </c:pt>
                <c:pt idx="642">
                  <c:v>0.92615767491</c:v>
                </c:pt>
                <c:pt idx="643">
                  <c:v>0.92701761168</c:v>
                </c:pt>
                <c:pt idx="644">
                  <c:v>0.92811086582</c:v>
                </c:pt>
                <c:pt idx="645">
                  <c:v>0.92943394233</c:v>
                </c:pt>
                <c:pt idx="646">
                  <c:v>0.93098261145</c:v>
                </c:pt>
                <c:pt idx="647">
                  <c:v>0.93275192224</c:v>
                </c:pt>
                <c:pt idx="648">
                  <c:v>0.9347362184</c:v>
                </c:pt>
                <c:pt idx="649">
                  <c:v>0.93692915633</c:v>
                </c:pt>
                <c:pt idx="650">
                  <c:v>0.93932372542</c:v>
                </c:pt>
                <c:pt idx="651">
                  <c:v>0.94191227049</c:v>
                </c:pt>
                <c:pt idx="652">
                  <c:v>0.9446865162</c:v>
                </c:pt>
                <c:pt idx="653">
                  <c:v>0.94763759358</c:v>
                </c:pt>
                <c:pt idx="654">
                  <c:v>0.95075606832</c:v>
                </c:pt>
                <c:pt idx="655">
                  <c:v>0.95403197098</c:v>
                </c:pt>
                <c:pt idx="656">
                  <c:v>0.95745482882</c:v>
                </c:pt>
                <c:pt idx="657">
                  <c:v>0.9610136993</c:v>
                </c:pt>
                <c:pt idx="658">
                  <c:v>0.96469720509</c:v>
                </c:pt>
                <c:pt idx="659">
                  <c:v>0.96849357037</c:v>
                </c:pt>
                <c:pt idx="660">
                  <c:v>0.97239065855</c:v>
                </c:pt>
                <c:pt idx="661">
                  <c:v>0.97637601103</c:v>
                </c:pt>
                <c:pt idx="662">
                  <c:v>0.98043688703</c:v>
                </c:pt>
                <c:pt idx="663">
                  <c:v>0.98456030434</c:v>
                </c:pt>
                <c:pt idx="664">
                  <c:v>0.98873308082</c:v>
                </c:pt>
                <c:pt idx="665">
                  <c:v>0.9929418765</c:v>
                </c:pt>
                <c:pt idx="666">
                  <c:v>0.9971732363</c:v>
                </c:pt>
                <c:pt idx="667">
                  <c:v>1.001413633</c:v>
                </c:pt>
                <c:pt idx="668">
                  <c:v>1.0056495104</c:v>
                </c:pt>
                <c:pt idx="669">
                  <c:v>1.0098673269</c:v>
                </c:pt>
                <c:pt idx="670">
                  <c:v>1.0140535986</c:v>
                </c:pt>
                <c:pt idx="671">
                  <c:v>1.0181949423</c:v>
                </c:pt>
                <c:pt idx="672">
                  <c:v>1.0222781186</c:v>
                </c:pt>
                <c:pt idx="673">
                  <c:v>1.026290074</c:v>
                </c:pt>
                <c:pt idx="674">
                  <c:v>1.0302179827</c:v>
                </c:pt>
                <c:pt idx="675">
                  <c:v>1.0340492875</c:v>
                </c:pt>
                <c:pt idx="676">
                  <c:v>1.0377717401</c:v>
                </c:pt>
                <c:pt idx="677">
                  <c:v>1.0413734403</c:v>
                </c:pt>
                <c:pt idx="678">
                  <c:v>1.0448428737</c:v>
                </c:pt>
                <c:pt idx="679">
                  <c:v>1.048168949</c:v>
                </c:pt>
                <c:pt idx="680">
                  <c:v>1.0513410329</c:v>
                </c:pt>
                <c:pt idx="681">
                  <c:v>1.0543489848</c:v>
                </c:pt>
                <c:pt idx="682">
                  <c:v>1.0571831883</c:v>
                </c:pt>
                <c:pt idx="683">
                  <c:v>1.059834583</c:v>
                </c:pt>
                <c:pt idx="684">
                  <c:v>1.0622946924</c:v>
                </c:pt>
                <c:pt idx="685">
                  <c:v>1.064555652</c:v>
                </c:pt>
                <c:pt idx="686">
                  <c:v>1.0666102337</c:v>
                </c:pt>
                <c:pt idx="687">
                  <c:v>1.0684518691</c:v>
                </c:pt>
                <c:pt idx="688">
                  <c:v>1.0700746707</c:v>
                </c:pt>
                <c:pt idx="689">
                  <c:v>1.0714734506</c:v>
                </c:pt>
                <c:pt idx="690">
                  <c:v>1.0726437371</c:v>
                </c:pt>
                <c:pt idx="691">
                  <c:v>1.0735817888</c:v>
                </c:pt>
                <c:pt idx="692">
                  <c:v>1.0742846069</c:v>
                </c:pt>
                <c:pt idx="693">
                  <c:v>1.0747499446</c:v>
                </c:pt>
                <c:pt idx="694">
                  <c:v>1.0749763142</c:v>
                </c:pt>
                <c:pt idx="695">
                  <c:v>1.074962992</c:v>
                </c:pt>
                <c:pt idx="696">
                  <c:v>1.0747100207</c:v>
                </c:pt>
                <c:pt idx="697">
                  <c:v>1.0742182089</c:v>
                </c:pt>
                <c:pt idx="698">
                  <c:v>1.0734891289</c:v>
                </c:pt>
                <c:pt idx="699">
                  <c:v>1.0725251116</c:v>
                </c:pt>
                <c:pt idx="700">
                  <c:v>1.0713292387</c:v>
                </c:pt>
                <c:pt idx="701">
                  <c:v>1.0699053334</c:v>
                </c:pt>
                <c:pt idx="702">
                  <c:v>1.0682579478</c:v>
                </c:pt>
                <c:pt idx="703">
                  <c:v>1.0663923483</c:v>
                </c:pt>
                <c:pt idx="704">
                  <c:v>1.0643144992</c:v>
                </c:pt>
                <c:pt idx="705">
                  <c:v>1.0620310431</c:v>
                </c:pt>
                <c:pt idx="706">
                  <c:v>1.0595492799</c:v>
                </c:pt>
                <c:pt idx="707">
                  <c:v>1.0568771436</c:v>
                </c:pt>
                <c:pt idx="708">
                  <c:v>1.0540231769</c:v>
                </c:pt>
                <c:pt idx="709">
                  <c:v>1.0509965034</c:v>
                </c:pt>
                <c:pt idx="710">
                  <c:v>1.0478067992</c:v>
                </c:pt>
                <c:pt idx="711">
                  <c:v>1.0444642615</c:v>
                </c:pt>
                <c:pt idx="712">
                  <c:v>1.040979576</c:v>
                </c:pt>
                <c:pt idx="713">
                  <c:v>1.0373638829</c:v>
                </c:pt>
                <c:pt idx="714">
                  <c:v>1.0336287412</c:v>
                </c:pt>
                <c:pt idx="715">
                  <c:v>1.0297860918</c:v>
                </c:pt>
                <c:pt idx="716">
                  <c:v>1.0258482192</c:v>
                </c:pt>
                <c:pt idx="717">
                  <c:v>1.0218277125</c:v>
                </c:pt>
                <c:pt idx="718">
                  <c:v>1.0177374248</c:v>
                </c:pt>
                <c:pt idx="719">
                  <c:v>1.0135904323</c:v>
                </c:pt>
                <c:pt idx="720">
                  <c:v>1.0093999925</c:v>
                </c:pt>
                <c:pt idx="721">
                  <c:v>1.0051795019</c:v>
                </c:pt>
                <c:pt idx="722">
                  <c:v>1.000942453</c:v>
                </c:pt>
                <c:pt idx="723">
                  <c:v>0.99670239113</c:v>
                </c:pt>
                <c:pt idx="724">
                  <c:v>0.99247287139</c:v>
                </c:pt>
                <c:pt idx="725">
                  <c:v>0.98826741512</c:v>
                </c:pt>
                <c:pt idx="726">
                  <c:v>0.98409946676</c:v>
                </c:pt>
                <c:pt idx="727">
                  <c:v>0.9799823508</c:v>
                </c:pt>
                <c:pt idx="728">
                  <c:v>0.97592922926</c:v>
                </c:pt>
                <c:pt idx="729">
                  <c:v>0.97195305957</c:v>
                </c:pt>
                <c:pt idx="730">
                  <c:v>0.96806655313</c:v>
                </c:pt>
                <c:pt idx="731">
                  <c:v>0.96428213472</c:v>
                </c:pt>
                <c:pt idx="732">
                  <c:v>0.96061190275</c:v>
                </c:pt>
                <c:pt idx="733">
                  <c:v>0.95706759058</c:v>
                </c:pt>
                <c:pt idx="734">
                  <c:v>0.95366052902</c:v>
                </c:pt>
                <c:pt idx="735">
                  <c:v>0.9504016101</c:v>
                </c:pt>
                <c:pt idx="736">
                  <c:v>0.94730125227</c:v>
                </c:pt>
                <c:pt idx="737">
                  <c:v>0.94436936704</c:v>
                </c:pt>
                <c:pt idx="738">
                  <c:v>0.94161532738</c:v>
                </c:pt>
                <c:pt idx="739">
                  <c:v>0.93904793767</c:v>
                </c:pt>
                <c:pt idx="740">
                  <c:v>0.93667540559</c:v>
                </c:pt>
                <c:pt idx="741">
                  <c:v>0.93450531589</c:v>
                </c:pt>
                <c:pt idx="742">
                  <c:v>0.93254460613</c:v>
                </c:pt>
                <c:pt idx="743">
                  <c:v>0.93079954451</c:v>
                </c:pt>
                <c:pt idx="744">
                  <c:v>0.92927570981</c:v>
                </c:pt>
                <c:pt idx="745">
                  <c:v>0.92797797357</c:v>
                </c:pt>
                <c:pt idx="746">
                  <c:v>0.92691048454</c:v>
                </c:pt>
                <c:pt idx="747">
                  <c:v>0.92607665536</c:v>
                </c:pt>
                <c:pt idx="748">
                  <c:v>0.92547915171</c:v>
                </c:pt>
                <c:pt idx="749">
                  <c:v>0.92511988374</c:v>
                </c:pt>
                <c:pt idx="750">
                  <c:v>0.925</c:v>
                </c:pt>
                <c:pt idx="751">
                  <c:v>0.92511988374</c:v>
                </c:pt>
                <c:pt idx="752">
                  <c:v>0.92547915171</c:v>
                </c:pt>
                <c:pt idx="753">
                  <c:v>0.92607665536</c:v>
                </c:pt>
                <c:pt idx="754">
                  <c:v>0.92691048454</c:v>
                </c:pt>
                <c:pt idx="755">
                  <c:v>0.92797797357</c:v>
                </c:pt>
                <c:pt idx="756">
                  <c:v>0.92927570981</c:v>
                </c:pt>
                <c:pt idx="757">
                  <c:v>0.93079954451</c:v>
                </c:pt>
                <c:pt idx="758">
                  <c:v>0.93254460613</c:v>
                </c:pt>
                <c:pt idx="759">
                  <c:v>0.93450531589</c:v>
                </c:pt>
                <c:pt idx="760">
                  <c:v>0.93667540559</c:v>
                </c:pt>
                <c:pt idx="761">
                  <c:v>0.93904793767</c:v>
                </c:pt>
                <c:pt idx="762">
                  <c:v>0.94161532738</c:v>
                </c:pt>
                <c:pt idx="763">
                  <c:v>0.94436936704</c:v>
                </c:pt>
                <c:pt idx="764">
                  <c:v>0.94730125227</c:v>
                </c:pt>
                <c:pt idx="765">
                  <c:v>0.9504016101</c:v>
                </c:pt>
                <c:pt idx="766">
                  <c:v>0.95366052902</c:v>
                </c:pt>
                <c:pt idx="767">
                  <c:v>0.95706759058</c:v>
                </c:pt>
                <c:pt idx="768">
                  <c:v>0.96061190275</c:v>
                </c:pt>
                <c:pt idx="769">
                  <c:v>0.96428213472</c:v>
                </c:pt>
                <c:pt idx="770">
                  <c:v>0.96806655313</c:v>
                </c:pt>
                <c:pt idx="771">
                  <c:v>0.97195305957</c:v>
                </c:pt>
                <c:pt idx="772">
                  <c:v>0.97592922926</c:v>
                </c:pt>
                <c:pt idx="773">
                  <c:v>0.9799823508</c:v>
                </c:pt>
                <c:pt idx="774">
                  <c:v>0.98409946676</c:v>
                </c:pt>
                <c:pt idx="775">
                  <c:v>0.98826741512</c:v>
                </c:pt>
                <c:pt idx="776">
                  <c:v>0.99247287139</c:v>
                </c:pt>
                <c:pt idx="777">
                  <c:v>0.99670239113</c:v>
                </c:pt>
                <c:pt idx="778">
                  <c:v>1.000942453</c:v>
                </c:pt>
                <c:pt idx="779">
                  <c:v>1.0051795019</c:v>
                </c:pt>
                <c:pt idx="780">
                  <c:v>1.0093999925</c:v>
                </c:pt>
                <c:pt idx="781">
                  <c:v>1.0135904323</c:v>
                </c:pt>
                <c:pt idx="782">
                  <c:v>1.0177374248</c:v>
                </c:pt>
                <c:pt idx="783">
                  <c:v>1.0218277125</c:v>
                </c:pt>
                <c:pt idx="784">
                  <c:v>1.0258482192</c:v>
                </c:pt>
                <c:pt idx="785">
                  <c:v>1.0297860918</c:v>
                </c:pt>
                <c:pt idx="786">
                  <c:v>1.0336287412</c:v>
                </c:pt>
                <c:pt idx="787">
                  <c:v>1.0373638829</c:v>
                </c:pt>
                <c:pt idx="788">
                  <c:v>1.040979576</c:v>
                </c:pt>
                <c:pt idx="789">
                  <c:v>1.0444642615</c:v>
                </c:pt>
                <c:pt idx="790">
                  <c:v>1.0478067992</c:v>
                </c:pt>
                <c:pt idx="791">
                  <c:v>1.0509965034</c:v>
                </c:pt>
                <c:pt idx="792">
                  <c:v>1.0540231769</c:v>
                </c:pt>
                <c:pt idx="793">
                  <c:v>1.0568771436</c:v>
                </c:pt>
                <c:pt idx="794">
                  <c:v>1.0595492799</c:v>
                </c:pt>
                <c:pt idx="795">
                  <c:v>1.0620310431</c:v>
                </c:pt>
                <c:pt idx="796">
                  <c:v>1.0643144992</c:v>
                </c:pt>
                <c:pt idx="797">
                  <c:v>1.0663923483</c:v>
                </c:pt>
                <c:pt idx="798">
                  <c:v>1.0682579478</c:v>
                </c:pt>
                <c:pt idx="799">
                  <c:v>1.0699053334</c:v>
                </c:pt>
                <c:pt idx="800">
                  <c:v>1.0713292387</c:v>
                </c:pt>
                <c:pt idx="801">
                  <c:v>1.0725251116</c:v>
                </c:pt>
                <c:pt idx="802">
                  <c:v>1.0734891289</c:v>
                </c:pt>
                <c:pt idx="803">
                  <c:v>1.0742182089</c:v>
                </c:pt>
                <c:pt idx="804">
                  <c:v>1.0747100207</c:v>
                </c:pt>
                <c:pt idx="805">
                  <c:v>1.074962992</c:v>
                </c:pt>
                <c:pt idx="806">
                  <c:v>1.0749763142</c:v>
                </c:pt>
                <c:pt idx="807">
                  <c:v>1.0747499446</c:v>
                </c:pt>
                <c:pt idx="808">
                  <c:v>1.0742846069</c:v>
                </c:pt>
                <c:pt idx="809">
                  <c:v>1.0735817888</c:v>
                </c:pt>
                <c:pt idx="810">
                  <c:v>1.0726437371</c:v>
                </c:pt>
                <c:pt idx="811">
                  <c:v>1.0714734506</c:v>
                </c:pt>
                <c:pt idx="812">
                  <c:v>1.0700746707</c:v>
                </c:pt>
                <c:pt idx="813">
                  <c:v>1.0684518691</c:v>
                </c:pt>
                <c:pt idx="814">
                  <c:v>1.0666102337</c:v>
                </c:pt>
                <c:pt idx="815">
                  <c:v>1.064555652</c:v>
                </c:pt>
                <c:pt idx="816">
                  <c:v>1.0622946924</c:v>
                </c:pt>
                <c:pt idx="817">
                  <c:v>1.059834583</c:v>
                </c:pt>
                <c:pt idx="818">
                  <c:v>1.0571831883</c:v>
                </c:pt>
                <c:pt idx="819">
                  <c:v>1.0543489848</c:v>
                </c:pt>
                <c:pt idx="820">
                  <c:v>1.0513410329</c:v>
                </c:pt>
                <c:pt idx="821">
                  <c:v>1.048168949</c:v>
                </c:pt>
                <c:pt idx="822">
                  <c:v>1.0448428737</c:v>
                </c:pt>
                <c:pt idx="823">
                  <c:v>1.0413734403</c:v>
                </c:pt>
                <c:pt idx="824">
                  <c:v>1.0377717401</c:v>
                </c:pt>
                <c:pt idx="825">
                  <c:v>1.0340492875</c:v>
                </c:pt>
                <c:pt idx="826">
                  <c:v>1.0302179827</c:v>
                </c:pt>
                <c:pt idx="827">
                  <c:v>1.026290074</c:v>
                </c:pt>
                <c:pt idx="828">
                  <c:v>1.0222781186</c:v>
                </c:pt>
                <c:pt idx="829">
                  <c:v>1.0181949423</c:v>
                </c:pt>
                <c:pt idx="830">
                  <c:v>1.0140535986</c:v>
                </c:pt>
                <c:pt idx="831">
                  <c:v>1.0098673269</c:v>
                </c:pt>
                <c:pt idx="832">
                  <c:v>1.0056495104</c:v>
                </c:pt>
                <c:pt idx="833">
                  <c:v>1.001413633</c:v>
                </c:pt>
                <c:pt idx="834">
                  <c:v>0.9971732363</c:v>
                </c:pt>
                <c:pt idx="835">
                  <c:v>0.9929418765</c:v>
                </c:pt>
                <c:pt idx="836">
                  <c:v>0.98873308082</c:v>
                </c:pt>
                <c:pt idx="837">
                  <c:v>0.98456030434</c:v>
                </c:pt>
                <c:pt idx="838">
                  <c:v>0.98043688703</c:v>
                </c:pt>
                <c:pt idx="839">
                  <c:v>0.97637601103</c:v>
                </c:pt>
                <c:pt idx="840">
                  <c:v>0.97239065855</c:v>
                </c:pt>
                <c:pt idx="841">
                  <c:v>0.96849357037</c:v>
                </c:pt>
                <c:pt idx="842">
                  <c:v>0.96469720509</c:v>
                </c:pt>
                <c:pt idx="843">
                  <c:v>0.9610136993</c:v>
                </c:pt>
                <c:pt idx="844">
                  <c:v>0.95745482882</c:v>
                </c:pt>
                <c:pt idx="845">
                  <c:v>0.95403197098</c:v>
                </c:pt>
                <c:pt idx="846">
                  <c:v>0.95075606832</c:v>
                </c:pt>
                <c:pt idx="847">
                  <c:v>0.94763759358</c:v>
                </c:pt>
                <c:pt idx="848">
                  <c:v>0.9446865162</c:v>
                </c:pt>
                <c:pt idx="849">
                  <c:v>0.94191227049</c:v>
                </c:pt>
                <c:pt idx="850">
                  <c:v>0.93932372542</c:v>
                </c:pt>
                <c:pt idx="851">
                  <c:v>0.93692915633</c:v>
                </c:pt>
                <c:pt idx="852">
                  <c:v>0.9347362184</c:v>
                </c:pt>
                <c:pt idx="853">
                  <c:v>0.93275192224</c:v>
                </c:pt>
                <c:pt idx="854">
                  <c:v>0.93098261145</c:v>
                </c:pt>
                <c:pt idx="855">
                  <c:v>0.92943394233</c:v>
                </c:pt>
                <c:pt idx="856">
                  <c:v>0.92811086582</c:v>
                </c:pt>
                <c:pt idx="857">
                  <c:v>0.92701761168</c:v>
                </c:pt>
                <c:pt idx="858">
                  <c:v>0.92615767491</c:v>
                </c:pt>
                <c:pt idx="859">
                  <c:v>0.92553380466</c:v>
                </c:pt>
                <c:pt idx="860">
                  <c:v>0.92514799537</c:v>
                </c:pt>
                <c:pt idx="861">
                  <c:v>0.92500148044</c:v>
                </c:pt>
                <c:pt idx="862">
                  <c:v>0.92509472825</c:v>
                </c:pt>
                <c:pt idx="863">
                  <c:v>0.92542744072</c:v>
                </c:pt>
                <c:pt idx="864">
                  <c:v>0.92599855418</c:v>
                </c:pt>
                <c:pt idx="865">
                  <c:v>0.92680624285</c:v>
                </c:pt>
                <c:pt idx="866">
                  <c:v>0.92784792463</c:v>
                </c:pt>
                <c:pt idx="867">
                  <c:v>0.92912026936</c:v>
                </c:pt>
                <c:pt idx="868">
                  <c:v>0.93061920949</c:v>
                </c:pt>
                <c:pt idx="869">
                  <c:v>0.93233995305</c:v>
                </c:pt>
                <c:pt idx="870">
                  <c:v>0.934276999</c:v>
                </c:pt>
                <c:pt idx="871">
                  <c:v>0.93642415479</c:v>
                </c:pt>
                <c:pt idx="872">
                  <c:v>0.9387745562</c:v>
                </c:pt>
                <c:pt idx="873">
                  <c:v>0.94132068921</c:v>
                </c:pt>
                <c:pt idx="874">
                  <c:v>0.94405441409</c:v>
                </c:pt>
                <c:pt idx="875">
                  <c:v>0.94696699141</c:v>
                </c:pt>
                <c:pt idx="876">
                  <c:v>0.95004910994</c:v>
                </c:pt>
                <c:pt idx="877">
                  <c:v>0.95329091646</c:v>
                </c:pt>
                <c:pt idx="878">
                  <c:v>0.95668204724</c:v>
                </c:pt>
                <c:pt idx="879">
                  <c:v>0.96021166118</c:v>
                </c:pt>
                <c:pt idx="880">
                  <c:v>0.96386847444</c:v>
                </c:pt>
                <c:pt idx="881">
                  <c:v>0.96764079657</c:v>
                </c:pt>
                <c:pt idx="882">
                  <c:v>0.97151656784</c:v>
                </c:pt>
                <c:pt idx="883">
                  <c:v>0.97548339778</c:v>
                </c:pt>
                <c:pt idx="884">
                  <c:v>0.97952860484</c:v>
                </c:pt>
                <c:pt idx="885">
                  <c:v>0.9836392569</c:v>
                </c:pt>
                <c:pt idx="886">
                  <c:v>0.98780221261</c:v>
                </c:pt>
                <c:pt idx="887">
                  <c:v>0.99200416343</c:v>
                </c:pt>
                <c:pt idx="888">
                  <c:v>0.99623167614</c:v>
                </c:pt>
                <c:pt idx="889">
                  <c:v>1.0004712358</c:v>
                </c:pt>
                <c:pt idx="890">
                  <c:v>1.004709289</c:v>
                </c:pt>
                <c:pt idx="891">
                  <c:v>1.008932287</c:v>
                </c:pt>
                <c:pt idx="892">
                  <c:v>1.0131267294</c:v>
                </c:pt>
                <c:pt idx="893">
                  <c:v>1.017279207</c:v>
                </c:pt>
                <c:pt idx="894">
                  <c:v>1.0213764447</c:v>
                </c:pt>
                <c:pt idx="895">
                  <c:v>1.025405344</c:v>
                </c:pt>
                <c:pt idx="896">
                  <c:v>1.029353025</c:v>
                </c:pt>
                <c:pt idx="897">
                  <c:v>1.0332068673</c:v>
                </c:pt>
                <c:pt idx="898">
                  <c:v>1.0369545506</c:v>
                </c:pt>
                <c:pt idx="899">
                  <c:v>1.0405840939</c:v>
                </c:pt>
                <c:pt idx="900">
                  <c:v>1.0440838939</c:v>
                </c:pt>
                <c:pt idx="901">
                  <c:v>1.0474427621</c:v>
                </c:pt>
                <c:pt idx="902">
                  <c:v>1.0506499606</c:v>
                </c:pt>
                <c:pt idx="903">
                  <c:v>1.0536952362</c:v>
                </c:pt>
                <c:pt idx="904">
                  <c:v>1.0565688536</c:v>
                </c:pt>
                <c:pt idx="905">
                  <c:v>1.0592616259</c:v>
                </c:pt>
                <c:pt idx="906">
                  <c:v>1.0617649448</c:v>
                </c:pt>
                <c:pt idx="907">
                  <c:v>1.0640708074</c:v>
                </c:pt>
                <c:pt idx="908">
                  <c:v>1.066171842</c:v>
                </c:pt>
                <c:pt idx="909">
                  <c:v>1.0680613318</c:v>
                </c:pt>
                <c:pt idx="910">
                  <c:v>1.0697332364</c:v>
                </c:pt>
                <c:pt idx="911">
                  <c:v>1.0711822109</c:v>
                </c:pt>
                <c:pt idx="912">
                  <c:v>1.0724036229</c:v>
                </c:pt>
                <c:pt idx="913">
                  <c:v>1.0733935678</c:v>
                </c:pt>
                <c:pt idx="914">
                  <c:v>1.0741488809</c:v>
                </c:pt>
                <c:pt idx="915">
                  <c:v>1.0746671473</c:v>
                </c:pt>
                <c:pt idx="916">
                  <c:v>1.0749467104</c:v>
                </c:pt>
                <c:pt idx="917">
                  <c:v>1.0749866764</c:v>
                </c:pt>
                <c:pt idx="918">
                  <c:v>1.0747869175</c:v>
                </c:pt>
                <c:pt idx="919">
                  <c:v>1.0743480723</c:v>
                </c:pt>
                <c:pt idx="920">
                  <c:v>1.0736715438</c:v>
                </c:pt>
                <c:pt idx="921">
                  <c:v>1.0727594947</c:v>
                </c:pt>
                <c:pt idx="922">
                  <c:v>1.0716148409</c:v>
                </c:pt>
                <c:pt idx="923">
                  <c:v>1.0702412415</c:v>
                </c:pt>
                <c:pt idx="924">
                  <c:v>1.0686430879</c:v>
                </c:pt>
                <c:pt idx="925">
                  <c:v>1.0668254893</c:v>
                </c:pt>
                <c:pt idx="926">
                  <c:v>1.0647942563</c:v>
                </c:pt>
                <c:pt idx="927">
                  <c:v>1.0625558825</c:v>
                </c:pt>
                <c:pt idx="928">
                  <c:v>1.0601175239</c:v>
                </c:pt>
                <c:pt idx="929">
                  <c:v>1.0574869755</c:v>
                </c:pt>
                <c:pt idx="930">
                  <c:v>1.0546726471</c:v>
                </c:pt>
                <c:pt idx="931">
                  <c:v>1.0516835356</c:v>
                </c:pt>
                <c:pt idx="932">
                  <c:v>1.0485291971</c:v>
                </c:pt>
                <c:pt idx="933">
                  <c:v>1.0452197156</c:v>
                </c:pt>
                <c:pt idx="934">
                  <c:v>1.0417656712</c:v>
                </c:pt>
                <c:pt idx="935">
                  <c:v>1.0381781062</c:v>
                </c:pt>
                <c:pt idx="936">
                  <c:v>1.0344684895</c:v>
                </c:pt>
                <c:pt idx="937">
                  <c:v>1.0306486806</c:v>
                </c:pt>
                <c:pt idx="938">
                  <c:v>1.0267308909</c:v>
                </c:pt>
                <c:pt idx="939">
                  <c:v>1.0227276452</c:v>
                </c:pt>
                <c:pt idx="940">
                  <c:v>1.0186517415</c:v>
                </c:pt>
                <c:pt idx="941">
                  <c:v>1.0145162101</c:v>
                </c:pt>
                <c:pt idx="942">
                  <c:v>1.0103342718</c:v>
                </c:pt>
                <c:pt idx="943">
                  <c:v>1.0061192959</c:v>
                </c:pt>
                <c:pt idx="944">
                  <c:v>1.0018847572</c:v>
                </c:pt>
                <c:pt idx="945">
                  <c:v>0.99764419307</c:v>
                </c:pt>
                <c:pt idx="946">
                  <c:v>0.99341116026</c:v>
                </c:pt>
                <c:pt idx="947">
                  <c:v>0.98919919131</c:v>
                </c:pt>
                <c:pt idx="948">
                  <c:v>0.98502175146</c:v>
                </c:pt>
                <c:pt idx="949">
                  <c:v>0.98089219557</c:v>
                </c:pt>
                <c:pt idx="950">
                  <c:v>0.97682372542</c:v>
                </c:pt>
                <c:pt idx="951">
                  <c:v>0.9728293475</c:v>
                </c:pt>
                <c:pt idx="952">
                  <c:v>0.96892183143</c:v>
                </c:pt>
                <c:pt idx="953">
                  <c:v>0.96511366914</c:v>
                </c:pt>
                <c:pt idx="954">
                  <c:v>0.96141703497</c:v>
                </c:pt>
                <c:pt idx="955">
                  <c:v>0.95784374666</c:v>
                </c:pt>
                <c:pt idx="956">
                  <c:v>0.95440522767</c:v>
                </c:pt>
                <c:pt idx="957">
                  <c:v>0.9511124706</c:v>
                </c:pt>
                <c:pt idx="958">
                  <c:v>0.94797600206</c:v>
                </c:pt>
                <c:pt idx="959">
                  <c:v>0.94500584903</c:v>
                </c:pt>
                <c:pt idx="960">
                  <c:v>0.94221150679</c:v>
                </c:pt>
                <c:pt idx="961">
                  <c:v>0.93960190857</c:v>
                </c:pt>
                <c:pt idx="962">
                  <c:v>0.937185397</c:v>
                </c:pt>
                <c:pt idx="963">
                  <c:v>0.93496969741</c:v>
                </c:pt>
                <c:pt idx="964">
                  <c:v>0.93296189319</c:v>
                </c:pt>
                <c:pt idx="965">
                  <c:v>0.93116840307</c:v>
                </c:pt>
                <c:pt idx="966">
                  <c:v>0.92959496068</c:v>
                </c:pt>
                <c:pt idx="967">
                  <c:v>0.92824659613</c:v>
                </c:pt>
                <c:pt idx="968">
                  <c:v>0.92712762003</c:v>
                </c:pt>
                <c:pt idx="969">
                  <c:v>0.92624160963</c:v>
                </c:pt>
                <c:pt idx="970">
                  <c:v>0.9255913974</c:v>
                </c:pt>
                <c:pt idx="971">
                  <c:v>0.92517906202</c:v>
                </c:pt>
                <c:pt idx="972">
                  <c:v>0.92500592168</c:v>
                </c:pt>
                <c:pt idx="973">
                  <c:v>0.9250725299</c:v>
                </c:pt>
                <c:pt idx="974">
                  <c:v>0.92537867373</c:v>
                </c:pt>
                <c:pt idx="975">
                  <c:v>0.92592337446</c:v>
                </c:pt>
                <c:pt idx="976">
                  <c:v>0.92670489073</c:v>
                </c:pt>
                <c:pt idx="977">
                  <c:v>0.92772072413</c:v>
                </c:pt>
                <c:pt idx="978">
                  <c:v>0.92896762713</c:v>
                </c:pt>
                <c:pt idx="979">
                  <c:v>0.9304416135</c:v>
                </c:pt>
                <c:pt idx="980">
                  <c:v>0.93213797107</c:v>
                </c:pt>
                <c:pt idx="981">
                  <c:v>0.93405127674</c:v>
                </c:pt>
                <c:pt idx="982">
                  <c:v>0.93617541387</c:v>
                </c:pt>
                <c:pt idx="983">
                  <c:v>0.9385035918</c:v>
                </c:pt>
                <c:pt idx="984">
                  <c:v>0.94102836759</c:v>
                </c:pt>
                <c:pt idx="985">
                  <c:v>0.94374166978</c:v>
                </c:pt>
                <c:pt idx="986">
                  <c:v>0.94663482421</c:v>
                </c:pt>
                <c:pt idx="987">
                  <c:v>0.94969858176</c:v>
                </c:pt>
                <c:pt idx="988">
                  <c:v>0.9529231479</c:v>
                </c:pt>
                <c:pt idx="989">
                  <c:v>0.95629821402</c:v>
                </c:pt>
                <c:pt idx="990">
                  <c:v>0.95981299038</c:v>
                </c:pt>
                <c:pt idx="991">
                  <c:v>0.96345624057</c:v>
                </c:pt>
                <c:pt idx="992">
                  <c:v>0.9672163175</c:v>
                </c:pt>
                <c:pt idx="993">
                  <c:v>0.97108120058</c:v>
                </c:pt>
                <c:pt idx="994">
                  <c:v>0.97503853416</c:v>
                </c:pt>
                <c:pt idx="995">
                  <c:v>0.97907566705</c:v>
                </c:pt>
                <c:pt idx="996">
                  <c:v>0.98317969293</c:v>
                </c:pt>
                <c:pt idx="997">
                  <c:v>0.98733749165</c:v>
                </c:pt>
                <c:pt idx="998">
                  <c:v>0.99153577113</c:v>
                </c:pt>
                <c:pt idx="999">
                  <c:v>0.99576110991</c:v>
                </c:pt>
                <c:pt idx="1000">
                  <c:v>1</c:v>
                </c:pt>
                <c:pt idx="1001">
                  <c:v>1.0042388901</c:v>
                </c:pt>
                <c:pt idx="1002">
                  <c:v>1.0084642289</c:v>
                </c:pt>
                <c:pt idx="1003">
                  <c:v>1.0126625084</c:v>
                </c:pt>
                <c:pt idx="1004">
                  <c:v>1.0168203071</c:v>
                </c:pt>
                <c:pt idx="1005">
                  <c:v>1.020924333</c:v>
                </c:pt>
                <c:pt idx="1006">
                  <c:v>1.0249614658</c:v>
                </c:pt>
                <c:pt idx="1007">
                  <c:v>1.0289187994</c:v>
                </c:pt>
                <c:pt idx="1008">
                  <c:v>1.0327836825</c:v>
                </c:pt>
                <c:pt idx="1009">
                  <c:v>1.0365437594</c:v>
                </c:pt>
                <c:pt idx="1010">
                  <c:v>1.0401870096</c:v>
                </c:pt>
                <c:pt idx="1011">
                  <c:v>1.043701786</c:v>
                </c:pt>
                <c:pt idx="1012">
                  <c:v>1.0470768521</c:v>
                </c:pt>
                <c:pt idx="1013">
                  <c:v>1.0503014182</c:v>
                </c:pt>
                <c:pt idx="1014">
                  <c:v>1.0533651758</c:v>
                </c:pt>
                <c:pt idx="1015">
                  <c:v>1.0562583302</c:v>
                </c:pt>
                <c:pt idx="1016">
                  <c:v>1.0589716324</c:v>
                </c:pt>
                <c:pt idx="1017">
                  <c:v>1.0614964082</c:v>
                </c:pt>
                <c:pt idx="1018">
                  <c:v>1.0638245861</c:v>
                </c:pt>
                <c:pt idx="1019">
                  <c:v>1.0659487233</c:v>
                </c:pt>
                <c:pt idx="1020">
                  <c:v>1.0678620289</c:v>
                </c:pt>
                <c:pt idx="1021">
                  <c:v>1.0695583865</c:v>
                </c:pt>
                <c:pt idx="1022">
                  <c:v>1.0710323729</c:v>
                </c:pt>
                <c:pt idx="1023">
                  <c:v>1.0722792759</c:v>
                </c:pt>
                <c:pt idx="1024">
                  <c:v>1.0732951093</c:v>
                </c:pt>
                <c:pt idx="1025">
                  <c:v>1.0740766255</c:v>
                </c:pt>
                <c:pt idx="1026">
                  <c:v>1.0746213263</c:v>
                </c:pt>
                <c:pt idx="1027">
                  <c:v>1.0749274701</c:v>
                </c:pt>
                <c:pt idx="1028">
                  <c:v>1.0749940783</c:v>
                </c:pt>
                <c:pt idx="1029">
                  <c:v>1.074820938</c:v>
                </c:pt>
                <c:pt idx="1030">
                  <c:v>1.0744086026</c:v>
                </c:pt>
                <c:pt idx="1031">
                  <c:v>1.0737583904</c:v>
                </c:pt>
                <c:pt idx="1032">
                  <c:v>1.07287238</c:v>
                </c:pt>
                <c:pt idx="1033">
                  <c:v>1.0717534039</c:v>
                </c:pt>
                <c:pt idx="1034">
                  <c:v>1.0704050393</c:v>
                </c:pt>
                <c:pt idx="1035">
                  <c:v>1.0688315969</c:v>
                </c:pt>
                <c:pt idx="1036">
                  <c:v>1.0670381068</c:v>
                </c:pt>
                <c:pt idx="1037">
                  <c:v>1.0650303026</c:v>
                </c:pt>
                <c:pt idx="1038">
                  <c:v>1.062814603</c:v>
                </c:pt>
                <c:pt idx="1039">
                  <c:v>1.0603980914</c:v>
                </c:pt>
                <c:pt idx="1040">
                  <c:v>1.0577884932</c:v>
                </c:pt>
                <c:pt idx="1041">
                  <c:v>1.054994151</c:v>
                </c:pt>
                <c:pt idx="1042">
                  <c:v>1.0520239979</c:v>
                </c:pt>
                <c:pt idx="1043">
                  <c:v>1.0488875294</c:v>
                </c:pt>
                <c:pt idx="1044">
                  <c:v>1.0455947723</c:v>
                </c:pt>
                <c:pt idx="1045">
                  <c:v>1.0421562533</c:v>
                </c:pt>
                <c:pt idx="1046">
                  <c:v>1.038582965</c:v>
                </c:pt>
                <c:pt idx="1047">
                  <c:v>1.0348863309</c:v>
                </c:pt>
                <c:pt idx="1048">
                  <c:v>1.0310781686</c:v>
                </c:pt>
                <c:pt idx="1049">
                  <c:v>1.0271706525</c:v>
                </c:pt>
                <c:pt idx="1050">
                  <c:v>1.0231762746</c:v>
                </c:pt>
                <c:pt idx="1051">
                  <c:v>1.0191078044</c:v>
                </c:pt>
                <c:pt idx="1052">
                  <c:v>1.0149782485</c:v>
                </c:pt>
                <c:pt idx="1053">
                  <c:v>1.0108008087</c:v>
                </c:pt>
                <c:pt idx="1054">
                  <c:v>1.0065888397</c:v>
                </c:pt>
                <c:pt idx="1055">
                  <c:v>1.0023558069</c:v>
                </c:pt>
                <c:pt idx="1056">
                  <c:v>0.99811524284</c:v>
                </c:pt>
                <c:pt idx="1057">
                  <c:v>0.99388070413</c:v>
                </c:pt>
                <c:pt idx="1058">
                  <c:v>0.9896657282</c:v>
                </c:pt>
                <c:pt idx="1059">
                  <c:v>0.9854837899</c:v>
                </c:pt>
                <c:pt idx="1060">
                  <c:v>0.98134825846</c:v>
                </c:pt>
                <c:pt idx="1061">
                  <c:v>0.97727235478</c:v>
                </c:pt>
                <c:pt idx="1062">
                  <c:v>0.9732691091</c:v>
                </c:pt>
                <c:pt idx="1063">
                  <c:v>0.96935131939</c:v>
                </c:pt>
                <c:pt idx="1064">
                  <c:v>0.96553151045</c:v>
                </c:pt>
                <c:pt idx="1065">
                  <c:v>0.96182189382</c:v>
                </c:pt>
                <c:pt idx="1066">
                  <c:v>0.95823432876</c:v>
                </c:pt>
                <c:pt idx="1067">
                  <c:v>0.95478028437</c:v>
                </c:pt>
                <c:pt idx="1068">
                  <c:v>0.95147080288</c:v>
                </c:pt>
                <c:pt idx="1069">
                  <c:v>0.94831646437</c:v>
                </c:pt>
                <c:pt idx="1070">
                  <c:v>0.94532735294</c:v>
                </c:pt>
                <c:pt idx="1071">
                  <c:v>0.94251302449</c:v>
                </c:pt>
                <c:pt idx="1072">
                  <c:v>0.93988247613</c:v>
                </c:pt>
                <c:pt idx="1073">
                  <c:v>0.93744411748</c:v>
                </c:pt>
                <c:pt idx="1074">
                  <c:v>0.93520574371</c:v>
                </c:pt>
                <c:pt idx="1075">
                  <c:v>0.93317451069</c:v>
                </c:pt>
                <c:pt idx="1076">
                  <c:v>0.93135691205</c:v>
                </c:pt>
                <c:pt idx="1077">
                  <c:v>0.92975875849</c:v>
                </c:pt>
                <c:pt idx="1078">
                  <c:v>0.92838515914</c:v>
                </c:pt>
                <c:pt idx="1079">
                  <c:v>0.92724050526</c:v>
                </c:pt>
                <c:pt idx="1080">
                  <c:v>0.9263284562</c:v>
                </c:pt>
                <c:pt idx="1081">
                  <c:v>0.92565192767</c:v>
                </c:pt>
                <c:pt idx="1082">
                  <c:v>0.92521308248</c:v>
                </c:pt>
                <c:pt idx="1083">
                  <c:v>0.92501332357</c:v>
                </c:pt>
                <c:pt idx="1084">
                  <c:v>0.92505328955</c:v>
                </c:pt>
                <c:pt idx="1085">
                  <c:v>0.92533285265</c:v>
                </c:pt>
                <c:pt idx="1086">
                  <c:v>0.92585111914</c:v>
                </c:pt>
                <c:pt idx="1087">
                  <c:v>0.92660643218</c:v>
                </c:pt>
                <c:pt idx="1088">
                  <c:v>0.92759637709</c:v>
                </c:pt>
                <c:pt idx="1089">
                  <c:v>0.92881778913</c:v>
                </c:pt>
                <c:pt idx="1090">
                  <c:v>0.93026676356</c:v>
                </c:pt>
                <c:pt idx="1091">
                  <c:v>0.93193866816</c:v>
                </c:pt>
                <c:pt idx="1092">
                  <c:v>0.93382815802</c:v>
                </c:pt>
                <c:pt idx="1093">
                  <c:v>0.93592919262</c:v>
                </c:pt>
                <c:pt idx="1094">
                  <c:v>0.93823505518</c:v>
                </c:pt>
                <c:pt idx="1095">
                  <c:v>0.94073837407</c:v>
                </c:pt>
                <c:pt idx="1096">
                  <c:v>0.94343114644</c:v>
                </c:pt>
                <c:pt idx="1097">
                  <c:v>0.94630476377</c:v>
                </c:pt>
                <c:pt idx="1098">
                  <c:v>0.94935003939</c:v>
                </c:pt>
                <c:pt idx="1099">
                  <c:v>0.95255723786</c:v>
                </c:pt>
                <c:pt idx="1100">
                  <c:v>0.95591610608</c:v>
                </c:pt>
                <c:pt idx="1101">
                  <c:v>0.95941590609</c:v>
                </c:pt>
                <c:pt idx="1102">
                  <c:v>0.96304544938</c:v>
                </c:pt>
                <c:pt idx="1103">
                  <c:v>0.96679313267</c:v>
                </c:pt>
                <c:pt idx="1104">
                  <c:v>0.97064697499</c:v>
                </c:pt>
                <c:pt idx="1105">
                  <c:v>0.97459465598</c:v>
                </c:pt>
                <c:pt idx="1106">
                  <c:v>0.97862355531</c:v>
                </c:pt>
                <c:pt idx="1107">
                  <c:v>0.982720793</c:v>
                </c:pt>
                <c:pt idx="1108">
                  <c:v>0.98687327058</c:v>
                </c:pt>
                <c:pt idx="1109">
                  <c:v>0.99106771299</c:v>
                </c:pt>
                <c:pt idx="1110">
                  <c:v>0.99529071104</c:v>
                </c:pt>
                <c:pt idx="1111">
                  <c:v>0.9995287642</c:v>
                </c:pt>
                <c:pt idx="1112">
                  <c:v>1.0037683239</c:v>
                </c:pt>
                <c:pt idx="1113">
                  <c:v>1.0079958366</c:v>
                </c:pt>
                <c:pt idx="1114">
                  <c:v>1.0121977874</c:v>
                </c:pt>
                <c:pt idx="1115">
                  <c:v>1.0163607431</c:v>
                </c:pt>
                <c:pt idx="1116">
                  <c:v>1.0204713952</c:v>
                </c:pt>
                <c:pt idx="1117">
                  <c:v>1.0245166022</c:v>
                </c:pt>
                <c:pt idx="1118">
                  <c:v>1.0284834322</c:v>
                </c:pt>
                <c:pt idx="1119">
                  <c:v>1.0323592034</c:v>
                </c:pt>
                <c:pt idx="1120">
                  <c:v>1.0361315256</c:v>
                </c:pt>
                <c:pt idx="1121">
                  <c:v>1.0397883388</c:v>
                </c:pt>
                <c:pt idx="1122">
                  <c:v>1.0433179528</c:v>
                </c:pt>
                <c:pt idx="1123">
                  <c:v>1.0467090835</c:v>
                </c:pt>
                <c:pt idx="1124">
                  <c:v>1.0499508901</c:v>
                </c:pt>
                <c:pt idx="1125">
                  <c:v>1.0530330086</c:v>
                </c:pt>
                <c:pt idx="1126">
                  <c:v>1.0559455859</c:v>
                </c:pt>
                <c:pt idx="1127">
                  <c:v>1.0586793108</c:v>
                </c:pt>
                <c:pt idx="1128">
                  <c:v>1.0612254438</c:v>
                </c:pt>
                <c:pt idx="1129">
                  <c:v>1.0635758452</c:v>
                </c:pt>
                <c:pt idx="1130">
                  <c:v>1.065723001</c:v>
                </c:pt>
                <c:pt idx="1131">
                  <c:v>1.067660047</c:v>
                </c:pt>
                <c:pt idx="1132">
                  <c:v>1.0693807905</c:v>
                </c:pt>
                <c:pt idx="1133">
                  <c:v>1.0708797306</c:v>
                </c:pt>
                <c:pt idx="1134">
                  <c:v>1.0721520754</c:v>
                </c:pt>
                <c:pt idx="1135">
                  <c:v>1.0731937571</c:v>
                </c:pt>
                <c:pt idx="1136">
                  <c:v>1.0740014458</c:v>
                </c:pt>
                <c:pt idx="1137">
                  <c:v>1.0745725593</c:v>
                </c:pt>
                <c:pt idx="1138">
                  <c:v>1.0749052717</c:v>
                </c:pt>
                <c:pt idx="1139">
                  <c:v>1.0749985196</c:v>
                </c:pt>
                <c:pt idx="1140">
                  <c:v>1.0748520046</c:v>
                </c:pt>
                <c:pt idx="1141">
                  <c:v>1.0744661953</c:v>
                </c:pt>
                <c:pt idx="1142">
                  <c:v>1.0738423251</c:v>
                </c:pt>
                <c:pt idx="1143">
                  <c:v>1.0729823883</c:v>
                </c:pt>
                <c:pt idx="1144">
                  <c:v>1.0718891342</c:v>
                </c:pt>
                <c:pt idx="1145">
                  <c:v>1.0705660577</c:v>
                </c:pt>
                <c:pt idx="1146">
                  <c:v>1.0690173886</c:v>
                </c:pt>
                <c:pt idx="1147">
                  <c:v>1.0672480778</c:v>
                </c:pt>
                <c:pt idx="1148">
                  <c:v>1.0652637816</c:v>
                </c:pt>
                <c:pt idx="1149">
                  <c:v>1.0630708437</c:v>
                </c:pt>
                <c:pt idx="1150">
                  <c:v>1.0606762746</c:v>
                </c:pt>
                <c:pt idx="1151">
                  <c:v>1.0580877295</c:v>
                </c:pt>
                <c:pt idx="1152">
                  <c:v>1.0553134838</c:v>
                </c:pt>
                <c:pt idx="1153">
                  <c:v>1.0523624064</c:v>
                </c:pt>
                <c:pt idx="1154">
                  <c:v>1.0492439317</c:v>
                </c:pt>
                <c:pt idx="1155">
                  <c:v>1.045968029</c:v>
                </c:pt>
                <c:pt idx="1156">
                  <c:v>1.0425451712</c:v>
                </c:pt>
                <c:pt idx="1157">
                  <c:v>1.0389863007</c:v>
                </c:pt>
                <c:pt idx="1158">
                  <c:v>1.0353027949</c:v>
                </c:pt>
                <c:pt idx="1159">
                  <c:v>1.0315064296</c:v>
                </c:pt>
                <c:pt idx="1160">
                  <c:v>1.0276093415</c:v>
                </c:pt>
                <c:pt idx="1161">
                  <c:v>1.023623989</c:v>
                </c:pt>
                <c:pt idx="1162">
                  <c:v>1.019563113</c:v>
                </c:pt>
                <c:pt idx="1163">
                  <c:v>1.0154396957</c:v>
                </c:pt>
                <c:pt idx="1164">
                  <c:v>1.0112669192</c:v>
                </c:pt>
                <c:pt idx="1165">
                  <c:v>1.0070581235</c:v>
                </c:pt>
                <c:pt idx="1166">
                  <c:v>1.0028267637</c:v>
                </c:pt>
                <c:pt idx="1167">
                  <c:v>0.99858636702</c:v>
                </c:pt>
                <c:pt idx="1168">
                  <c:v>0.99435048959</c:v>
                </c:pt>
                <c:pt idx="1169">
                  <c:v>0.99013267307</c:v>
                </c:pt>
                <c:pt idx="1170">
                  <c:v>0.98594640141</c:v>
                </c:pt>
                <c:pt idx="1171">
                  <c:v>0.98180505769</c:v>
                </c:pt>
                <c:pt idx="1172">
                  <c:v>0.97772188138</c:v>
                </c:pt>
                <c:pt idx="1173">
                  <c:v>0.97370992599</c:v>
                </c:pt>
                <c:pt idx="1174">
                  <c:v>0.96978201732</c:v>
                </c:pt>
                <c:pt idx="1175">
                  <c:v>0.96595071252</c:v>
                </c:pt>
                <c:pt idx="1176">
                  <c:v>0.96222825988</c:v>
                </c:pt>
                <c:pt idx="1177">
                  <c:v>0.9586265597</c:v>
                </c:pt>
                <c:pt idx="1178">
                  <c:v>0.95515712627</c:v>
                </c:pt>
                <c:pt idx="1179">
                  <c:v>0.95183105101</c:v>
                </c:pt>
                <c:pt idx="1180">
                  <c:v>0.94865896706</c:v>
                </c:pt>
                <c:pt idx="1181">
                  <c:v>0.94565101524</c:v>
                </c:pt>
                <c:pt idx="1182">
                  <c:v>0.94281681167</c:v>
                </c:pt>
                <c:pt idx="1183">
                  <c:v>0.94016541703</c:v>
                </c:pt>
                <c:pt idx="1184">
                  <c:v>0.93770530756</c:v>
                </c:pt>
                <c:pt idx="1185">
                  <c:v>0.93544434797</c:v>
                </c:pt>
                <c:pt idx="1186">
                  <c:v>0.93338976634</c:v>
                </c:pt>
                <c:pt idx="1187">
                  <c:v>0.93154813094</c:v>
                </c:pt>
                <c:pt idx="1188">
                  <c:v>0.92992532932</c:v>
                </c:pt>
                <c:pt idx="1189">
                  <c:v>0.92852654939</c:v>
                </c:pt>
                <c:pt idx="1190">
                  <c:v>0.92735626292</c:v>
                </c:pt>
                <c:pt idx="1191">
                  <c:v>0.92641821119</c:v>
                </c:pt>
                <c:pt idx="1192">
                  <c:v>0.92571539307</c:v>
                </c:pt>
                <c:pt idx="1193">
                  <c:v>0.9252500554</c:v>
                </c:pt>
                <c:pt idx="1194">
                  <c:v>0.9250236858</c:v>
                </c:pt>
                <c:pt idx="1195">
                  <c:v>0.92503700797</c:v>
                </c:pt>
                <c:pt idx="1196">
                  <c:v>0.92528997931</c:v>
                </c:pt>
                <c:pt idx="1197">
                  <c:v>0.9257817911</c:v>
                </c:pt>
                <c:pt idx="1198">
                  <c:v>0.92651087107</c:v>
                </c:pt>
                <c:pt idx="1199">
                  <c:v>0.92747488842</c:v>
                </c:pt>
                <c:pt idx="1200">
                  <c:v>0.92867076128</c:v>
                </c:pt>
                <c:pt idx="1201">
                  <c:v>0.93009466657</c:v>
                </c:pt>
                <c:pt idx="1202">
                  <c:v>0.9317420522</c:v>
                </c:pt>
                <c:pt idx="1203">
                  <c:v>0.93360765165</c:v>
                </c:pt>
                <c:pt idx="1204">
                  <c:v>0.93568550079</c:v>
                </c:pt>
                <c:pt idx="1205">
                  <c:v>0.93796895693</c:v>
                </c:pt>
                <c:pt idx="1206">
                  <c:v>0.9404507201</c:v>
                </c:pt>
                <c:pt idx="1207">
                  <c:v>0.94312285635</c:v>
                </c:pt>
                <c:pt idx="1208">
                  <c:v>0.94597682313</c:v>
                </c:pt>
                <c:pt idx="1209">
                  <c:v>0.9490034966</c:v>
                </c:pt>
                <c:pt idx="1210">
                  <c:v>0.95219320077</c:v>
                </c:pt>
                <c:pt idx="1211">
                  <c:v>0.95553573849</c:v>
                </c:pt>
                <c:pt idx="1212">
                  <c:v>0.95902042399</c:v>
                </c:pt>
                <c:pt idx="1213">
                  <c:v>0.9626361171</c:v>
                </c:pt>
                <c:pt idx="1214">
                  <c:v>0.96637125879</c:v>
                </c:pt>
                <c:pt idx="1215">
                  <c:v>0.9702139082</c:v>
                </c:pt>
                <c:pt idx="1216">
                  <c:v>0.97415178076</c:v>
                </c:pt>
                <c:pt idx="1217">
                  <c:v>0.97817228749</c:v>
                </c:pt>
                <c:pt idx="1218">
                  <c:v>0.98226257522</c:v>
                </c:pt>
                <c:pt idx="1219">
                  <c:v>0.98640956773</c:v>
                </c:pt>
                <c:pt idx="1220">
                  <c:v>0.99060000748</c:v>
                </c:pt>
                <c:pt idx="1221">
                  <c:v>0.99482049807</c:v>
                </c:pt>
                <c:pt idx="1222">
                  <c:v>0.99905754701</c:v>
                </c:pt>
                <c:pt idx="1223">
                  <c:v>1.0032976089</c:v>
                </c:pt>
                <c:pt idx="1224">
                  <c:v>1.0075271286</c:v>
                </c:pt>
                <c:pt idx="1225">
                  <c:v>1.0117325849</c:v>
                </c:pt>
                <c:pt idx="1226">
                  <c:v>1.0159005332</c:v>
                </c:pt>
                <c:pt idx="1227">
                  <c:v>1.0200176492</c:v>
                </c:pt>
                <c:pt idx="1228">
                  <c:v>1.0240707707</c:v>
                </c:pt>
                <c:pt idx="1229">
                  <c:v>1.0280469404</c:v>
                </c:pt>
                <c:pt idx="1230">
                  <c:v>1.0319334469</c:v>
                </c:pt>
                <c:pt idx="1231">
                  <c:v>1.0357178653</c:v>
                </c:pt>
                <c:pt idx="1232">
                  <c:v>1.0393880972</c:v>
                </c:pt>
                <c:pt idx="1233">
                  <c:v>1.0429324094</c:v>
                </c:pt>
                <c:pt idx="1234">
                  <c:v>1.046339471</c:v>
                </c:pt>
                <c:pt idx="1235">
                  <c:v>1.0495983899</c:v>
                </c:pt>
                <c:pt idx="1236">
                  <c:v>1.0526987477</c:v>
                </c:pt>
                <c:pt idx="1237">
                  <c:v>1.055630633</c:v>
                </c:pt>
                <c:pt idx="1238">
                  <c:v>1.0583846726</c:v>
                </c:pt>
                <c:pt idx="1239">
                  <c:v>1.0609520623</c:v>
                </c:pt>
                <c:pt idx="1240">
                  <c:v>1.0633245944</c:v>
                </c:pt>
                <c:pt idx="1241">
                  <c:v>1.0654946841</c:v>
                </c:pt>
                <c:pt idx="1242">
                  <c:v>1.0674553939</c:v>
                </c:pt>
                <c:pt idx="1243">
                  <c:v>1.0692004555</c:v>
                </c:pt>
                <c:pt idx="1244">
                  <c:v>1.0707242902</c:v>
                </c:pt>
                <c:pt idx="1245">
                  <c:v>1.0720220264</c:v>
                </c:pt>
                <c:pt idx="1246">
                  <c:v>1.0730895155</c:v>
                </c:pt>
                <c:pt idx="1247">
                  <c:v>1.0739233446</c:v>
                </c:pt>
                <c:pt idx="1248">
                  <c:v>1.0745208483</c:v>
                </c:pt>
                <c:pt idx="1249">
                  <c:v>1.0748801163</c:v>
                </c:pt>
                <c:pt idx="1250">
                  <c:v>1.075</c:v>
                </c:pt>
                <c:pt idx="1251">
                  <c:v>1.0748801163</c:v>
                </c:pt>
                <c:pt idx="1252">
                  <c:v>1.0745208483</c:v>
                </c:pt>
                <c:pt idx="1253">
                  <c:v>1.0739233446</c:v>
                </c:pt>
                <c:pt idx="1254">
                  <c:v>1.0730895155</c:v>
                </c:pt>
                <c:pt idx="1255">
                  <c:v>1.0720220264</c:v>
                </c:pt>
                <c:pt idx="1256">
                  <c:v>1.0707242902</c:v>
                </c:pt>
                <c:pt idx="1257">
                  <c:v>1.0692004555</c:v>
                </c:pt>
                <c:pt idx="1258">
                  <c:v>1.0674553939</c:v>
                </c:pt>
                <c:pt idx="1259">
                  <c:v>1.0654946841</c:v>
                </c:pt>
                <c:pt idx="1260">
                  <c:v>1.0633245944</c:v>
                </c:pt>
                <c:pt idx="1261">
                  <c:v>1.0609520623</c:v>
                </c:pt>
                <c:pt idx="1262">
                  <c:v>1.0583846726</c:v>
                </c:pt>
                <c:pt idx="1263">
                  <c:v>1.055630633</c:v>
                </c:pt>
                <c:pt idx="1264">
                  <c:v>1.0526987477</c:v>
                </c:pt>
                <c:pt idx="1265">
                  <c:v>1.0495983899</c:v>
                </c:pt>
                <c:pt idx="1266">
                  <c:v>1.046339471</c:v>
                </c:pt>
                <c:pt idx="1267">
                  <c:v>1.0429324094</c:v>
                </c:pt>
                <c:pt idx="1268">
                  <c:v>1.0393880972</c:v>
                </c:pt>
                <c:pt idx="1269">
                  <c:v>1.0357178653</c:v>
                </c:pt>
                <c:pt idx="1270">
                  <c:v>1.0319334469</c:v>
                </c:pt>
                <c:pt idx="1271">
                  <c:v>1.0280469404</c:v>
                </c:pt>
                <c:pt idx="1272">
                  <c:v>1.0240707707</c:v>
                </c:pt>
                <c:pt idx="1273">
                  <c:v>1.0200176492</c:v>
                </c:pt>
                <c:pt idx="1274">
                  <c:v>1.0159005332</c:v>
                </c:pt>
                <c:pt idx="1275">
                  <c:v>1.0117325849</c:v>
                </c:pt>
                <c:pt idx="1276">
                  <c:v>1.0075271286</c:v>
                </c:pt>
                <c:pt idx="1277">
                  <c:v>1.0032976089</c:v>
                </c:pt>
                <c:pt idx="1278">
                  <c:v>0.99905754701</c:v>
                </c:pt>
                <c:pt idx="1279">
                  <c:v>0.99482049807</c:v>
                </c:pt>
                <c:pt idx="1280">
                  <c:v>0.99060000748</c:v>
                </c:pt>
                <c:pt idx="1281">
                  <c:v>0.98640956773</c:v>
                </c:pt>
                <c:pt idx="1282">
                  <c:v>0.98226257522</c:v>
                </c:pt>
                <c:pt idx="1283">
                  <c:v>0.97817228749</c:v>
                </c:pt>
                <c:pt idx="1284">
                  <c:v>0.97415178076</c:v>
                </c:pt>
                <c:pt idx="1285">
                  <c:v>0.9702139082</c:v>
                </c:pt>
                <c:pt idx="1286">
                  <c:v>0.96637125879</c:v>
                </c:pt>
                <c:pt idx="1287">
                  <c:v>0.9626361171</c:v>
                </c:pt>
                <c:pt idx="1288">
                  <c:v>0.95902042399</c:v>
                </c:pt>
                <c:pt idx="1289">
                  <c:v>0.95553573849</c:v>
                </c:pt>
                <c:pt idx="1290">
                  <c:v>0.95219320077</c:v>
                </c:pt>
                <c:pt idx="1291">
                  <c:v>0.9490034966</c:v>
                </c:pt>
                <c:pt idx="1292">
                  <c:v>0.94597682313</c:v>
                </c:pt>
                <c:pt idx="1293">
                  <c:v>0.94312285635</c:v>
                </c:pt>
                <c:pt idx="1294">
                  <c:v>0.9404507201</c:v>
                </c:pt>
                <c:pt idx="1295">
                  <c:v>0.93796895693</c:v>
                </c:pt>
                <c:pt idx="1296">
                  <c:v>0.93568550079</c:v>
                </c:pt>
                <c:pt idx="1297">
                  <c:v>0.93360765165</c:v>
                </c:pt>
                <c:pt idx="1298">
                  <c:v>0.9317420522</c:v>
                </c:pt>
                <c:pt idx="1299">
                  <c:v>0.93009466657</c:v>
                </c:pt>
                <c:pt idx="1300">
                  <c:v>0.92867076128</c:v>
                </c:pt>
                <c:pt idx="1301">
                  <c:v>0.92747488842</c:v>
                </c:pt>
                <c:pt idx="1302">
                  <c:v>0.92651087107</c:v>
                </c:pt>
                <c:pt idx="1303">
                  <c:v>0.9257817911</c:v>
                </c:pt>
                <c:pt idx="1304">
                  <c:v>0.92528997931</c:v>
                </c:pt>
                <c:pt idx="1305">
                  <c:v>0.92503700797</c:v>
                </c:pt>
                <c:pt idx="1306">
                  <c:v>0.9250236858</c:v>
                </c:pt>
                <c:pt idx="1307">
                  <c:v>0.9252500554</c:v>
                </c:pt>
                <c:pt idx="1308">
                  <c:v>0.92571539307</c:v>
                </c:pt>
                <c:pt idx="1309">
                  <c:v>0.92641821119</c:v>
                </c:pt>
                <c:pt idx="1310">
                  <c:v>0.92735626292</c:v>
                </c:pt>
                <c:pt idx="1311">
                  <c:v>0.92852654939</c:v>
                </c:pt>
                <c:pt idx="1312">
                  <c:v>0.92992532932</c:v>
                </c:pt>
                <c:pt idx="1313">
                  <c:v>0.93154813094</c:v>
                </c:pt>
                <c:pt idx="1314">
                  <c:v>0.93338976634</c:v>
                </c:pt>
                <c:pt idx="1315">
                  <c:v>0.93544434797</c:v>
                </c:pt>
                <c:pt idx="1316">
                  <c:v>0.93770530756</c:v>
                </c:pt>
                <c:pt idx="1317">
                  <c:v>0.94016541703</c:v>
                </c:pt>
                <c:pt idx="1318">
                  <c:v>0.94281681167</c:v>
                </c:pt>
                <c:pt idx="1319">
                  <c:v>0.94565101524</c:v>
                </c:pt>
                <c:pt idx="1320">
                  <c:v>0.94865896706</c:v>
                </c:pt>
                <c:pt idx="1321">
                  <c:v>0.95183105101</c:v>
                </c:pt>
                <c:pt idx="1322">
                  <c:v>0.95515712627</c:v>
                </c:pt>
                <c:pt idx="1323">
                  <c:v>0.9586265597</c:v>
                </c:pt>
                <c:pt idx="1324">
                  <c:v>0.96222825988</c:v>
                </c:pt>
                <c:pt idx="1325">
                  <c:v>0.96595071252</c:v>
                </c:pt>
                <c:pt idx="1326">
                  <c:v>0.96978201732</c:v>
                </c:pt>
                <c:pt idx="1327">
                  <c:v>0.97370992599</c:v>
                </c:pt>
                <c:pt idx="1328">
                  <c:v>0.97772188138</c:v>
                </c:pt>
                <c:pt idx="1329">
                  <c:v>0.98180505769</c:v>
                </c:pt>
                <c:pt idx="1330">
                  <c:v>0.98594640141</c:v>
                </c:pt>
                <c:pt idx="1331">
                  <c:v>0.99013267307</c:v>
                </c:pt>
                <c:pt idx="1332">
                  <c:v>0.99435048959</c:v>
                </c:pt>
                <c:pt idx="1333">
                  <c:v>0.99858636702</c:v>
                </c:pt>
                <c:pt idx="1334">
                  <c:v>1.0028267637</c:v>
                </c:pt>
                <c:pt idx="1335">
                  <c:v>1.0070581235</c:v>
                </c:pt>
                <c:pt idx="1336">
                  <c:v>1.0112669192</c:v>
                </c:pt>
                <c:pt idx="1337">
                  <c:v>1.0154396957</c:v>
                </c:pt>
                <c:pt idx="1338">
                  <c:v>1.019563113</c:v>
                </c:pt>
                <c:pt idx="1339">
                  <c:v>1.023623989</c:v>
                </c:pt>
                <c:pt idx="1340">
                  <c:v>1.0276093415</c:v>
                </c:pt>
                <c:pt idx="1341">
                  <c:v>1.0315064296</c:v>
                </c:pt>
                <c:pt idx="1342">
                  <c:v>1.0353027949</c:v>
                </c:pt>
                <c:pt idx="1343">
                  <c:v>1.0389863007</c:v>
                </c:pt>
                <c:pt idx="1344">
                  <c:v>1.0425451712</c:v>
                </c:pt>
                <c:pt idx="1345">
                  <c:v>1.045968029</c:v>
                </c:pt>
                <c:pt idx="1346">
                  <c:v>1.0492439317</c:v>
                </c:pt>
                <c:pt idx="1347">
                  <c:v>1.0523624064</c:v>
                </c:pt>
                <c:pt idx="1348">
                  <c:v>1.0553134838</c:v>
                </c:pt>
                <c:pt idx="1349">
                  <c:v>1.0580877295</c:v>
                </c:pt>
                <c:pt idx="1350">
                  <c:v>1.0606762746</c:v>
                </c:pt>
                <c:pt idx="1351">
                  <c:v>1.0630708437</c:v>
                </c:pt>
                <c:pt idx="1352">
                  <c:v>1.0652637816</c:v>
                </c:pt>
                <c:pt idx="1353">
                  <c:v>1.0672480778</c:v>
                </c:pt>
                <c:pt idx="1354">
                  <c:v>1.0690173886</c:v>
                </c:pt>
                <c:pt idx="1355">
                  <c:v>1.0705660577</c:v>
                </c:pt>
                <c:pt idx="1356">
                  <c:v>1.0718891342</c:v>
                </c:pt>
                <c:pt idx="1357">
                  <c:v>1.0729823883</c:v>
                </c:pt>
                <c:pt idx="1358">
                  <c:v>1.0738423251</c:v>
                </c:pt>
                <c:pt idx="1359">
                  <c:v>1.0744661953</c:v>
                </c:pt>
                <c:pt idx="1360">
                  <c:v>1.0748520046</c:v>
                </c:pt>
                <c:pt idx="1361">
                  <c:v>1.0749985196</c:v>
                </c:pt>
                <c:pt idx="1362">
                  <c:v>1.0749052717</c:v>
                </c:pt>
                <c:pt idx="1363">
                  <c:v>1.0745725593</c:v>
                </c:pt>
                <c:pt idx="1364">
                  <c:v>1.0740014458</c:v>
                </c:pt>
                <c:pt idx="1365">
                  <c:v>1.0731937571</c:v>
                </c:pt>
                <c:pt idx="1366">
                  <c:v>1.0721520754</c:v>
                </c:pt>
                <c:pt idx="1367">
                  <c:v>1.0708797306</c:v>
                </c:pt>
                <c:pt idx="1368">
                  <c:v>1.0693807905</c:v>
                </c:pt>
                <c:pt idx="1369">
                  <c:v>1.067660047</c:v>
                </c:pt>
                <c:pt idx="1370">
                  <c:v>1.065723001</c:v>
                </c:pt>
                <c:pt idx="1371">
                  <c:v>1.0635758452</c:v>
                </c:pt>
                <c:pt idx="1372">
                  <c:v>1.0612254438</c:v>
                </c:pt>
                <c:pt idx="1373">
                  <c:v>1.0586793108</c:v>
                </c:pt>
                <c:pt idx="1374">
                  <c:v>1.0559455859</c:v>
                </c:pt>
                <c:pt idx="1375">
                  <c:v>1.0530330086</c:v>
                </c:pt>
                <c:pt idx="1376">
                  <c:v>1.0499508901</c:v>
                </c:pt>
                <c:pt idx="1377">
                  <c:v>1.0467090835</c:v>
                </c:pt>
                <c:pt idx="1378">
                  <c:v>1.0433179528</c:v>
                </c:pt>
                <c:pt idx="1379">
                  <c:v>1.0397883388</c:v>
                </c:pt>
                <c:pt idx="1380">
                  <c:v>1.0361315256</c:v>
                </c:pt>
                <c:pt idx="1381">
                  <c:v>1.0323592034</c:v>
                </c:pt>
                <c:pt idx="1382">
                  <c:v>1.0284834322</c:v>
                </c:pt>
                <c:pt idx="1383">
                  <c:v>1.0245166022</c:v>
                </c:pt>
                <c:pt idx="1384">
                  <c:v>1.0204713952</c:v>
                </c:pt>
                <c:pt idx="1385">
                  <c:v>1.0163607431</c:v>
                </c:pt>
                <c:pt idx="1386">
                  <c:v>1.0121977874</c:v>
                </c:pt>
                <c:pt idx="1387">
                  <c:v>1.0079958366</c:v>
                </c:pt>
                <c:pt idx="1388">
                  <c:v>1.0037683239</c:v>
                </c:pt>
                <c:pt idx="1389">
                  <c:v>0.9995287642</c:v>
                </c:pt>
                <c:pt idx="1390">
                  <c:v>0.99529071104</c:v>
                </c:pt>
                <c:pt idx="1391">
                  <c:v>0.99106771299</c:v>
                </c:pt>
                <c:pt idx="1392">
                  <c:v>0.98687327058</c:v>
                </c:pt>
                <c:pt idx="1393">
                  <c:v>0.982720793</c:v>
                </c:pt>
                <c:pt idx="1394">
                  <c:v>0.97862355531</c:v>
                </c:pt>
                <c:pt idx="1395">
                  <c:v>0.97459465598</c:v>
                </c:pt>
                <c:pt idx="1396">
                  <c:v>0.97064697499</c:v>
                </c:pt>
                <c:pt idx="1397">
                  <c:v>0.96679313267</c:v>
                </c:pt>
                <c:pt idx="1398">
                  <c:v>0.96304544938</c:v>
                </c:pt>
                <c:pt idx="1399">
                  <c:v>0.95941590609</c:v>
                </c:pt>
                <c:pt idx="1400">
                  <c:v>0.95591610608</c:v>
                </c:pt>
                <c:pt idx="1401">
                  <c:v>0.95255723786</c:v>
                </c:pt>
                <c:pt idx="1402">
                  <c:v>0.94935003939</c:v>
                </c:pt>
                <c:pt idx="1403">
                  <c:v>0.94630476377</c:v>
                </c:pt>
                <c:pt idx="1404">
                  <c:v>0.94343114644</c:v>
                </c:pt>
                <c:pt idx="1405">
                  <c:v>0.94073837407</c:v>
                </c:pt>
                <c:pt idx="1406">
                  <c:v>0.93823505518</c:v>
                </c:pt>
                <c:pt idx="1407">
                  <c:v>0.93592919262</c:v>
                </c:pt>
                <c:pt idx="1408">
                  <c:v>0.93382815802</c:v>
                </c:pt>
                <c:pt idx="1409">
                  <c:v>0.93193866816</c:v>
                </c:pt>
                <c:pt idx="1410">
                  <c:v>0.93026676356</c:v>
                </c:pt>
                <c:pt idx="1411">
                  <c:v>0.92881778913</c:v>
                </c:pt>
                <c:pt idx="1412">
                  <c:v>0.92759637709</c:v>
                </c:pt>
                <c:pt idx="1413">
                  <c:v>0.92660643218</c:v>
                </c:pt>
                <c:pt idx="1414">
                  <c:v>0.92585111914</c:v>
                </c:pt>
                <c:pt idx="1415">
                  <c:v>0.92533285265</c:v>
                </c:pt>
                <c:pt idx="1416">
                  <c:v>0.92505328955</c:v>
                </c:pt>
                <c:pt idx="1417">
                  <c:v>0.92501332357</c:v>
                </c:pt>
                <c:pt idx="1418">
                  <c:v>0.92521308248</c:v>
                </c:pt>
                <c:pt idx="1419">
                  <c:v>0.92565192767</c:v>
                </c:pt>
                <c:pt idx="1420">
                  <c:v>0.9263284562</c:v>
                </c:pt>
                <c:pt idx="1421">
                  <c:v>0.92724050526</c:v>
                </c:pt>
                <c:pt idx="1422">
                  <c:v>0.92838515914</c:v>
                </c:pt>
                <c:pt idx="1423">
                  <c:v>0.92975875849</c:v>
                </c:pt>
                <c:pt idx="1424">
                  <c:v>0.93135691205</c:v>
                </c:pt>
                <c:pt idx="1425">
                  <c:v>0.93317451069</c:v>
                </c:pt>
                <c:pt idx="1426">
                  <c:v>0.93520574371</c:v>
                </c:pt>
                <c:pt idx="1427">
                  <c:v>0.93744411748</c:v>
                </c:pt>
                <c:pt idx="1428">
                  <c:v>0.93988247613</c:v>
                </c:pt>
                <c:pt idx="1429">
                  <c:v>0.94251302449</c:v>
                </c:pt>
                <c:pt idx="1430">
                  <c:v>0.94532735294</c:v>
                </c:pt>
                <c:pt idx="1431">
                  <c:v>0.94831646437</c:v>
                </c:pt>
                <c:pt idx="1432">
                  <c:v>0.95147080288</c:v>
                </c:pt>
                <c:pt idx="1433">
                  <c:v>0.95478028437</c:v>
                </c:pt>
                <c:pt idx="1434">
                  <c:v>0.95823432876</c:v>
                </c:pt>
                <c:pt idx="1435">
                  <c:v>0.96182189382</c:v>
                </c:pt>
                <c:pt idx="1436">
                  <c:v>0.96553151045</c:v>
                </c:pt>
                <c:pt idx="1437">
                  <c:v>0.96935131939</c:v>
                </c:pt>
                <c:pt idx="1438">
                  <c:v>0.9732691091</c:v>
                </c:pt>
                <c:pt idx="1439">
                  <c:v>0.97727235478</c:v>
                </c:pt>
                <c:pt idx="1440">
                  <c:v>0.98134825846</c:v>
                </c:pt>
                <c:pt idx="1441">
                  <c:v>0.9854837899</c:v>
                </c:pt>
                <c:pt idx="1442">
                  <c:v>0.9896657282</c:v>
                </c:pt>
                <c:pt idx="1443">
                  <c:v>0.99388070413</c:v>
                </c:pt>
                <c:pt idx="1444">
                  <c:v>0.99811524284</c:v>
                </c:pt>
                <c:pt idx="1445">
                  <c:v>1.0023558069</c:v>
                </c:pt>
                <c:pt idx="1446">
                  <c:v>1.0065888397</c:v>
                </c:pt>
                <c:pt idx="1447">
                  <c:v>1.0108008087</c:v>
                </c:pt>
                <c:pt idx="1448">
                  <c:v>1.0149782485</c:v>
                </c:pt>
                <c:pt idx="1449">
                  <c:v>1.0191078044</c:v>
                </c:pt>
                <c:pt idx="1450">
                  <c:v>1.0231762746</c:v>
                </c:pt>
                <c:pt idx="1451">
                  <c:v>1.0271706525</c:v>
                </c:pt>
                <c:pt idx="1452">
                  <c:v>1.0310781686</c:v>
                </c:pt>
                <c:pt idx="1453">
                  <c:v>1.0348863309</c:v>
                </c:pt>
                <c:pt idx="1454">
                  <c:v>1.038582965</c:v>
                </c:pt>
                <c:pt idx="1455">
                  <c:v>1.0421562533</c:v>
                </c:pt>
                <c:pt idx="1456">
                  <c:v>1.0455947723</c:v>
                </c:pt>
                <c:pt idx="1457">
                  <c:v>1.0488875294</c:v>
                </c:pt>
                <c:pt idx="1458">
                  <c:v>1.0520239979</c:v>
                </c:pt>
                <c:pt idx="1459">
                  <c:v>1.054994151</c:v>
                </c:pt>
                <c:pt idx="1460">
                  <c:v>1.0577884932</c:v>
                </c:pt>
                <c:pt idx="1461">
                  <c:v>1.0603980914</c:v>
                </c:pt>
                <c:pt idx="1462">
                  <c:v>1.062814603</c:v>
                </c:pt>
                <c:pt idx="1463">
                  <c:v>1.0650303026</c:v>
                </c:pt>
                <c:pt idx="1464">
                  <c:v>1.0670381068</c:v>
                </c:pt>
                <c:pt idx="1465">
                  <c:v>1.0688315969</c:v>
                </c:pt>
                <c:pt idx="1466">
                  <c:v>1.0704050393</c:v>
                </c:pt>
                <c:pt idx="1467">
                  <c:v>1.0717534039</c:v>
                </c:pt>
                <c:pt idx="1468">
                  <c:v>1.07287238</c:v>
                </c:pt>
                <c:pt idx="1469">
                  <c:v>1.0737583904</c:v>
                </c:pt>
                <c:pt idx="1470">
                  <c:v>1.0744086026</c:v>
                </c:pt>
                <c:pt idx="1471">
                  <c:v>1.074820938</c:v>
                </c:pt>
                <c:pt idx="1472">
                  <c:v>1.0749940783</c:v>
                </c:pt>
                <c:pt idx="1473">
                  <c:v>1.0749274701</c:v>
                </c:pt>
                <c:pt idx="1474">
                  <c:v>1.0746213263</c:v>
                </c:pt>
                <c:pt idx="1475">
                  <c:v>1.0740766255</c:v>
                </c:pt>
                <c:pt idx="1476">
                  <c:v>1.0732951093</c:v>
                </c:pt>
                <c:pt idx="1477">
                  <c:v>1.0722792759</c:v>
                </c:pt>
                <c:pt idx="1478">
                  <c:v>1.0710323729</c:v>
                </c:pt>
                <c:pt idx="1479">
                  <c:v>1.0695583865</c:v>
                </c:pt>
                <c:pt idx="1480">
                  <c:v>1.0678620289</c:v>
                </c:pt>
                <c:pt idx="1481">
                  <c:v>1.0659487233</c:v>
                </c:pt>
                <c:pt idx="1482">
                  <c:v>1.0638245861</c:v>
                </c:pt>
                <c:pt idx="1483">
                  <c:v>1.0614964082</c:v>
                </c:pt>
                <c:pt idx="1484">
                  <c:v>1.0589716324</c:v>
                </c:pt>
                <c:pt idx="1485">
                  <c:v>1.0562583302</c:v>
                </c:pt>
                <c:pt idx="1486">
                  <c:v>1.0533651758</c:v>
                </c:pt>
                <c:pt idx="1487">
                  <c:v>1.0503014182</c:v>
                </c:pt>
                <c:pt idx="1488">
                  <c:v>1.0470768521</c:v>
                </c:pt>
                <c:pt idx="1489">
                  <c:v>1.043701786</c:v>
                </c:pt>
                <c:pt idx="1490">
                  <c:v>1.0401870096</c:v>
                </c:pt>
                <c:pt idx="1491">
                  <c:v>1.0365437594</c:v>
                </c:pt>
                <c:pt idx="1492">
                  <c:v>1.0327836825</c:v>
                </c:pt>
                <c:pt idx="1493">
                  <c:v>1.0289187994</c:v>
                </c:pt>
                <c:pt idx="1494">
                  <c:v>1.0249614658</c:v>
                </c:pt>
                <c:pt idx="1495">
                  <c:v>1.020924333</c:v>
                </c:pt>
                <c:pt idx="1496">
                  <c:v>1.0168203071</c:v>
                </c:pt>
                <c:pt idx="1497">
                  <c:v>1.0126625084</c:v>
                </c:pt>
                <c:pt idx="1498">
                  <c:v>1.0084642289</c:v>
                </c:pt>
                <c:pt idx="1499">
                  <c:v>1.0042388901</c:v>
                </c:pt>
                <c:pt idx="1500">
                  <c:v>1</c:v>
                </c:pt>
                <c:pt idx="1501">
                  <c:v>0.99576110991</c:v>
                </c:pt>
                <c:pt idx="1502">
                  <c:v>0.99153577113</c:v>
                </c:pt>
                <c:pt idx="1503">
                  <c:v>0.98733749165</c:v>
                </c:pt>
                <c:pt idx="1504">
                  <c:v>0.98317969293</c:v>
                </c:pt>
                <c:pt idx="1505">
                  <c:v>0.97907566705</c:v>
                </c:pt>
                <c:pt idx="1506">
                  <c:v>0.97503853416</c:v>
                </c:pt>
                <c:pt idx="1507">
                  <c:v>0.97108120058</c:v>
                </c:pt>
                <c:pt idx="1508">
                  <c:v>0.9672163175</c:v>
                </c:pt>
                <c:pt idx="1509">
                  <c:v>0.96345624057</c:v>
                </c:pt>
                <c:pt idx="1510">
                  <c:v>0.95981299038</c:v>
                </c:pt>
                <c:pt idx="1511">
                  <c:v>0.95629821402</c:v>
                </c:pt>
                <c:pt idx="1512">
                  <c:v>0.9529231479</c:v>
                </c:pt>
                <c:pt idx="1513">
                  <c:v>0.94969858176</c:v>
                </c:pt>
                <c:pt idx="1514">
                  <c:v>0.94663482421</c:v>
                </c:pt>
                <c:pt idx="1515">
                  <c:v>0.94374166978</c:v>
                </c:pt>
                <c:pt idx="1516">
                  <c:v>0.94102836759</c:v>
                </c:pt>
                <c:pt idx="1517">
                  <c:v>0.9385035918</c:v>
                </c:pt>
                <c:pt idx="1518">
                  <c:v>0.93617541387</c:v>
                </c:pt>
                <c:pt idx="1519">
                  <c:v>0.93405127674</c:v>
                </c:pt>
                <c:pt idx="1520">
                  <c:v>0.93213797107</c:v>
                </c:pt>
                <c:pt idx="1521">
                  <c:v>0.9304416135</c:v>
                </c:pt>
                <c:pt idx="1522">
                  <c:v>0.92896762713</c:v>
                </c:pt>
                <c:pt idx="1523">
                  <c:v>0.92772072413</c:v>
                </c:pt>
                <c:pt idx="1524">
                  <c:v>0.92670489073</c:v>
                </c:pt>
                <c:pt idx="1525">
                  <c:v>0.92592337446</c:v>
                </c:pt>
                <c:pt idx="1526">
                  <c:v>0.92537867373</c:v>
                </c:pt>
                <c:pt idx="1527">
                  <c:v>0.9250725299</c:v>
                </c:pt>
                <c:pt idx="1528">
                  <c:v>0.92500592168</c:v>
                </c:pt>
                <c:pt idx="1529">
                  <c:v>0.92517906202</c:v>
                </c:pt>
                <c:pt idx="1530">
                  <c:v>0.9255913974</c:v>
                </c:pt>
                <c:pt idx="1531">
                  <c:v>0.92624160963</c:v>
                </c:pt>
                <c:pt idx="1532">
                  <c:v>0.92712762003</c:v>
                </c:pt>
                <c:pt idx="1533">
                  <c:v>0.92824659613</c:v>
                </c:pt>
                <c:pt idx="1534">
                  <c:v>0.92959496068</c:v>
                </c:pt>
                <c:pt idx="1535">
                  <c:v>0.93116840307</c:v>
                </c:pt>
                <c:pt idx="1536">
                  <c:v>0.93296189319</c:v>
                </c:pt>
                <c:pt idx="1537">
                  <c:v>0.93496969741</c:v>
                </c:pt>
                <c:pt idx="1538">
                  <c:v>0.937185397</c:v>
                </c:pt>
                <c:pt idx="1539">
                  <c:v>0.93960190857</c:v>
                </c:pt>
                <c:pt idx="1540">
                  <c:v>0.94221150679</c:v>
                </c:pt>
                <c:pt idx="1541">
                  <c:v>0.94500584903</c:v>
                </c:pt>
                <c:pt idx="1542">
                  <c:v>0.94797600206</c:v>
                </c:pt>
                <c:pt idx="1543">
                  <c:v>0.9511124706</c:v>
                </c:pt>
                <c:pt idx="1544">
                  <c:v>0.95440522767</c:v>
                </c:pt>
                <c:pt idx="1545">
                  <c:v>0.95784374666</c:v>
                </c:pt>
                <c:pt idx="1546">
                  <c:v>0.96141703497</c:v>
                </c:pt>
                <c:pt idx="1547">
                  <c:v>0.96511366914</c:v>
                </c:pt>
                <c:pt idx="1548">
                  <c:v>0.96892183143</c:v>
                </c:pt>
                <c:pt idx="1549">
                  <c:v>0.9728293475</c:v>
                </c:pt>
                <c:pt idx="1550">
                  <c:v>0.97682372542</c:v>
                </c:pt>
                <c:pt idx="1551">
                  <c:v>0.98089219557</c:v>
                </c:pt>
                <c:pt idx="1552">
                  <c:v>0.98502175146</c:v>
                </c:pt>
                <c:pt idx="1553">
                  <c:v>0.98919919131</c:v>
                </c:pt>
                <c:pt idx="1554">
                  <c:v>0.99341116026</c:v>
                </c:pt>
                <c:pt idx="1555">
                  <c:v>0.99764419307</c:v>
                </c:pt>
                <c:pt idx="1556">
                  <c:v>1.0018847572</c:v>
                </c:pt>
                <c:pt idx="1557">
                  <c:v>1.0061192959</c:v>
                </c:pt>
                <c:pt idx="1558">
                  <c:v>1.0103342718</c:v>
                </c:pt>
                <c:pt idx="1559">
                  <c:v>1.0145162101</c:v>
                </c:pt>
                <c:pt idx="1560">
                  <c:v>1.0186517415</c:v>
                </c:pt>
                <c:pt idx="1561">
                  <c:v>1.0227276452</c:v>
                </c:pt>
                <c:pt idx="1562">
                  <c:v>1.0267308909</c:v>
                </c:pt>
                <c:pt idx="1563">
                  <c:v>1.0306486806</c:v>
                </c:pt>
                <c:pt idx="1564">
                  <c:v>1.0344684895</c:v>
                </c:pt>
                <c:pt idx="1565">
                  <c:v>1.0381781062</c:v>
                </c:pt>
                <c:pt idx="1566">
                  <c:v>1.0417656712</c:v>
                </c:pt>
                <c:pt idx="1567">
                  <c:v>1.0452197156</c:v>
                </c:pt>
                <c:pt idx="1568">
                  <c:v>1.0485291971</c:v>
                </c:pt>
                <c:pt idx="1569">
                  <c:v>1.0516835356</c:v>
                </c:pt>
                <c:pt idx="1570">
                  <c:v>1.0546726471</c:v>
                </c:pt>
                <c:pt idx="1571">
                  <c:v>1.0574869755</c:v>
                </c:pt>
                <c:pt idx="1572">
                  <c:v>1.0601175239</c:v>
                </c:pt>
                <c:pt idx="1573">
                  <c:v>1.0625558825</c:v>
                </c:pt>
                <c:pt idx="1574">
                  <c:v>1.0647942563</c:v>
                </c:pt>
                <c:pt idx="1575">
                  <c:v>1.0668254893</c:v>
                </c:pt>
                <c:pt idx="1576">
                  <c:v>1.0686430879</c:v>
                </c:pt>
                <c:pt idx="1577">
                  <c:v>1.0702412415</c:v>
                </c:pt>
                <c:pt idx="1578">
                  <c:v>1.0716148409</c:v>
                </c:pt>
                <c:pt idx="1579">
                  <c:v>1.0727594947</c:v>
                </c:pt>
                <c:pt idx="1580">
                  <c:v>1.0736715438</c:v>
                </c:pt>
                <c:pt idx="1581">
                  <c:v>1.0743480723</c:v>
                </c:pt>
                <c:pt idx="1582">
                  <c:v>1.0747869175</c:v>
                </c:pt>
                <c:pt idx="1583">
                  <c:v>1.0749866764</c:v>
                </c:pt>
                <c:pt idx="1584">
                  <c:v>1.0749467104</c:v>
                </c:pt>
                <c:pt idx="1585">
                  <c:v>1.0746671473</c:v>
                </c:pt>
                <c:pt idx="1586">
                  <c:v>1.0741488809</c:v>
                </c:pt>
                <c:pt idx="1587">
                  <c:v>1.0733935678</c:v>
                </c:pt>
                <c:pt idx="1588">
                  <c:v>1.0724036229</c:v>
                </c:pt>
                <c:pt idx="1589">
                  <c:v>1.0711822109</c:v>
                </c:pt>
                <c:pt idx="1590">
                  <c:v>1.0697332364</c:v>
                </c:pt>
                <c:pt idx="1591">
                  <c:v>1.0680613318</c:v>
                </c:pt>
                <c:pt idx="1592">
                  <c:v>1.066171842</c:v>
                </c:pt>
                <c:pt idx="1593">
                  <c:v>1.0640708074</c:v>
                </c:pt>
                <c:pt idx="1594">
                  <c:v>1.0617649448</c:v>
                </c:pt>
                <c:pt idx="1595">
                  <c:v>1.0592616259</c:v>
                </c:pt>
                <c:pt idx="1596">
                  <c:v>1.0565688536</c:v>
                </c:pt>
                <c:pt idx="1597">
                  <c:v>1.0536952362</c:v>
                </c:pt>
                <c:pt idx="1598">
                  <c:v>1.0506499606</c:v>
                </c:pt>
                <c:pt idx="1599">
                  <c:v>1.0474427621</c:v>
                </c:pt>
                <c:pt idx="1600">
                  <c:v>1.0440838939</c:v>
                </c:pt>
                <c:pt idx="1601">
                  <c:v>1.0405840939</c:v>
                </c:pt>
                <c:pt idx="1602">
                  <c:v>1.0369545506</c:v>
                </c:pt>
                <c:pt idx="1603">
                  <c:v>1.0332068673</c:v>
                </c:pt>
                <c:pt idx="1604">
                  <c:v>1.029353025</c:v>
                </c:pt>
                <c:pt idx="1605">
                  <c:v>1.025405344</c:v>
                </c:pt>
                <c:pt idx="1606">
                  <c:v>1.0213764447</c:v>
                </c:pt>
                <c:pt idx="1607">
                  <c:v>1.017279207</c:v>
                </c:pt>
                <c:pt idx="1608">
                  <c:v>1.0131267294</c:v>
                </c:pt>
                <c:pt idx="1609">
                  <c:v>1.008932287</c:v>
                </c:pt>
                <c:pt idx="1610">
                  <c:v>1.004709289</c:v>
                </c:pt>
                <c:pt idx="1611">
                  <c:v>1.0004712358</c:v>
                </c:pt>
                <c:pt idx="1612">
                  <c:v>0.99623167614</c:v>
                </c:pt>
                <c:pt idx="1613">
                  <c:v>0.99200416343</c:v>
                </c:pt>
                <c:pt idx="1614">
                  <c:v>0.98780221261</c:v>
                </c:pt>
                <c:pt idx="1615">
                  <c:v>0.9836392569</c:v>
                </c:pt>
                <c:pt idx="1616">
                  <c:v>0.97952860484</c:v>
                </c:pt>
                <c:pt idx="1617">
                  <c:v>0.97548339778</c:v>
                </c:pt>
                <c:pt idx="1618">
                  <c:v>0.97151656784</c:v>
                </c:pt>
                <c:pt idx="1619">
                  <c:v>0.96764079657</c:v>
                </c:pt>
                <c:pt idx="1620">
                  <c:v>0.96386847444</c:v>
                </c:pt>
                <c:pt idx="1621">
                  <c:v>0.96021166118</c:v>
                </c:pt>
                <c:pt idx="1622">
                  <c:v>0.95668204724</c:v>
                </c:pt>
                <c:pt idx="1623">
                  <c:v>0.95329091646</c:v>
                </c:pt>
                <c:pt idx="1624">
                  <c:v>0.95004910994</c:v>
                </c:pt>
                <c:pt idx="1625">
                  <c:v>0.94696699141</c:v>
                </c:pt>
                <c:pt idx="1626">
                  <c:v>0.94405441409</c:v>
                </c:pt>
                <c:pt idx="1627">
                  <c:v>0.94132068921</c:v>
                </c:pt>
                <c:pt idx="1628">
                  <c:v>0.9387745562</c:v>
                </c:pt>
                <c:pt idx="1629">
                  <c:v>0.93642415479</c:v>
                </c:pt>
                <c:pt idx="1630">
                  <c:v>0.934276999</c:v>
                </c:pt>
                <c:pt idx="1631">
                  <c:v>0.93233995305</c:v>
                </c:pt>
                <c:pt idx="1632">
                  <c:v>0.93061920949</c:v>
                </c:pt>
                <c:pt idx="1633">
                  <c:v>0.92912026936</c:v>
                </c:pt>
                <c:pt idx="1634">
                  <c:v>0.92784792463</c:v>
                </c:pt>
                <c:pt idx="1635">
                  <c:v>0.92680624285</c:v>
                </c:pt>
                <c:pt idx="1636">
                  <c:v>0.92599855418</c:v>
                </c:pt>
                <c:pt idx="1637">
                  <c:v>0.92542744072</c:v>
                </c:pt>
                <c:pt idx="1638">
                  <c:v>0.92509472825</c:v>
                </c:pt>
                <c:pt idx="1639">
                  <c:v>0.92500148044</c:v>
                </c:pt>
                <c:pt idx="1640">
                  <c:v>0.92514799537</c:v>
                </c:pt>
                <c:pt idx="1641">
                  <c:v>0.92553380466</c:v>
                </c:pt>
                <c:pt idx="1642">
                  <c:v>0.92615767491</c:v>
                </c:pt>
                <c:pt idx="1643">
                  <c:v>0.92701761168</c:v>
                </c:pt>
                <c:pt idx="1644">
                  <c:v>0.92811086582</c:v>
                </c:pt>
                <c:pt idx="1645">
                  <c:v>0.92943394233</c:v>
                </c:pt>
                <c:pt idx="1646">
                  <c:v>0.93098261145</c:v>
                </c:pt>
                <c:pt idx="1647">
                  <c:v>0.93275192224</c:v>
                </c:pt>
                <c:pt idx="1648">
                  <c:v>0.9347362184</c:v>
                </c:pt>
                <c:pt idx="1649">
                  <c:v>0.93692915633</c:v>
                </c:pt>
                <c:pt idx="1650">
                  <c:v>0.93932372542</c:v>
                </c:pt>
                <c:pt idx="1651">
                  <c:v>0.94191227049</c:v>
                </c:pt>
                <c:pt idx="1652">
                  <c:v>0.9446865162</c:v>
                </c:pt>
                <c:pt idx="1653">
                  <c:v>0.94763759358</c:v>
                </c:pt>
                <c:pt idx="1654">
                  <c:v>0.95075606832</c:v>
                </c:pt>
                <c:pt idx="1655">
                  <c:v>0.95403197098</c:v>
                </c:pt>
                <c:pt idx="1656">
                  <c:v>0.95745482882</c:v>
                </c:pt>
                <c:pt idx="1657">
                  <c:v>0.9610136993</c:v>
                </c:pt>
                <c:pt idx="1658">
                  <c:v>0.96469720509</c:v>
                </c:pt>
                <c:pt idx="1659">
                  <c:v>0.96849357037</c:v>
                </c:pt>
                <c:pt idx="1660">
                  <c:v>0.97239065855</c:v>
                </c:pt>
                <c:pt idx="1661">
                  <c:v>0.97637601103</c:v>
                </c:pt>
                <c:pt idx="1662">
                  <c:v>0.98043688703</c:v>
                </c:pt>
                <c:pt idx="1663">
                  <c:v>0.98456030434</c:v>
                </c:pt>
                <c:pt idx="1664">
                  <c:v>0.98873308082</c:v>
                </c:pt>
                <c:pt idx="1665">
                  <c:v>0.9929418765</c:v>
                </c:pt>
                <c:pt idx="1666">
                  <c:v>0.9971732363</c:v>
                </c:pt>
                <c:pt idx="1667">
                  <c:v>1.001413633</c:v>
                </c:pt>
                <c:pt idx="1668">
                  <c:v>1.0056495104</c:v>
                </c:pt>
                <c:pt idx="1669">
                  <c:v>1.0098673269</c:v>
                </c:pt>
                <c:pt idx="1670">
                  <c:v>1.0140535986</c:v>
                </c:pt>
                <c:pt idx="1671">
                  <c:v>1.0181949423</c:v>
                </c:pt>
                <c:pt idx="1672">
                  <c:v>1.0222781186</c:v>
                </c:pt>
                <c:pt idx="1673">
                  <c:v>1.026290074</c:v>
                </c:pt>
                <c:pt idx="1674">
                  <c:v>1.0302179827</c:v>
                </c:pt>
                <c:pt idx="1675">
                  <c:v>1.0340492875</c:v>
                </c:pt>
                <c:pt idx="1676">
                  <c:v>1.0377717401</c:v>
                </c:pt>
                <c:pt idx="1677">
                  <c:v>1.0413734403</c:v>
                </c:pt>
                <c:pt idx="1678">
                  <c:v>1.0448428737</c:v>
                </c:pt>
                <c:pt idx="1679">
                  <c:v>1.048168949</c:v>
                </c:pt>
                <c:pt idx="1680">
                  <c:v>1.0513410329</c:v>
                </c:pt>
                <c:pt idx="1681">
                  <c:v>1.0543489848</c:v>
                </c:pt>
                <c:pt idx="1682">
                  <c:v>1.0571831883</c:v>
                </c:pt>
                <c:pt idx="1683">
                  <c:v>1.059834583</c:v>
                </c:pt>
                <c:pt idx="1684">
                  <c:v>1.0622946924</c:v>
                </c:pt>
                <c:pt idx="1685">
                  <c:v>1.064555652</c:v>
                </c:pt>
                <c:pt idx="1686">
                  <c:v>1.0666102337</c:v>
                </c:pt>
                <c:pt idx="1687">
                  <c:v>1.0684518691</c:v>
                </c:pt>
                <c:pt idx="1688">
                  <c:v>1.0700746707</c:v>
                </c:pt>
                <c:pt idx="1689">
                  <c:v>1.0714734506</c:v>
                </c:pt>
                <c:pt idx="1690">
                  <c:v>1.0726437371</c:v>
                </c:pt>
                <c:pt idx="1691">
                  <c:v>1.0735817888</c:v>
                </c:pt>
                <c:pt idx="1692">
                  <c:v>1.0742846069</c:v>
                </c:pt>
                <c:pt idx="1693">
                  <c:v>1.0747499446</c:v>
                </c:pt>
                <c:pt idx="1694">
                  <c:v>1.0749763142</c:v>
                </c:pt>
                <c:pt idx="1695">
                  <c:v>1.074962992</c:v>
                </c:pt>
                <c:pt idx="1696">
                  <c:v>1.0747100207</c:v>
                </c:pt>
                <c:pt idx="1697">
                  <c:v>1.0742182089</c:v>
                </c:pt>
                <c:pt idx="1698">
                  <c:v>1.0734891289</c:v>
                </c:pt>
                <c:pt idx="1699">
                  <c:v>1.0725251116</c:v>
                </c:pt>
                <c:pt idx="1700">
                  <c:v>1.0713292387</c:v>
                </c:pt>
                <c:pt idx="1701">
                  <c:v>1.0699053334</c:v>
                </c:pt>
                <c:pt idx="1702">
                  <c:v>1.0682579478</c:v>
                </c:pt>
                <c:pt idx="1703">
                  <c:v>1.0663923483</c:v>
                </c:pt>
                <c:pt idx="1704">
                  <c:v>1.0643144992</c:v>
                </c:pt>
                <c:pt idx="1705">
                  <c:v>1.0620310431</c:v>
                </c:pt>
                <c:pt idx="1706">
                  <c:v>1.0595492799</c:v>
                </c:pt>
                <c:pt idx="1707">
                  <c:v>1.0568771436</c:v>
                </c:pt>
                <c:pt idx="1708">
                  <c:v>1.0540231769</c:v>
                </c:pt>
                <c:pt idx="1709">
                  <c:v>1.0509965034</c:v>
                </c:pt>
                <c:pt idx="1710">
                  <c:v>1.0478067992</c:v>
                </c:pt>
                <c:pt idx="1711">
                  <c:v>1.0444642615</c:v>
                </c:pt>
                <c:pt idx="1712">
                  <c:v>1.040979576</c:v>
                </c:pt>
                <c:pt idx="1713">
                  <c:v>1.0373638829</c:v>
                </c:pt>
                <c:pt idx="1714">
                  <c:v>1.0336287412</c:v>
                </c:pt>
                <c:pt idx="1715">
                  <c:v>1.0297860918</c:v>
                </c:pt>
                <c:pt idx="1716">
                  <c:v>1.0258482192</c:v>
                </c:pt>
                <c:pt idx="1717">
                  <c:v>1.0218277125</c:v>
                </c:pt>
                <c:pt idx="1718">
                  <c:v>1.0177374248</c:v>
                </c:pt>
                <c:pt idx="1719">
                  <c:v>1.0135904323</c:v>
                </c:pt>
                <c:pt idx="1720">
                  <c:v>1.0093999925</c:v>
                </c:pt>
                <c:pt idx="1721">
                  <c:v>1.0051795019</c:v>
                </c:pt>
                <c:pt idx="1722">
                  <c:v>1.000942453</c:v>
                </c:pt>
                <c:pt idx="1723">
                  <c:v>0.99670239113</c:v>
                </c:pt>
                <c:pt idx="1724">
                  <c:v>0.99247287139</c:v>
                </c:pt>
                <c:pt idx="1725">
                  <c:v>0.98826741512</c:v>
                </c:pt>
                <c:pt idx="1726">
                  <c:v>0.98409946676</c:v>
                </c:pt>
                <c:pt idx="1727">
                  <c:v>0.9799823508</c:v>
                </c:pt>
                <c:pt idx="1728">
                  <c:v>0.97592922926</c:v>
                </c:pt>
                <c:pt idx="1729">
                  <c:v>0.97195305957</c:v>
                </c:pt>
                <c:pt idx="1730">
                  <c:v>0.96806655313</c:v>
                </c:pt>
                <c:pt idx="1731">
                  <c:v>0.96428213472</c:v>
                </c:pt>
                <c:pt idx="1732">
                  <c:v>0.96061190275</c:v>
                </c:pt>
                <c:pt idx="1733">
                  <c:v>0.95706759058</c:v>
                </c:pt>
                <c:pt idx="1734">
                  <c:v>0.95366052902</c:v>
                </c:pt>
                <c:pt idx="1735">
                  <c:v>0.9504016101</c:v>
                </c:pt>
                <c:pt idx="1736">
                  <c:v>0.94730125227</c:v>
                </c:pt>
                <c:pt idx="1737">
                  <c:v>0.94436936704</c:v>
                </c:pt>
                <c:pt idx="1738">
                  <c:v>0.94161532738</c:v>
                </c:pt>
                <c:pt idx="1739">
                  <c:v>0.93904793767</c:v>
                </c:pt>
                <c:pt idx="1740">
                  <c:v>0.93667540559</c:v>
                </c:pt>
                <c:pt idx="1741">
                  <c:v>0.93450531589</c:v>
                </c:pt>
                <c:pt idx="1742">
                  <c:v>0.93254460613</c:v>
                </c:pt>
                <c:pt idx="1743">
                  <c:v>0.93079954451</c:v>
                </c:pt>
                <c:pt idx="1744">
                  <c:v>0.92927570981</c:v>
                </c:pt>
                <c:pt idx="1745">
                  <c:v>0.92797797357</c:v>
                </c:pt>
                <c:pt idx="1746">
                  <c:v>0.92691048454</c:v>
                </c:pt>
                <c:pt idx="1747">
                  <c:v>0.92607665536</c:v>
                </c:pt>
                <c:pt idx="1748">
                  <c:v>0.92547915171</c:v>
                </c:pt>
                <c:pt idx="1749">
                  <c:v>0.92511988374</c:v>
                </c:pt>
                <c:pt idx="1750">
                  <c:v>0.925</c:v>
                </c:pt>
                <c:pt idx="1751">
                  <c:v>0.92511988374</c:v>
                </c:pt>
                <c:pt idx="1752">
                  <c:v>0.92547915171</c:v>
                </c:pt>
                <c:pt idx="1753">
                  <c:v>0.92607665536</c:v>
                </c:pt>
                <c:pt idx="1754">
                  <c:v>0.92691048454</c:v>
                </c:pt>
                <c:pt idx="1755">
                  <c:v>0.92797797357</c:v>
                </c:pt>
                <c:pt idx="1756">
                  <c:v>0.92927570981</c:v>
                </c:pt>
                <c:pt idx="1757">
                  <c:v>0.93079954451</c:v>
                </c:pt>
                <c:pt idx="1758">
                  <c:v>0.93254460613</c:v>
                </c:pt>
                <c:pt idx="1759">
                  <c:v>0.93450531589</c:v>
                </c:pt>
                <c:pt idx="1760">
                  <c:v>0.93667540559</c:v>
                </c:pt>
                <c:pt idx="1761">
                  <c:v>0.93904793767</c:v>
                </c:pt>
                <c:pt idx="1762">
                  <c:v>0.94161532738</c:v>
                </c:pt>
                <c:pt idx="1763">
                  <c:v>0.94436936704</c:v>
                </c:pt>
                <c:pt idx="1764">
                  <c:v>0.94730125227</c:v>
                </c:pt>
                <c:pt idx="1765">
                  <c:v>0.9504016101</c:v>
                </c:pt>
                <c:pt idx="1766">
                  <c:v>0.95366052902</c:v>
                </c:pt>
                <c:pt idx="1767">
                  <c:v>0.95706759058</c:v>
                </c:pt>
                <c:pt idx="1768">
                  <c:v>0.96061190275</c:v>
                </c:pt>
                <c:pt idx="1769">
                  <c:v>0.96428213472</c:v>
                </c:pt>
                <c:pt idx="1770">
                  <c:v>0.96806655313</c:v>
                </c:pt>
                <c:pt idx="1771">
                  <c:v>0.97195305957</c:v>
                </c:pt>
                <c:pt idx="1772">
                  <c:v>0.97592922926</c:v>
                </c:pt>
                <c:pt idx="1773">
                  <c:v>0.9799823508</c:v>
                </c:pt>
                <c:pt idx="1774">
                  <c:v>0.98409946676</c:v>
                </c:pt>
                <c:pt idx="1775">
                  <c:v>0.98826741512</c:v>
                </c:pt>
                <c:pt idx="1776">
                  <c:v>0.99247287139</c:v>
                </c:pt>
                <c:pt idx="1777">
                  <c:v>0.99670239113</c:v>
                </c:pt>
                <c:pt idx="1778">
                  <c:v>1.000942453</c:v>
                </c:pt>
                <c:pt idx="1779">
                  <c:v>1.0051795019</c:v>
                </c:pt>
                <c:pt idx="1780">
                  <c:v>1.0093999925</c:v>
                </c:pt>
                <c:pt idx="1781">
                  <c:v>1.0135904323</c:v>
                </c:pt>
                <c:pt idx="1782">
                  <c:v>1.0177374248</c:v>
                </c:pt>
                <c:pt idx="1783">
                  <c:v>1.0218277125</c:v>
                </c:pt>
                <c:pt idx="1784">
                  <c:v>1.0258482192</c:v>
                </c:pt>
                <c:pt idx="1785">
                  <c:v>1.0297860918</c:v>
                </c:pt>
                <c:pt idx="1786">
                  <c:v>1.0336287412</c:v>
                </c:pt>
                <c:pt idx="1787">
                  <c:v>1.0373638829</c:v>
                </c:pt>
                <c:pt idx="1788">
                  <c:v>1.040979576</c:v>
                </c:pt>
                <c:pt idx="1789">
                  <c:v>1.0444642615</c:v>
                </c:pt>
                <c:pt idx="1790">
                  <c:v>1.0478067992</c:v>
                </c:pt>
                <c:pt idx="1791">
                  <c:v>1.0509965034</c:v>
                </c:pt>
                <c:pt idx="1792">
                  <c:v>1.0540231769</c:v>
                </c:pt>
                <c:pt idx="1793">
                  <c:v>1.0568771436</c:v>
                </c:pt>
                <c:pt idx="1794">
                  <c:v>1.0595492799</c:v>
                </c:pt>
                <c:pt idx="1795">
                  <c:v>1.0620310431</c:v>
                </c:pt>
                <c:pt idx="1796">
                  <c:v>1.0643144992</c:v>
                </c:pt>
                <c:pt idx="1797">
                  <c:v>1.0663923483</c:v>
                </c:pt>
                <c:pt idx="1798">
                  <c:v>1.0682579478</c:v>
                </c:pt>
                <c:pt idx="1799">
                  <c:v>1.0699053334</c:v>
                </c:pt>
                <c:pt idx="1800">
                  <c:v>1.0713292387</c:v>
                </c:pt>
                <c:pt idx="1801">
                  <c:v>1.0725251116</c:v>
                </c:pt>
                <c:pt idx="1802">
                  <c:v>1.0734891289</c:v>
                </c:pt>
                <c:pt idx="1803">
                  <c:v>1.0742182089</c:v>
                </c:pt>
                <c:pt idx="1804">
                  <c:v>1.0747100207</c:v>
                </c:pt>
                <c:pt idx="1805">
                  <c:v>1.074962992</c:v>
                </c:pt>
                <c:pt idx="1806">
                  <c:v>1.0749763142</c:v>
                </c:pt>
                <c:pt idx="1807">
                  <c:v>1.0747499446</c:v>
                </c:pt>
                <c:pt idx="1808">
                  <c:v>1.0742846069</c:v>
                </c:pt>
                <c:pt idx="1809">
                  <c:v>1.0735817888</c:v>
                </c:pt>
                <c:pt idx="1810">
                  <c:v>1.0726437371</c:v>
                </c:pt>
                <c:pt idx="1811">
                  <c:v>1.0714734506</c:v>
                </c:pt>
                <c:pt idx="1812">
                  <c:v>1.0700746707</c:v>
                </c:pt>
                <c:pt idx="1813">
                  <c:v>1.0684518691</c:v>
                </c:pt>
                <c:pt idx="1814">
                  <c:v>1.0666102337</c:v>
                </c:pt>
                <c:pt idx="1815">
                  <c:v>1.064555652</c:v>
                </c:pt>
                <c:pt idx="1816">
                  <c:v>1.0622946924</c:v>
                </c:pt>
                <c:pt idx="1817">
                  <c:v>1.059834583</c:v>
                </c:pt>
                <c:pt idx="1818">
                  <c:v>1.0571831883</c:v>
                </c:pt>
                <c:pt idx="1819">
                  <c:v>1.0543489848</c:v>
                </c:pt>
                <c:pt idx="1820">
                  <c:v>1.0513410329</c:v>
                </c:pt>
                <c:pt idx="1821">
                  <c:v>1.048168949</c:v>
                </c:pt>
                <c:pt idx="1822">
                  <c:v>1.0448428737</c:v>
                </c:pt>
                <c:pt idx="1823">
                  <c:v>1.0413734403</c:v>
                </c:pt>
                <c:pt idx="1824">
                  <c:v>1.0377717401</c:v>
                </c:pt>
                <c:pt idx="1825">
                  <c:v>1.0340492875</c:v>
                </c:pt>
                <c:pt idx="1826">
                  <c:v>1.0302179827</c:v>
                </c:pt>
                <c:pt idx="1827">
                  <c:v>1.026290074</c:v>
                </c:pt>
                <c:pt idx="1828">
                  <c:v>1.0222781186</c:v>
                </c:pt>
                <c:pt idx="1829">
                  <c:v>1.0181949423</c:v>
                </c:pt>
                <c:pt idx="1830">
                  <c:v>1.0140535986</c:v>
                </c:pt>
                <c:pt idx="1831">
                  <c:v>1.0098673269</c:v>
                </c:pt>
                <c:pt idx="1832">
                  <c:v>1.0056495104</c:v>
                </c:pt>
                <c:pt idx="1833">
                  <c:v>1.001413633</c:v>
                </c:pt>
                <c:pt idx="1834">
                  <c:v>0.9971732363</c:v>
                </c:pt>
                <c:pt idx="1835">
                  <c:v>0.9929418765</c:v>
                </c:pt>
                <c:pt idx="1836">
                  <c:v>0.98873308082</c:v>
                </c:pt>
                <c:pt idx="1837">
                  <c:v>0.98456030434</c:v>
                </c:pt>
                <c:pt idx="1838">
                  <c:v>0.98043688703</c:v>
                </c:pt>
                <c:pt idx="1839">
                  <c:v>0.97637601103</c:v>
                </c:pt>
                <c:pt idx="1840">
                  <c:v>0.97239065855</c:v>
                </c:pt>
                <c:pt idx="1841">
                  <c:v>0.96849357037</c:v>
                </c:pt>
                <c:pt idx="1842">
                  <c:v>0.96469720509</c:v>
                </c:pt>
                <c:pt idx="1843">
                  <c:v>0.9610136993</c:v>
                </c:pt>
                <c:pt idx="1844">
                  <c:v>0.95745482882</c:v>
                </c:pt>
                <c:pt idx="1845">
                  <c:v>0.95403197098</c:v>
                </c:pt>
                <c:pt idx="1846">
                  <c:v>0.95075606832</c:v>
                </c:pt>
                <c:pt idx="1847">
                  <c:v>0.94763759358</c:v>
                </c:pt>
                <c:pt idx="1848">
                  <c:v>0.9446865162</c:v>
                </c:pt>
                <c:pt idx="1849">
                  <c:v>0.94191227049</c:v>
                </c:pt>
                <c:pt idx="1850">
                  <c:v>0.93932372542</c:v>
                </c:pt>
                <c:pt idx="1851">
                  <c:v>0.93692915633</c:v>
                </c:pt>
                <c:pt idx="1852">
                  <c:v>0.9347362184</c:v>
                </c:pt>
                <c:pt idx="1853">
                  <c:v>0.93275192224</c:v>
                </c:pt>
                <c:pt idx="1854">
                  <c:v>0.93098261145</c:v>
                </c:pt>
                <c:pt idx="1855">
                  <c:v>0.92943394233</c:v>
                </c:pt>
                <c:pt idx="1856">
                  <c:v>0.92811086582</c:v>
                </c:pt>
                <c:pt idx="1857">
                  <c:v>0.92701761168</c:v>
                </c:pt>
                <c:pt idx="1858">
                  <c:v>0.92615767491</c:v>
                </c:pt>
                <c:pt idx="1859">
                  <c:v>0.92553380466</c:v>
                </c:pt>
                <c:pt idx="1860">
                  <c:v>0.92514799537</c:v>
                </c:pt>
                <c:pt idx="1861">
                  <c:v>0.92500148044</c:v>
                </c:pt>
                <c:pt idx="1862">
                  <c:v>0.92509472825</c:v>
                </c:pt>
                <c:pt idx="1863">
                  <c:v>0.92542744072</c:v>
                </c:pt>
                <c:pt idx="1864">
                  <c:v>0.92599855418</c:v>
                </c:pt>
                <c:pt idx="1865">
                  <c:v>0.92680624285</c:v>
                </c:pt>
                <c:pt idx="1866">
                  <c:v>0.92784792463</c:v>
                </c:pt>
                <c:pt idx="1867">
                  <c:v>0.92912026936</c:v>
                </c:pt>
                <c:pt idx="1868">
                  <c:v>0.93061920949</c:v>
                </c:pt>
                <c:pt idx="1869">
                  <c:v>0.93233995305</c:v>
                </c:pt>
                <c:pt idx="1870">
                  <c:v>0.934276999</c:v>
                </c:pt>
                <c:pt idx="1871">
                  <c:v>0.93642415479</c:v>
                </c:pt>
                <c:pt idx="1872">
                  <c:v>0.9387745562</c:v>
                </c:pt>
                <c:pt idx="1873">
                  <c:v>0.94132068921</c:v>
                </c:pt>
                <c:pt idx="1874">
                  <c:v>0.94405441409</c:v>
                </c:pt>
                <c:pt idx="1875">
                  <c:v>0.94696699141</c:v>
                </c:pt>
                <c:pt idx="1876">
                  <c:v>0.95004910994</c:v>
                </c:pt>
                <c:pt idx="1877">
                  <c:v>0.95329091646</c:v>
                </c:pt>
                <c:pt idx="1878">
                  <c:v>0.95668204724</c:v>
                </c:pt>
                <c:pt idx="1879">
                  <c:v>0.96021166118</c:v>
                </c:pt>
                <c:pt idx="1880">
                  <c:v>0.96386847444</c:v>
                </c:pt>
                <c:pt idx="1881">
                  <c:v>0.96764079657</c:v>
                </c:pt>
                <c:pt idx="1882">
                  <c:v>0.97151656784</c:v>
                </c:pt>
                <c:pt idx="1883">
                  <c:v>0.97548339778</c:v>
                </c:pt>
                <c:pt idx="1884">
                  <c:v>0.97952860484</c:v>
                </c:pt>
                <c:pt idx="1885">
                  <c:v>0.9836392569</c:v>
                </c:pt>
                <c:pt idx="1886">
                  <c:v>0.98780221261</c:v>
                </c:pt>
                <c:pt idx="1887">
                  <c:v>0.99200416343</c:v>
                </c:pt>
                <c:pt idx="1888">
                  <c:v>0.99623167614</c:v>
                </c:pt>
                <c:pt idx="1889">
                  <c:v>1.0004712358</c:v>
                </c:pt>
                <c:pt idx="1890">
                  <c:v>1.004709289</c:v>
                </c:pt>
                <c:pt idx="1891">
                  <c:v>1.008932287</c:v>
                </c:pt>
                <c:pt idx="1892">
                  <c:v>1.0131267294</c:v>
                </c:pt>
                <c:pt idx="1893">
                  <c:v>1.017279207</c:v>
                </c:pt>
                <c:pt idx="1894">
                  <c:v>1.0213764447</c:v>
                </c:pt>
                <c:pt idx="1895">
                  <c:v>1.025405344</c:v>
                </c:pt>
                <c:pt idx="1896">
                  <c:v>1.029353025</c:v>
                </c:pt>
                <c:pt idx="1897">
                  <c:v>1.0332068673</c:v>
                </c:pt>
                <c:pt idx="1898">
                  <c:v>1.0369545506</c:v>
                </c:pt>
                <c:pt idx="1899">
                  <c:v>1.0405840939</c:v>
                </c:pt>
                <c:pt idx="1900">
                  <c:v>1.0440838939</c:v>
                </c:pt>
                <c:pt idx="1901">
                  <c:v>1.0474427621</c:v>
                </c:pt>
                <c:pt idx="1902">
                  <c:v>1.0506499606</c:v>
                </c:pt>
                <c:pt idx="1903">
                  <c:v>1.0536952362</c:v>
                </c:pt>
                <c:pt idx="1904">
                  <c:v>1.0565688536</c:v>
                </c:pt>
                <c:pt idx="1905">
                  <c:v>1.0592616259</c:v>
                </c:pt>
                <c:pt idx="1906">
                  <c:v>1.0617649448</c:v>
                </c:pt>
                <c:pt idx="1907">
                  <c:v>1.0640708074</c:v>
                </c:pt>
                <c:pt idx="1908">
                  <c:v>1.066171842</c:v>
                </c:pt>
                <c:pt idx="1909">
                  <c:v>1.0680613318</c:v>
                </c:pt>
                <c:pt idx="1910">
                  <c:v>1.0697332364</c:v>
                </c:pt>
                <c:pt idx="1911">
                  <c:v>1.0711822109</c:v>
                </c:pt>
                <c:pt idx="1912">
                  <c:v>1.0724036229</c:v>
                </c:pt>
                <c:pt idx="1913">
                  <c:v>1.0733935678</c:v>
                </c:pt>
                <c:pt idx="1914">
                  <c:v>1.0741488809</c:v>
                </c:pt>
                <c:pt idx="1915">
                  <c:v>1.0746671473</c:v>
                </c:pt>
                <c:pt idx="1916">
                  <c:v>1.0749467104</c:v>
                </c:pt>
                <c:pt idx="1917">
                  <c:v>1.0749866764</c:v>
                </c:pt>
                <c:pt idx="1918">
                  <c:v>1.0747869175</c:v>
                </c:pt>
                <c:pt idx="1919">
                  <c:v>1.0743480723</c:v>
                </c:pt>
                <c:pt idx="1920">
                  <c:v>1.0736715438</c:v>
                </c:pt>
                <c:pt idx="1921">
                  <c:v>1.0727594947</c:v>
                </c:pt>
                <c:pt idx="1922">
                  <c:v>1.0716148409</c:v>
                </c:pt>
                <c:pt idx="1923">
                  <c:v>1.0702412415</c:v>
                </c:pt>
                <c:pt idx="1924">
                  <c:v>1.0686430879</c:v>
                </c:pt>
                <c:pt idx="1925">
                  <c:v>1.0668254893</c:v>
                </c:pt>
                <c:pt idx="1926">
                  <c:v>1.0647942563</c:v>
                </c:pt>
                <c:pt idx="1927">
                  <c:v>1.0625558825</c:v>
                </c:pt>
                <c:pt idx="1928">
                  <c:v>1.0601175239</c:v>
                </c:pt>
                <c:pt idx="1929">
                  <c:v>1.0574869755</c:v>
                </c:pt>
                <c:pt idx="1930">
                  <c:v>1.0546726471</c:v>
                </c:pt>
                <c:pt idx="1931">
                  <c:v>1.0516835356</c:v>
                </c:pt>
                <c:pt idx="1932">
                  <c:v>1.0485291971</c:v>
                </c:pt>
                <c:pt idx="1933">
                  <c:v>1.0452197156</c:v>
                </c:pt>
                <c:pt idx="1934">
                  <c:v>1.0417656712</c:v>
                </c:pt>
                <c:pt idx="1935">
                  <c:v>1.0381781062</c:v>
                </c:pt>
                <c:pt idx="1936">
                  <c:v>1.0344684895</c:v>
                </c:pt>
                <c:pt idx="1937">
                  <c:v>1.0306486806</c:v>
                </c:pt>
                <c:pt idx="1938">
                  <c:v>1.0267308909</c:v>
                </c:pt>
                <c:pt idx="1939">
                  <c:v>1.0227276452</c:v>
                </c:pt>
                <c:pt idx="1940">
                  <c:v>1.0186517415</c:v>
                </c:pt>
                <c:pt idx="1941">
                  <c:v>1.0145162101</c:v>
                </c:pt>
                <c:pt idx="1942">
                  <c:v>1.0103342718</c:v>
                </c:pt>
                <c:pt idx="1943">
                  <c:v>1.0061192959</c:v>
                </c:pt>
                <c:pt idx="1944">
                  <c:v>1.0018847572</c:v>
                </c:pt>
                <c:pt idx="1945">
                  <c:v>0.99764419307</c:v>
                </c:pt>
                <c:pt idx="1946">
                  <c:v>0.99341116026</c:v>
                </c:pt>
                <c:pt idx="1947">
                  <c:v>0.98919919131</c:v>
                </c:pt>
                <c:pt idx="1948">
                  <c:v>0.98502175146</c:v>
                </c:pt>
                <c:pt idx="1949">
                  <c:v>0.98089219557</c:v>
                </c:pt>
                <c:pt idx="1950">
                  <c:v>0.97682372542</c:v>
                </c:pt>
                <c:pt idx="1951">
                  <c:v>0.9728293475</c:v>
                </c:pt>
                <c:pt idx="1952">
                  <c:v>0.96892183143</c:v>
                </c:pt>
                <c:pt idx="1953">
                  <c:v>0.96511366914</c:v>
                </c:pt>
                <c:pt idx="1954">
                  <c:v>0.96141703497</c:v>
                </c:pt>
                <c:pt idx="1955">
                  <c:v>0.95784374666</c:v>
                </c:pt>
                <c:pt idx="1956">
                  <c:v>0.95440522767</c:v>
                </c:pt>
                <c:pt idx="1957">
                  <c:v>0.9511124706</c:v>
                </c:pt>
                <c:pt idx="1958">
                  <c:v>0.94797600206</c:v>
                </c:pt>
                <c:pt idx="1959">
                  <c:v>0.94500584903</c:v>
                </c:pt>
                <c:pt idx="1960">
                  <c:v>0.94221150679</c:v>
                </c:pt>
                <c:pt idx="1961">
                  <c:v>0.93960190857</c:v>
                </c:pt>
                <c:pt idx="1962">
                  <c:v>0.937185397</c:v>
                </c:pt>
                <c:pt idx="1963">
                  <c:v>0.93496969741</c:v>
                </c:pt>
                <c:pt idx="1964">
                  <c:v>0.93296189319</c:v>
                </c:pt>
                <c:pt idx="1965">
                  <c:v>0.93116840307</c:v>
                </c:pt>
                <c:pt idx="1966">
                  <c:v>0.92959496068</c:v>
                </c:pt>
                <c:pt idx="1967">
                  <c:v>0.92824659613</c:v>
                </c:pt>
                <c:pt idx="1968">
                  <c:v>0.92712762003</c:v>
                </c:pt>
                <c:pt idx="1969">
                  <c:v>0.92624160963</c:v>
                </c:pt>
                <c:pt idx="1970">
                  <c:v>0.9255913974</c:v>
                </c:pt>
                <c:pt idx="1971">
                  <c:v>0.92517906202</c:v>
                </c:pt>
                <c:pt idx="1972">
                  <c:v>0.92500592168</c:v>
                </c:pt>
                <c:pt idx="1973">
                  <c:v>0.9250725299</c:v>
                </c:pt>
                <c:pt idx="1974">
                  <c:v>0.92537867373</c:v>
                </c:pt>
                <c:pt idx="1975">
                  <c:v>0.92592337446</c:v>
                </c:pt>
                <c:pt idx="1976">
                  <c:v>0.92670489073</c:v>
                </c:pt>
                <c:pt idx="1977">
                  <c:v>0.92772072413</c:v>
                </c:pt>
                <c:pt idx="1978">
                  <c:v>0.92896762713</c:v>
                </c:pt>
                <c:pt idx="1979">
                  <c:v>0.9304416135</c:v>
                </c:pt>
                <c:pt idx="1980">
                  <c:v>0.93213797107</c:v>
                </c:pt>
                <c:pt idx="1981">
                  <c:v>0.93405127674</c:v>
                </c:pt>
                <c:pt idx="1982">
                  <c:v>0.93617541387</c:v>
                </c:pt>
                <c:pt idx="1983">
                  <c:v>0.9385035918</c:v>
                </c:pt>
                <c:pt idx="1984">
                  <c:v>0.94102836759</c:v>
                </c:pt>
                <c:pt idx="1985">
                  <c:v>0.94374166978</c:v>
                </c:pt>
                <c:pt idx="1986">
                  <c:v>0.94663482421</c:v>
                </c:pt>
                <c:pt idx="1987">
                  <c:v>0.94969858176</c:v>
                </c:pt>
                <c:pt idx="1988">
                  <c:v>0.9529231479</c:v>
                </c:pt>
                <c:pt idx="1989">
                  <c:v>0.95629821402</c:v>
                </c:pt>
                <c:pt idx="1990">
                  <c:v>0.95981299038</c:v>
                </c:pt>
                <c:pt idx="1991">
                  <c:v>0.96345624057</c:v>
                </c:pt>
                <c:pt idx="1992">
                  <c:v>0.9672163175</c:v>
                </c:pt>
                <c:pt idx="1993">
                  <c:v>0.97108120058</c:v>
                </c:pt>
                <c:pt idx="1994">
                  <c:v>0.97503853416</c:v>
                </c:pt>
                <c:pt idx="1995">
                  <c:v>0.97907566705</c:v>
                </c:pt>
                <c:pt idx="1996">
                  <c:v>0.98317969293</c:v>
                </c:pt>
                <c:pt idx="1997">
                  <c:v>0.98733749165</c:v>
                </c:pt>
                <c:pt idx="1998">
                  <c:v>0.99153577113</c:v>
                </c:pt>
                <c:pt idx="1999">
                  <c:v>0.99576110991</c:v>
                </c:pt>
                <c:pt idx="2000">
                  <c:v>1</c:v>
                </c:pt>
              </c:numCache>
            </c:numRef>
          </c:yVal>
        </c:ser>
        <c:ser>
          <c:idx val="1"/>
          <c:order val="1"/>
          <c:tx>
            <c:v>理想量測速度</c:v>
          </c:tx>
          <c:spPr>
            <a:ln xmlns:a="http://schemas.openxmlformats.org/drawingml/2006/main" w="21908">
              <a:solidFill>
                <a:srgbClr val="949FAA"/>
              </a:solidFill>
              <a:prstDash val="dash"/>
            </a:ln>
          </c:spPr>
          <c:marker>
            <c:symbol val="none"/>
          </c:marker>
          <c:xVal>
            <c:numRef>
              <c:f>'Chart Data'!$C$2:$C$2002</c:f>
              <c:numCache>
                <c:formatCode>General</c:formatCode>
                <c:ptCount val="2001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  <c:pt idx="5">
                  <c:v>0.0025</c:v>
                </c:pt>
                <c:pt idx="6">
                  <c:v>0.003</c:v>
                </c:pt>
                <c:pt idx="7">
                  <c:v>0.0035</c:v>
                </c:pt>
                <c:pt idx="8">
                  <c:v>0.004</c:v>
                </c:pt>
                <c:pt idx="9">
                  <c:v>0.0045</c:v>
                </c:pt>
                <c:pt idx="10">
                  <c:v>0.005</c:v>
                </c:pt>
                <c:pt idx="11">
                  <c:v>0.0055</c:v>
                </c:pt>
                <c:pt idx="12">
                  <c:v>0.006</c:v>
                </c:pt>
                <c:pt idx="13">
                  <c:v>0.0065</c:v>
                </c:pt>
                <c:pt idx="14">
                  <c:v>0.007</c:v>
                </c:pt>
                <c:pt idx="15">
                  <c:v>0.0075</c:v>
                </c:pt>
                <c:pt idx="16">
                  <c:v>0.008</c:v>
                </c:pt>
                <c:pt idx="17">
                  <c:v>0.0085</c:v>
                </c:pt>
                <c:pt idx="18">
                  <c:v>0.009</c:v>
                </c:pt>
                <c:pt idx="19">
                  <c:v>0.0095</c:v>
                </c:pt>
                <c:pt idx="20">
                  <c:v>0.01</c:v>
                </c:pt>
                <c:pt idx="21">
                  <c:v>0.0105</c:v>
                </c:pt>
                <c:pt idx="22">
                  <c:v>0.011</c:v>
                </c:pt>
                <c:pt idx="23">
                  <c:v>0.0115</c:v>
                </c:pt>
                <c:pt idx="24">
                  <c:v>0.012</c:v>
                </c:pt>
                <c:pt idx="25">
                  <c:v>0.0125</c:v>
                </c:pt>
                <c:pt idx="26">
                  <c:v>0.013</c:v>
                </c:pt>
                <c:pt idx="27">
                  <c:v>0.0135</c:v>
                </c:pt>
                <c:pt idx="28">
                  <c:v>0.014</c:v>
                </c:pt>
                <c:pt idx="29">
                  <c:v>0.0145</c:v>
                </c:pt>
                <c:pt idx="30">
                  <c:v>0.015</c:v>
                </c:pt>
                <c:pt idx="31">
                  <c:v>0.0155</c:v>
                </c:pt>
                <c:pt idx="32">
                  <c:v>0.016</c:v>
                </c:pt>
                <c:pt idx="33">
                  <c:v>0.0165</c:v>
                </c:pt>
                <c:pt idx="34">
                  <c:v>0.017</c:v>
                </c:pt>
                <c:pt idx="35">
                  <c:v>0.0175</c:v>
                </c:pt>
                <c:pt idx="36">
                  <c:v>0.018</c:v>
                </c:pt>
                <c:pt idx="37">
                  <c:v>0.0185</c:v>
                </c:pt>
                <c:pt idx="38">
                  <c:v>0.019</c:v>
                </c:pt>
                <c:pt idx="39">
                  <c:v>0.0195</c:v>
                </c:pt>
                <c:pt idx="40">
                  <c:v>0.02</c:v>
                </c:pt>
                <c:pt idx="41">
                  <c:v>0.0205</c:v>
                </c:pt>
                <c:pt idx="42">
                  <c:v>0.021</c:v>
                </c:pt>
                <c:pt idx="43">
                  <c:v>0.0215</c:v>
                </c:pt>
                <c:pt idx="44">
                  <c:v>0.022</c:v>
                </c:pt>
                <c:pt idx="45">
                  <c:v>0.0225</c:v>
                </c:pt>
                <c:pt idx="46">
                  <c:v>0.023</c:v>
                </c:pt>
                <c:pt idx="47">
                  <c:v>0.0235</c:v>
                </c:pt>
                <c:pt idx="48">
                  <c:v>0.024</c:v>
                </c:pt>
                <c:pt idx="49">
                  <c:v>0.0245</c:v>
                </c:pt>
                <c:pt idx="50">
                  <c:v>0.025</c:v>
                </c:pt>
                <c:pt idx="51">
                  <c:v>0.0255</c:v>
                </c:pt>
                <c:pt idx="52">
                  <c:v>0.026</c:v>
                </c:pt>
                <c:pt idx="53">
                  <c:v>0.0265</c:v>
                </c:pt>
                <c:pt idx="54">
                  <c:v>0.027</c:v>
                </c:pt>
                <c:pt idx="55">
                  <c:v>0.0275</c:v>
                </c:pt>
                <c:pt idx="56">
                  <c:v>0.028</c:v>
                </c:pt>
                <c:pt idx="57">
                  <c:v>0.0285</c:v>
                </c:pt>
                <c:pt idx="58">
                  <c:v>0.029</c:v>
                </c:pt>
                <c:pt idx="59">
                  <c:v>0.0295</c:v>
                </c:pt>
                <c:pt idx="60">
                  <c:v>0.03</c:v>
                </c:pt>
                <c:pt idx="61">
                  <c:v>0.0305</c:v>
                </c:pt>
                <c:pt idx="62">
                  <c:v>0.031</c:v>
                </c:pt>
                <c:pt idx="63">
                  <c:v>0.0315</c:v>
                </c:pt>
                <c:pt idx="64">
                  <c:v>0.032</c:v>
                </c:pt>
                <c:pt idx="65">
                  <c:v>0.0325</c:v>
                </c:pt>
                <c:pt idx="66">
                  <c:v>0.033</c:v>
                </c:pt>
                <c:pt idx="67">
                  <c:v>0.0335</c:v>
                </c:pt>
                <c:pt idx="68">
                  <c:v>0.034</c:v>
                </c:pt>
                <c:pt idx="69">
                  <c:v>0.0345</c:v>
                </c:pt>
                <c:pt idx="70">
                  <c:v>0.035</c:v>
                </c:pt>
                <c:pt idx="71">
                  <c:v>0.0355</c:v>
                </c:pt>
                <c:pt idx="72">
                  <c:v>0.036</c:v>
                </c:pt>
                <c:pt idx="73">
                  <c:v>0.0365</c:v>
                </c:pt>
                <c:pt idx="74">
                  <c:v>0.037</c:v>
                </c:pt>
                <c:pt idx="75">
                  <c:v>0.0375</c:v>
                </c:pt>
                <c:pt idx="76">
                  <c:v>0.038</c:v>
                </c:pt>
                <c:pt idx="77">
                  <c:v>0.0385</c:v>
                </c:pt>
                <c:pt idx="78">
                  <c:v>0.039</c:v>
                </c:pt>
                <c:pt idx="79">
                  <c:v>0.0395</c:v>
                </c:pt>
                <c:pt idx="80">
                  <c:v>0.04</c:v>
                </c:pt>
                <c:pt idx="81">
                  <c:v>0.0405</c:v>
                </c:pt>
                <c:pt idx="82">
                  <c:v>0.041</c:v>
                </c:pt>
                <c:pt idx="83">
                  <c:v>0.0415</c:v>
                </c:pt>
                <c:pt idx="84">
                  <c:v>0.042</c:v>
                </c:pt>
                <c:pt idx="85">
                  <c:v>0.0425</c:v>
                </c:pt>
                <c:pt idx="86">
                  <c:v>0.043</c:v>
                </c:pt>
                <c:pt idx="87">
                  <c:v>0.0435</c:v>
                </c:pt>
                <c:pt idx="88">
                  <c:v>0.044</c:v>
                </c:pt>
                <c:pt idx="89">
                  <c:v>0.0445</c:v>
                </c:pt>
                <c:pt idx="90">
                  <c:v>0.045</c:v>
                </c:pt>
                <c:pt idx="91">
                  <c:v>0.0455</c:v>
                </c:pt>
                <c:pt idx="92">
                  <c:v>0.046</c:v>
                </c:pt>
                <c:pt idx="93">
                  <c:v>0.0465</c:v>
                </c:pt>
                <c:pt idx="94">
                  <c:v>0.047</c:v>
                </c:pt>
                <c:pt idx="95">
                  <c:v>0.0475</c:v>
                </c:pt>
                <c:pt idx="96">
                  <c:v>0.048</c:v>
                </c:pt>
                <c:pt idx="97">
                  <c:v>0.0485</c:v>
                </c:pt>
                <c:pt idx="98">
                  <c:v>0.049</c:v>
                </c:pt>
                <c:pt idx="99">
                  <c:v>0.0495</c:v>
                </c:pt>
                <c:pt idx="100">
                  <c:v>0.05</c:v>
                </c:pt>
                <c:pt idx="101">
                  <c:v>0.0505</c:v>
                </c:pt>
                <c:pt idx="102">
                  <c:v>0.051</c:v>
                </c:pt>
                <c:pt idx="103">
                  <c:v>0.0515</c:v>
                </c:pt>
                <c:pt idx="104">
                  <c:v>0.052</c:v>
                </c:pt>
                <c:pt idx="105">
                  <c:v>0.0525</c:v>
                </c:pt>
                <c:pt idx="106">
                  <c:v>0.053</c:v>
                </c:pt>
                <c:pt idx="107">
                  <c:v>0.0535</c:v>
                </c:pt>
                <c:pt idx="108">
                  <c:v>0.054</c:v>
                </c:pt>
                <c:pt idx="109">
                  <c:v>0.0545</c:v>
                </c:pt>
                <c:pt idx="110">
                  <c:v>0.055</c:v>
                </c:pt>
                <c:pt idx="111">
                  <c:v>0.0555</c:v>
                </c:pt>
                <c:pt idx="112">
                  <c:v>0.056</c:v>
                </c:pt>
                <c:pt idx="113">
                  <c:v>0.0565</c:v>
                </c:pt>
                <c:pt idx="114">
                  <c:v>0.057</c:v>
                </c:pt>
                <c:pt idx="115">
                  <c:v>0.0575</c:v>
                </c:pt>
                <c:pt idx="116">
                  <c:v>0.058</c:v>
                </c:pt>
                <c:pt idx="117">
                  <c:v>0.0585</c:v>
                </c:pt>
                <c:pt idx="118">
                  <c:v>0.059</c:v>
                </c:pt>
                <c:pt idx="119">
                  <c:v>0.0595</c:v>
                </c:pt>
                <c:pt idx="120">
                  <c:v>0.06</c:v>
                </c:pt>
                <c:pt idx="121">
                  <c:v>0.0605</c:v>
                </c:pt>
                <c:pt idx="122">
                  <c:v>0.061</c:v>
                </c:pt>
                <c:pt idx="123">
                  <c:v>0.0615</c:v>
                </c:pt>
                <c:pt idx="124">
                  <c:v>0.062</c:v>
                </c:pt>
                <c:pt idx="125">
                  <c:v>0.0625</c:v>
                </c:pt>
                <c:pt idx="126">
                  <c:v>0.063</c:v>
                </c:pt>
                <c:pt idx="127">
                  <c:v>0.0635</c:v>
                </c:pt>
                <c:pt idx="128">
                  <c:v>0.064</c:v>
                </c:pt>
                <c:pt idx="129">
                  <c:v>0.0645</c:v>
                </c:pt>
                <c:pt idx="130">
                  <c:v>0.065</c:v>
                </c:pt>
                <c:pt idx="131">
                  <c:v>0.0655</c:v>
                </c:pt>
                <c:pt idx="132">
                  <c:v>0.066</c:v>
                </c:pt>
                <c:pt idx="133">
                  <c:v>0.0665</c:v>
                </c:pt>
                <c:pt idx="134">
                  <c:v>0.067</c:v>
                </c:pt>
                <c:pt idx="135">
                  <c:v>0.0675</c:v>
                </c:pt>
                <c:pt idx="136">
                  <c:v>0.068</c:v>
                </c:pt>
                <c:pt idx="137">
                  <c:v>0.0685</c:v>
                </c:pt>
                <c:pt idx="138">
                  <c:v>0.069</c:v>
                </c:pt>
                <c:pt idx="139">
                  <c:v>0.0695</c:v>
                </c:pt>
                <c:pt idx="140">
                  <c:v>0.07</c:v>
                </c:pt>
                <c:pt idx="141">
                  <c:v>0.0705</c:v>
                </c:pt>
                <c:pt idx="142">
                  <c:v>0.071</c:v>
                </c:pt>
                <c:pt idx="143">
                  <c:v>0.0715</c:v>
                </c:pt>
                <c:pt idx="144">
                  <c:v>0.072</c:v>
                </c:pt>
                <c:pt idx="145">
                  <c:v>0.0725</c:v>
                </c:pt>
                <c:pt idx="146">
                  <c:v>0.073</c:v>
                </c:pt>
                <c:pt idx="147">
                  <c:v>0.0735</c:v>
                </c:pt>
                <c:pt idx="148">
                  <c:v>0.074</c:v>
                </c:pt>
                <c:pt idx="149">
                  <c:v>0.0745</c:v>
                </c:pt>
                <c:pt idx="150">
                  <c:v>0.075</c:v>
                </c:pt>
                <c:pt idx="151">
                  <c:v>0.0755</c:v>
                </c:pt>
                <c:pt idx="152">
                  <c:v>0.076</c:v>
                </c:pt>
                <c:pt idx="153">
                  <c:v>0.0765</c:v>
                </c:pt>
                <c:pt idx="154">
                  <c:v>0.077</c:v>
                </c:pt>
                <c:pt idx="155">
                  <c:v>0.0775</c:v>
                </c:pt>
                <c:pt idx="156">
                  <c:v>0.078</c:v>
                </c:pt>
                <c:pt idx="157">
                  <c:v>0.0785</c:v>
                </c:pt>
                <c:pt idx="158">
                  <c:v>0.079</c:v>
                </c:pt>
                <c:pt idx="159">
                  <c:v>0.0795</c:v>
                </c:pt>
                <c:pt idx="160">
                  <c:v>0.08</c:v>
                </c:pt>
                <c:pt idx="161">
                  <c:v>0.0805</c:v>
                </c:pt>
                <c:pt idx="162">
                  <c:v>0.081</c:v>
                </c:pt>
                <c:pt idx="163">
                  <c:v>0.0815</c:v>
                </c:pt>
                <c:pt idx="164">
                  <c:v>0.082</c:v>
                </c:pt>
                <c:pt idx="165">
                  <c:v>0.0825</c:v>
                </c:pt>
                <c:pt idx="166">
                  <c:v>0.083</c:v>
                </c:pt>
                <c:pt idx="167">
                  <c:v>0.0835</c:v>
                </c:pt>
                <c:pt idx="168">
                  <c:v>0.084</c:v>
                </c:pt>
                <c:pt idx="169">
                  <c:v>0.0845</c:v>
                </c:pt>
                <c:pt idx="170">
                  <c:v>0.085</c:v>
                </c:pt>
                <c:pt idx="171">
                  <c:v>0.0855</c:v>
                </c:pt>
                <c:pt idx="172">
                  <c:v>0.086</c:v>
                </c:pt>
                <c:pt idx="173">
                  <c:v>0.0865</c:v>
                </c:pt>
                <c:pt idx="174">
                  <c:v>0.087</c:v>
                </c:pt>
                <c:pt idx="175">
                  <c:v>0.0875</c:v>
                </c:pt>
                <c:pt idx="176">
                  <c:v>0.088</c:v>
                </c:pt>
                <c:pt idx="177">
                  <c:v>0.0885</c:v>
                </c:pt>
                <c:pt idx="178">
                  <c:v>0.089</c:v>
                </c:pt>
                <c:pt idx="179">
                  <c:v>0.0895</c:v>
                </c:pt>
                <c:pt idx="180">
                  <c:v>0.09</c:v>
                </c:pt>
                <c:pt idx="181">
                  <c:v>0.0905</c:v>
                </c:pt>
                <c:pt idx="182">
                  <c:v>0.091</c:v>
                </c:pt>
                <c:pt idx="183">
                  <c:v>0.0915</c:v>
                </c:pt>
                <c:pt idx="184">
                  <c:v>0.092</c:v>
                </c:pt>
                <c:pt idx="185">
                  <c:v>0.0925</c:v>
                </c:pt>
                <c:pt idx="186">
                  <c:v>0.093</c:v>
                </c:pt>
                <c:pt idx="187">
                  <c:v>0.0935</c:v>
                </c:pt>
                <c:pt idx="188">
                  <c:v>0.094</c:v>
                </c:pt>
                <c:pt idx="189">
                  <c:v>0.0945</c:v>
                </c:pt>
                <c:pt idx="190">
                  <c:v>0.095</c:v>
                </c:pt>
                <c:pt idx="191">
                  <c:v>0.0955</c:v>
                </c:pt>
                <c:pt idx="192">
                  <c:v>0.096</c:v>
                </c:pt>
                <c:pt idx="193">
                  <c:v>0.0965</c:v>
                </c:pt>
                <c:pt idx="194">
                  <c:v>0.097</c:v>
                </c:pt>
                <c:pt idx="195">
                  <c:v>0.0975</c:v>
                </c:pt>
                <c:pt idx="196">
                  <c:v>0.098</c:v>
                </c:pt>
                <c:pt idx="197">
                  <c:v>0.0985</c:v>
                </c:pt>
                <c:pt idx="198">
                  <c:v>0.099</c:v>
                </c:pt>
                <c:pt idx="199">
                  <c:v>0.0995</c:v>
                </c:pt>
                <c:pt idx="200">
                  <c:v>0.1</c:v>
                </c:pt>
                <c:pt idx="201">
                  <c:v>0.1005</c:v>
                </c:pt>
                <c:pt idx="202">
                  <c:v>0.101</c:v>
                </c:pt>
                <c:pt idx="203">
                  <c:v>0.1015</c:v>
                </c:pt>
                <c:pt idx="204">
                  <c:v>0.102</c:v>
                </c:pt>
                <c:pt idx="205">
                  <c:v>0.1025</c:v>
                </c:pt>
                <c:pt idx="206">
                  <c:v>0.103</c:v>
                </c:pt>
                <c:pt idx="207">
                  <c:v>0.1035</c:v>
                </c:pt>
                <c:pt idx="208">
                  <c:v>0.104</c:v>
                </c:pt>
                <c:pt idx="209">
                  <c:v>0.1045</c:v>
                </c:pt>
                <c:pt idx="210">
                  <c:v>0.105</c:v>
                </c:pt>
                <c:pt idx="211">
                  <c:v>0.1055</c:v>
                </c:pt>
                <c:pt idx="212">
                  <c:v>0.106</c:v>
                </c:pt>
                <c:pt idx="213">
                  <c:v>0.1065</c:v>
                </c:pt>
                <c:pt idx="214">
                  <c:v>0.107</c:v>
                </c:pt>
                <c:pt idx="215">
                  <c:v>0.1075</c:v>
                </c:pt>
                <c:pt idx="216">
                  <c:v>0.108</c:v>
                </c:pt>
                <c:pt idx="217">
                  <c:v>0.1085</c:v>
                </c:pt>
                <c:pt idx="218">
                  <c:v>0.109</c:v>
                </c:pt>
                <c:pt idx="219">
                  <c:v>0.1095</c:v>
                </c:pt>
                <c:pt idx="220">
                  <c:v>0.11</c:v>
                </c:pt>
                <c:pt idx="221">
                  <c:v>0.1105</c:v>
                </c:pt>
                <c:pt idx="222">
                  <c:v>0.111</c:v>
                </c:pt>
                <c:pt idx="223">
                  <c:v>0.1115</c:v>
                </c:pt>
                <c:pt idx="224">
                  <c:v>0.112</c:v>
                </c:pt>
                <c:pt idx="225">
                  <c:v>0.1125</c:v>
                </c:pt>
                <c:pt idx="226">
                  <c:v>0.113</c:v>
                </c:pt>
                <c:pt idx="227">
                  <c:v>0.1135</c:v>
                </c:pt>
                <c:pt idx="228">
                  <c:v>0.114</c:v>
                </c:pt>
                <c:pt idx="229">
                  <c:v>0.1145</c:v>
                </c:pt>
                <c:pt idx="230">
                  <c:v>0.115</c:v>
                </c:pt>
                <c:pt idx="231">
                  <c:v>0.1155</c:v>
                </c:pt>
                <c:pt idx="232">
                  <c:v>0.116</c:v>
                </c:pt>
                <c:pt idx="233">
                  <c:v>0.1165</c:v>
                </c:pt>
                <c:pt idx="234">
                  <c:v>0.117</c:v>
                </c:pt>
                <c:pt idx="235">
                  <c:v>0.1175</c:v>
                </c:pt>
                <c:pt idx="236">
                  <c:v>0.118</c:v>
                </c:pt>
                <c:pt idx="237">
                  <c:v>0.1185</c:v>
                </c:pt>
                <c:pt idx="238">
                  <c:v>0.119</c:v>
                </c:pt>
                <c:pt idx="239">
                  <c:v>0.1195</c:v>
                </c:pt>
                <c:pt idx="240">
                  <c:v>0.12</c:v>
                </c:pt>
                <c:pt idx="241">
                  <c:v>0.1205</c:v>
                </c:pt>
                <c:pt idx="242">
                  <c:v>0.121</c:v>
                </c:pt>
                <c:pt idx="243">
                  <c:v>0.1215</c:v>
                </c:pt>
                <c:pt idx="244">
                  <c:v>0.122</c:v>
                </c:pt>
                <c:pt idx="245">
                  <c:v>0.1225</c:v>
                </c:pt>
                <c:pt idx="246">
                  <c:v>0.123</c:v>
                </c:pt>
                <c:pt idx="247">
                  <c:v>0.1235</c:v>
                </c:pt>
                <c:pt idx="248">
                  <c:v>0.124</c:v>
                </c:pt>
                <c:pt idx="249">
                  <c:v>0.1245</c:v>
                </c:pt>
                <c:pt idx="250">
                  <c:v>0.125</c:v>
                </c:pt>
                <c:pt idx="251">
                  <c:v>0.1255</c:v>
                </c:pt>
                <c:pt idx="252">
                  <c:v>0.126</c:v>
                </c:pt>
                <c:pt idx="253">
                  <c:v>0.1265</c:v>
                </c:pt>
                <c:pt idx="254">
                  <c:v>0.127</c:v>
                </c:pt>
                <c:pt idx="255">
                  <c:v>0.1275</c:v>
                </c:pt>
                <c:pt idx="256">
                  <c:v>0.128</c:v>
                </c:pt>
                <c:pt idx="257">
                  <c:v>0.1285</c:v>
                </c:pt>
                <c:pt idx="258">
                  <c:v>0.129</c:v>
                </c:pt>
                <c:pt idx="259">
                  <c:v>0.1295</c:v>
                </c:pt>
                <c:pt idx="260">
                  <c:v>0.13</c:v>
                </c:pt>
                <c:pt idx="261">
                  <c:v>0.1305</c:v>
                </c:pt>
                <c:pt idx="262">
                  <c:v>0.131</c:v>
                </c:pt>
                <c:pt idx="263">
                  <c:v>0.1315</c:v>
                </c:pt>
                <c:pt idx="264">
                  <c:v>0.132</c:v>
                </c:pt>
                <c:pt idx="265">
                  <c:v>0.1325</c:v>
                </c:pt>
                <c:pt idx="266">
                  <c:v>0.133</c:v>
                </c:pt>
                <c:pt idx="267">
                  <c:v>0.1335</c:v>
                </c:pt>
                <c:pt idx="268">
                  <c:v>0.134</c:v>
                </c:pt>
                <c:pt idx="269">
                  <c:v>0.1345</c:v>
                </c:pt>
                <c:pt idx="270">
                  <c:v>0.135</c:v>
                </c:pt>
                <c:pt idx="271">
                  <c:v>0.1355</c:v>
                </c:pt>
                <c:pt idx="272">
                  <c:v>0.136</c:v>
                </c:pt>
                <c:pt idx="273">
                  <c:v>0.1365</c:v>
                </c:pt>
                <c:pt idx="274">
                  <c:v>0.137</c:v>
                </c:pt>
                <c:pt idx="275">
                  <c:v>0.1375</c:v>
                </c:pt>
                <c:pt idx="276">
                  <c:v>0.138</c:v>
                </c:pt>
                <c:pt idx="277">
                  <c:v>0.1385</c:v>
                </c:pt>
                <c:pt idx="278">
                  <c:v>0.139</c:v>
                </c:pt>
                <c:pt idx="279">
                  <c:v>0.1395</c:v>
                </c:pt>
                <c:pt idx="280">
                  <c:v>0.14</c:v>
                </c:pt>
                <c:pt idx="281">
                  <c:v>0.1405</c:v>
                </c:pt>
                <c:pt idx="282">
                  <c:v>0.141</c:v>
                </c:pt>
                <c:pt idx="283">
                  <c:v>0.1415</c:v>
                </c:pt>
                <c:pt idx="284">
                  <c:v>0.142</c:v>
                </c:pt>
                <c:pt idx="285">
                  <c:v>0.1425</c:v>
                </c:pt>
                <c:pt idx="286">
                  <c:v>0.143</c:v>
                </c:pt>
                <c:pt idx="287">
                  <c:v>0.1435</c:v>
                </c:pt>
                <c:pt idx="288">
                  <c:v>0.144</c:v>
                </c:pt>
                <c:pt idx="289">
                  <c:v>0.1445</c:v>
                </c:pt>
                <c:pt idx="290">
                  <c:v>0.145</c:v>
                </c:pt>
                <c:pt idx="291">
                  <c:v>0.1455</c:v>
                </c:pt>
                <c:pt idx="292">
                  <c:v>0.146</c:v>
                </c:pt>
                <c:pt idx="293">
                  <c:v>0.1465</c:v>
                </c:pt>
                <c:pt idx="294">
                  <c:v>0.147</c:v>
                </c:pt>
                <c:pt idx="295">
                  <c:v>0.1475</c:v>
                </c:pt>
                <c:pt idx="296">
                  <c:v>0.148</c:v>
                </c:pt>
                <c:pt idx="297">
                  <c:v>0.1485</c:v>
                </c:pt>
                <c:pt idx="298">
                  <c:v>0.149</c:v>
                </c:pt>
                <c:pt idx="299">
                  <c:v>0.1495</c:v>
                </c:pt>
                <c:pt idx="300">
                  <c:v>0.15</c:v>
                </c:pt>
                <c:pt idx="301">
                  <c:v>0.1505</c:v>
                </c:pt>
                <c:pt idx="302">
                  <c:v>0.151</c:v>
                </c:pt>
                <c:pt idx="303">
                  <c:v>0.1515</c:v>
                </c:pt>
                <c:pt idx="304">
                  <c:v>0.152</c:v>
                </c:pt>
                <c:pt idx="305">
                  <c:v>0.1525</c:v>
                </c:pt>
                <c:pt idx="306">
                  <c:v>0.153</c:v>
                </c:pt>
                <c:pt idx="307">
                  <c:v>0.1535</c:v>
                </c:pt>
                <c:pt idx="308">
                  <c:v>0.154</c:v>
                </c:pt>
                <c:pt idx="309">
                  <c:v>0.1545</c:v>
                </c:pt>
                <c:pt idx="310">
                  <c:v>0.155</c:v>
                </c:pt>
                <c:pt idx="311">
                  <c:v>0.1555</c:v>
                </c:pt>
                <c:pt idx="312">
                  <c:v>0.156</c:v>
                </c:pt>
                <c:pt idx="313">
                  <c:v>0.1565</c:v>
                </c:pt>
                <c:pt idx="314">
                  <c:v>0.157</c:v>
                </c:pt>
                <c:pt idx="315">
                  <c:v>0.1575</c:v>
                </c:pt>
                <c:pt idx="316">
                  <c:v>0.158</c:v>
                </c:pt>
                <c:pt idx="317">
                  <c:v>0.1585</c:v>
                </c:pt>
                <c:pt idx="318">
                  <c:v>0.159</c:v>
                </c:pt>
                <c:pt idx="319">
                  <c:v>0.1595</c:v>
                </c:pt>
                <c:pt idx="320">
                  <c:v>0.16</c:v>
                </c:pt>
                <c:pt idx="321">
                  <c:v>0.1605</c:v>
                </c:pt>
                <c:pt idx="322">
                  <c:v>0.161</c:v>
                </c:pt>
                <c:pt idx="323">
                  <c:v>0.1615</c:v>
                </c:pt>
                <c:pt idx="324">
                  <c:v>0.162</c:v>
                </c:pt>
                <c:pt idx="325">
                  <c:v>0.1625</c:v>
                </c:pt>
                <c:pt idx="326">
                  <c:v>0.163</c:v>
                </c:pt>
                <c:pt idx="327">
                  <c:v>0.1635</c:v>
                </c:pt>
                <c:pt idx="328">
                  <c:v>0.164</c:v>
                </c:pt>
                <c:pt idx="329">
                  <c:v>0.1645</c:v>
                </c:pt>
                <c:pt idx="330">
                  <c:v>0.165</c:v>
                </c:pt>
                <c:pt idx="331">
                  <c:v>0.1655</c:v>
                </c:pt>
                <c:pt idx="332">
                  <c:v>0.166</c:v>
                </c:pt>
                <c:pt idx="333">
                  <c:v>0.1665</c:v>
                </c:pt>
                <c:pt idx="334">
                  <c:v>0.167</c:v>
                </c:pt>
                <c:pt idx="335">
                  <c:v>0.1675</c:v>
                </c:pt>
                <c:pt idx="336">
                  <c:v>0.168</c:v>
                </c:pt>
                <c:pt idx="337">
                  <c:v>0.1685</c:v>
                </c:pt>
                <c:pt idx="338">
                  <c:v>0.169</c:v>
                </c:pt>
                <c:pt idx="339">
                  <c:v>0.1695</c:v>
                </c:pt>
                <c:pt idx="340">
                  <c:v>0.17</c:v>
                </c:pt>
                <c:pt idx="341">
                  <c:v>0.1705</c:v>
                </c:pt>
                <c:pt idx="342">
                  <c:v>0.171</c:v>
                </c:pt>
                <c:pt idx="343">
                  <c:v>0.1715</c:v>
                </c:pt>
                <c:pt idx="344">
                  <c:v>0.172</c:v>
                </c:pt>
                <c:pt idx="345">
                  <c:v>0.1725</c:v>
                </c:pt>
                <c:pt idx="346">
                  <c:v>0.173</c:v>
                </c:pt>
                <c:pt idx="347">
                  <c:v>0.1735</c:v>
                </c:pt>
                <c:pt idx="348">
                  <c:v>0.174</c:v>
                </c:pt>
                <c:pt idx="349">
                  <c:v>0.1745</c:v>
                </c:pt>
                <c:pt idx="350">
                  <c:v>0.175</c:v>
                </c:pt>
                <c:pt idx="351">
                  <c:v>0.1755</c:v>
                </c:pt>
                <c:pt idx="352">
                  <c:v>0.176</c:v>
                </c:pt>
                <c:pt idx="353">
                  <c:v>0.1765</c:v>
                </c:pt>
                <c:pt idx="354">
                  <c:v>0.177</c:v>
                </c:pt>
                <c:pt idx="355">
                  <c:v>0.1775</c:v>
                </c:pt>
                <c:pt idx="356">
                  <c:v>0.178</c:v>
                </c:pt>
                <c:pt idx="357">
                  <c:v>0.1785</c:v>
                </c:pt>
                <c:pt idx="358">
                  <c:v>0.179</c:v>
                </c:pt>
                <c:pt idx="359">
                  <c:v>0.1795</c:v>
                </c:pt>
                <c:pt idx="360">
                  <c:v>0.18</c:v>
                </c:pt>
                <c:pt idx="361">
                  <c:v>0.1805</c:v>
                </c:pt>
                <c:pt idx="362">
                  <c:v>0.181</c:v>
                </c:pt>
                <c:pt idx="363">
                  <c:v>0.1815</c:v>
                </c:pt>
                <c:pt idx="364">
                  <c:v>0.182</c:v>
                </c:pt>
                <c:pt idx="365">
                  <c:v>0.1825</c:v>
                </c:pt>
                <c:pt idx="366">
                  <c:v>0.183</c:v>
                </c:pt>
                <c:pt idx="367">
                  <c:v>0.1835</c:v>
                </c:pt>
                <c:pt idx="368">
                  <c:v>0.184</c:v>
                </c:pt>
                <c:pt idx="369">
                  <c:v>0.1845</c:v>
                </c:pt>
                <c:pt idx="370">
                  <c:v>0.185</c:v>
                </c:pt>
                <c:pt idx="371">
                  <c:v>0.1855</c:v>
                </c:pt>
                <c:pt idx="372">
                  <c:v>0.186</c:v>
                </c:pt>
                <c:pt idx="373">
                  <c:v>0.1865</c:v>
                </c:pt>
                <c:pt idx="374">
                  <c:v>0.187</c:v>
                </c:pt>
                <c:pt idx="375">
                  <c:v>0.1875</c:v>
                </c:pt>
                <c:pt idx="376">
                  <c:v>0.188</c:v>
                </c:pt>
                <c:pt idx="377">
                  <c:v>0.1885</c:v>
                </c:pt>
                <c:pt idx="378">
                  <c:v>0.189</c:v>
                </c:pt>
                <c:pt idx="379">
                  <c:v>0.1895</c:v>
                </c:pt>
                <c:pt idx="380">
                  <c:v>0.19</c:v>
                </c:pt>
                <c:pt idx="381">
                  <c:v>0.1905</c:v>
                </c:pt>
                <c:pt idx="382">
                  <c:v>0.191</c:v>
                </c:pt>
                <c:pt idx="383">
                  <c:v>0.1915</c:v>
                </c:pt>
                <c:pt idx="384">
                  <c:v>0.192</c:v>
                </c:pt>
                <c:pt idx="385">
                  <c:v>0.1925</c:v>
                </c:pt>
                <c:pt idx="386">
                  <c:v>0.193</c:v>
                </c:pt>
                <c:pt idx="387">
                  <c:v>0.1935</c:v>
                </c:pt>
                <c:pt idx="388">
                  <c:v>0.194</c:v>
                </c:pt>
                <c:pt idx="389">
                  <c:v>0.1945</c:v>
                </c:pt>
                <c:pt idx="390">
                  <c:v>0.195</c:v>
                </c:pt>
                <c:pt idx="391">
                  <c:v>0.1955</c:v>
                </c:pt>
                <c:pt idx="392">
                  <c:v>0.196</c:v>
                </c:pt>
                <c:pt idx="393">
                  <c:v>0.1965</c:v>
                </c:pt>
                <c:pt idx="394">
                  <c:v>0.197</c:v>
                </c:pt>
                <c:pt idx="395">
                  <c:v>0.1975</c:v>
                </c:pt>
                <c:pt idx="396">
                  <c:v>0.198</c:v>
                </c:pt>
                <c:pt idx="397">
                  <c:v>0.1985</c:v>
                </c:pt>
                <c:pt idx="398">
                  <c:v>0.199</c:v>
                </c:pt>
                <c:pt idx="399">
                  <c:v>0.1995</c:v>
                </c:pt>
                <c:pt idx="400">
                  <c:v>0.2</c:v>
                </c:pt>
                <c:pt idx="401">
                  <c:v>0.2005</c:v>
                </c:pt>
                <c:pt idx="402">
                  <c:v>0.201</c:v>
                </c:pt>
                <c:pt idx="403">
                  <c:v>0.2015</c:v>
                </c:pt>
                <c:pt idx="404">
                  <c:v>0.202</c:v>
                </c:pt>
                <c:pt idx="405">
                  <c:v>0.2025</c:v>
                </c:pt>
                <c:pt idx="406">
                  <c:v>0.203</c:v>
                </c:pt>
                <c:pt idx="407">
                  <c:v>0.2035</c:v>
                </c:pt>
                <c:pt idx="408">
                  <c:v>0.204</c:v>
                </c:pt>
                <c:pt idx="409">
                  <c:v>0.2045</c:v>
                </c:pt>
                <c:pt idx="410">
                  <c:v>0.205</c:v>
                </c:pt>
                <c:pt idx="411">
                  <c:v>0.2055</c:v>
                </c:pt>
                <c:pt idx="412">
                  <c:v>0.206</c:v>
                </c:pt>
                <c:pt idx="413">
                  <c:v>0.2065</c:v>
                </c:pt>
                <c:pt idx="414">
                  <c:v>0.207</c:v>
                </c:pt>
                <c:pt idx="415">
                  <c:v>0.2075</c:v>
                </c:pt>
                <c:pt idx="416">
                  <c:v>0.208</c:v>
                </c:pt>
                <c:pt idx="417">
                  <c:v>0.2085</c:v>
                </c:pt>
                <c:pt idx="418">
                  <c:v>0.209</c:v>
                </c:pt>
                <c:pt idx="419">
                  <c:v>0.2095</c:v>
                </c:pt>
                <c:pt idx="420">
                  <c:v>0.21</c:v>
                </c:pt>
                <c:pt idx="421">
                  <c:v>0.2105</c:v>
                </c:pt>
                <c:pt idx="422">
                  <c:v>0.211</c:v>
                </c:pt>
                <c:pt idx="423">
                  <c:v>0.2115</c:v>
                </c:pt>
                <c:pt idx="424">
                  <c:v>0.212</c:v>
                </c:pt>
                <c:pt idx="425">
                  <c:v>0.2125</c:v>
                </c:pt>
                <c:pt idx="426">
                  <c:v>0.213</c:v>
                </c:pt>
                <c:pt idx="427">
                  <c:v>0.2135</c:v>
                </c:pt>
                <c:pt idx="428">
                  <c:v>0.214</c:v>
                </c:pt>
                <c:pt idx="429">
                  <c:v>0.2145</c:v>
                </c:pt>
                <c:pt idx="430">
                  <c:v>0.215</c:v>
                </c:pt>
                <c:pt idx="431">
                  <c:v>0.2155</c:v>
                </c:pt>
                <c:pt idx="432">
                  <c:v>0.216</c:v>
                </c:pt>
                <c:pt idx="433">
                  <c:v>0.2165</c:v>
                </c:pt>
                <c:pt idx="434">
                  <c:v>0.217</c:v>
                </c:pt>
                <c:pt idx="435">
                  <c:v>0.2175</c:v>
                </c:pt>
                <c:pt idx="436">
                  <c:v>0.218</c:v>
                </c:pt>
                <c:pt idx="437">
                  <c:v>0.2185</c:v>
                </c:pt>
                <c:pt idx="438">
                  <c:v>0.219</c:v>
                </c:pt>
                <c:pt idx="439">
                  <c:v>0.2195</c:v>
                </c:pt>
                <c:pt idx="440">
                  <c:v>0.22</c:v>
                </c:pt>
                <c:pt idx="441">
                  <c:v>0.2205</c:v>
                </c:pt>
                <c:pt idx="442">
                  <c:v>0.221</c:v>
                </c:pt>
                <c:pt idx="443">
                  <c:v>0.2215</c:v>
                </c:pt>
                <c:pt idx="444">
                  <c:v>0.222</c:v>
                </c:pt>
                <c:pt idx="445">
                  <c:v>0.2225</c:v>
                </c:pt>
                <c:pt idx="446">
                  <c:v>0.223</c:v>
                </c:pt>
                <c:pt idx="447">
                  <c:v>0.2235</c:v>
                </c:pt>
                <c:pt idx="448">
                  <c:v>0.224</c:v>
                </c:pt>
                <c:pt idx="449">
                  <c:v>0.2245</c:v>
                </c:pt>
                <c:pt idx="450">
                  <c:v>0.225</c:v>
                </c:pt>
                <c:pt idx="451">
                  <c:v>0.2255</c:v>
                </c:pt>
                <c:pt idx="452">
                  <c:v>0.226</c:v>
                </c:pt>
                <c:pt idx="453">
                  <c:v>0.2265</c:v>
                </c:pt>
                <c:pt idx="454">
                  <c:v>0.227</c:v>
                </c:pt>
                <c:pt idx="455">
                  <c:v>0.2275</c:v>
                </c:pt>
                <c:pt idx="456">
                  <c:v>0.228</c:v>
                </c:pt>
                <c:pt idx="457">
                  <c:v>0.2285</c:v>
                </c:pt>
                <c:pt idx="458">
                  <c:v>0.229</c:v>
                </c:pt>
                <c:pt idx="459">
                  <c:v>0.2295</c:v>
                </c:pt>
                <c:pt idx="460">
                  <c:v>0.23</c:v>
                </c:pt>
                <c:pt idx="461">
                  <c:v>0.2305</c:v>
                </c:pt>
                <c:pt idx="462">
                  <c:v>0.231</c:v>
                </c:pt>
                <c:pt idx="463">
                  <c:v>0.2315</c:v>
                </c:pt>
                <c:pt idx="464">
                  <c:v>0.232</c:v>
                </c:pt>
                <c:pt idx="465">
                  <c:v>0.2325</c:v>
                </c:pt>
                <c:pt idx="466">
                  <c:v>0.233</c:v>
                </c:pt>
                <c:pt idx="467">
                  <c:v>0.2335</c:v>
                </c:pt>
                <c:pt idx="468">
                  <c:v>0.234</c:v>
                </c:pt>
                <c:pt idx="469">
                  <c:v>0.2345</c:v>
                </c:pt>
                <c:pt idx="470">
                  <c:v>0.235</c:v>
                </c:pt>
                <c:pt idx="471">
                  <c:v>0.2355</c:v>
                </c:pt>
                <c:pt idx="472">
                  <c:v>0.236</c:v>
                </c:pt>
                <c:pt idx="473">
                  <c:v>0.2365</c:v>
                </c:pt>
                <c:pt idx="474">
                  <c:v>0.237</c:v>
                </c:pt>
                <c:pt idx="475">
                  <c:v>0.2375</c:v>
                </c:pt>
                <c:pt idx="476">
                  <c:v>0.238</c:v>
                </c:pt>
                <c:pt idx="477">
                  <c:v>0.2385</c:v>
                </c:pt>
                <c:pt idx="478">
                  <c:v>0.239</c:v>
                </c:pt>
                <c:pt idx="479">
                  <c:v>0.2395</c:v>
                </c:pt>
                <c:pt idx="480">
                  <c:v>0.24</c:v>
                </c:pt>
                <c:pt idx="481">
                  <c:v>0.2405</c:v>
                </c:pt>
                <c:pt idx="482">
                  <c:v>0.241</c:v>
                </c:pt>
                <c:pt idx="483">
                  <c:v>0.2415</c:v>
                </c:pt>
                <c:pt idx="484">
                  <c:v>0.242</c:v>
                </c:pt>
                <c:pt idx="485">
                  <c:v>0.2425</c:v>
                </c:pt>
                <c:pt idx="486">
                  <c:v>0.243</c:v>
                </c:pt>
                <c:pt idx="487">
                  <c:v>0.2435</c:v>
                </c:pt>
                <c:pt idx="488">
                  <c:v>0.244</c:v>
                </c:pt>
                <c:pt idx="489">
                  <c:v>0.2445</c:v>
                </c:pt>
                <c:pt idx="490">
                  <c:v>0.245</c:v>
                </c:pt>
                <c:pt idx="491">
                  <c:v>0.2455</c:v>
                </c:pt>
                <c:pt idx="492">
                  <c:v>0.246</c:v>
                </c:pt>
                <c:pt idx="493">
                  <c:v>0.2465</c:v>
                </c:pt>
                <c:pt idx="494">
                  <c:v>0.247</c:v>
                </c:pt>
                <c:pt idx="495">
                  <c:v>0.2475</c:v>
                </c:pt>
                <c:pt idx="496">
                  <c:v>0.248</c:v>
                </c:pt>
                <c:pt idx="497">
                  <c:v>0.2485</c:v>
                </c:pt>
                <c:pt idx="498">
                  <c:v>0.249</c:v>
                </c:pt>
                <c:pt idx="499">
                  <c:v>0.2495</c:v>
                </c:pt>
                <c:pt idx="500">
                  <c:v>0.25</c:v>
                </c:pt>
                <c:pt idx="501">
                  <c:v>0.2505</c:v>
                </c:pt>
                <c:pt idx="502">
                  <c:v>0.251</c:v>
                </c:pt>
                <c:pt idx="503">
                  <c:v>0.2515</c:v>
                </c:pt>
                <c:pt idx="504">
                  <c:v>0.252</c:v>
                </c:pt>
                <c:pt idx="505">
                  <c:v>0.2525</c:v>
                </c:pt>
                <c:pt idx="506">
                  <c:v>0.253</c:v>
                </c:pt>
                <c:pt idx="507">
                  <c:v>0.2535</c:v>
                </c:pt>
                <c:pt idx="508">
                  <c:v>0.254</c:v>
                </c:pt>
                <c:pt idx="509">
                  <c:v>0.2545</c:v>
                </c:pt>
                <c:pt idx="510">
                  <c:v>0.255</c:v>
                </c:pt>
                <c:pt idx="511">
                  <c:v>0.2555</c:v>
                </c:pt>
                <c:pt idx="512">
                  <c:v>0.256</c:v>
                </c:pt>
                <c:pt idx="513">
                  <c:v>0.2565</c:v>
                </c:pt>
                <c:pt idx="514">
                  <c:v>0.257</c:v>
                </c:pt>
                <c:pt idx="515">
                  <c:v>0.2575</c:v>
                </c:pt>
                <c:pt idx="516">
                  <c:v>0.258</c:v>
                </c:pt>
                <c:pt idx="517">
                  <c:v>0.2585</c:v>
                </c:pt>
                <c:pt idx="518">
                  <c:v>0.259</c:v>
                </c:pt>
                <c:pt idx="519">
                  <c:v>0.2595</c:v>
                </c:pt>
                <c:pt idx="520">
                  <c:v>0.26</c:v>
                </c:pt>
                <c:pt idx="521">
                  <c:v>0.2605</c:v>
                </c:pt>
                <c:pt idx="522">
                  <c:v>0.261</c:v>
                </c:pt>
                <c:pt idx="523">
                  <c:v>0.2615</c:v>
                </c:pt>
                <c:pt idx="524">
                  <c:v>0.262</c:v>
                </c:pt>
                <c:pt idx="525">
                  <c:v>0.2625</c:v>
                </c:pt>
                <c:pt idx="526">
                  <c:v>0.263</c:v>
                </c:pt>
                <c:pt idx="527">
                  <c:v>0.2635</c:v>
                </c:pt>
                <c:pt idx="528">
                  <c:v>0.264</c:v>
                </c:pt>
                <c:pt idx="529">
                  <c:v>0.2645</c:v>
                </c:pt>
                <c:pt idx="530">
                  <c:v>0.265</c:v>
                </c:pt>
                <c:pt idx="531">
                  <c:v>0.2655</c:v>
                </c:pt>
                <c:pt idx="532">
                  <c:v>0.266</c:v>
                </c:pt>
                <c:pt idx="533">
                  <c:v>0.2665</c:v>
                </c:pt>
                <c:pt idx="534">
                  <c:v>0.267</c:v>
                </c:pt>
                <c:pt idx="535">
                  <c:v>0.2675</c:v>
                </c:pt>
                <c:pt idx="536">
                  <c:v>0.268</c:v>
                </c:pt>
                <c:pt idx="537">
                  <c:v>0.2685</c:v>
                </c:pt>
                <c:pt idx="538">
                  <c:v>0.269</c:v>
                </c:pt>
                <c:pt idx="539">
                  <c:v>0.2695</c:v>
                </c:pt>
                <c:pt idx="540">
                  <c:v>0.27</c:v>
                </c:pt>
                <c:pt idx="541">
                  <c:v>0.2705</c:v>
                </c:pt>
                <c:pt idx="542">
                  <c:v>0.271</c:v>
                </c:pt>
                <c:pt idx="543">
                  <c:v>0.2715</c:v>
                </c:pt>
                <c:pt idx="544">
                  <c:v>0.272</c:v>
                </c:pt>
                <c:pt idx="545">
                  <c:v>0.2725</c:v>
                </c:pt>
                <c:pt idx="546">
                  <c:v>0.273</c:v>
                </c:pt>
                <c:pt idx="547">
                  <c:v>0.2735</c:v>
                </c:pt>
                <c:pt idx="548">
                  <c:v>0.274</c:v>
                </c:pt>
                <c:pt idx="549">
                  <c:v>0.2745</c:v>
                </c:pt>
                <c:pt idx="550">
                  <c:v>0.275</c:v>
                </c:pt>
                <c:pt idx="551">
                  <c:v>0.2755</c:v>
                </c:pt>
                <c:pt idx="552">
                  <c:v>0.276</c:v>
                </c:pt>
                <c:pt idx="553">
                  <c:v>0.2765</c:v>
                </c:pt>
                <c:pt idx="554">
                  <c:v>0.277</c:v>
                </c:pt>
                <c:pt idx="555">
                  <c:v>0.2775</c:v>
                </c:pt>
                <c:pt idx="556">
                  <c:v>0.278</c:v>
                </c:pt>
                <c:pt idx="557">
                  <c:v>0.2785</c:v>
                </c:pt>
                <c:pt idx="558">
                  <c:v>0.279</c:v>
                </c:pt>
                <c:pt idx="559">
                  <c:v>0.2795</c:v>
                </c:pt>
                <c:pt idx="560">
                  <c:v>0.28</c:v>
                </c:pt>
                <c:pt idx="561">
                  <c:v>0.2805</c:v>
                </c:pt>
                <c:pt idx="562">
                  <c:v>0.281</c:v>
                </c:pt>
                <c:pt idx="563">
                  <c:v>0.2815</c:v>
                </c:pt>
                <c:pt idx="564">
                  <c:v>0.282</c:v>
                </c:pt>
                <c:pt idx="565">
                  <c:v>0.2825</c:v>
                </c:pt>
                <c:pt idx="566">
                  <c:v>0.283</c:v>
                </c:pt>
                <c:pt idx="567">
                  <c:v>0.2835</c:v>
                </c:pt>
                <c:pt idx="568">
                  <c:v>0.284</c:v>
                </c:pt>
                <c:pt idx="569">
                  <c:v>0.2845</c:v>
                </c:pt>
                <c:pt idx="570">
                  <c:v>0.285</c:v>
                </c:pt>
                <c:pt idx="571">
                  <c:v>0.2855</c:v>
                </c:pt>
                <c:pt idx="572">
                  <c:v>0.286</c:v>
                </c:pt>
                <c:pt idx="573">
                  <c:v>0.2865</c:v>
                </c:pt>
                <c:pt idx="574">
                  <c:v>0.287</c:v>
                </c:pt>
                <c:pt idx="575">
                  <c:v>0.2875</c:v>
                </c:pt>
                <c:pt idx="576">
                  <c:v>0.288</c:v>
                </c:pt>
                <c:pt idx="577">
                  <c:v>0.2885</c:v>
                </c:pt>
                <c:pt idx="578">
                  <c:v>0.289</c:v>
                </c:pt>
                <c:pt idx="579">
                  <c:v>0.2895</c:v>
                </c:pt>
                <c:pt idx="580">
                  <c:v>0.29</c:v>
                </c:pt>
                <c:pt idx="581">
                  <c:v>0.2905</c:v>
                </c:pt>
                <c:pt idx="582">
                  <c:v>0.291</c:v>
                </c:pt>
                <c:pt idx="583">
                  <c:v>0.2915</c:v>
                </c:pt>
                <c:pt idx="584">
                  <c:v>0.292</c:v>
                </c:pt>
                <c:pt idx="585">
                  <c:v>0.2925</c:v>
                </c:pt>
                <c:pt idx="586">
                  <c:v>0.293</c:v>
                </c:pt>
                <c:pt idx="587">
                  <c:v>0.2935</c:v>
                </c:pt>
                <c:pt idx="588">
                  <c:v>0.294</c:v>
                </c:pt>
                <c:pt idx="589">
                  <c:v>0.2945</c:v>
                </c:pt>
                <c:pt idx="590">
                  <c:v>0.295</c:v>
                </c:pt>
                <c:pt idx="591">
                  <c:v>0.2955</c:v>
                </c:pt>
                <c:pt idx="592">
                  <c:v>0.296</c:v>
                </c:pt>
                <c:pt idx="593">
                  <c:v>0.2965</c:v>
                </c:pt>
                <c:pt idx="594">
                  <c:v>0.297</c:v>
                </c:pt>
                <c:pt idx="595">
                  <c:v>0.2975</c:v>
                </c:pt>
                <c:pt idx="596">
                  <c:v>0.298</c:v>
                </c:pt>
                <c:pt idx="597">
                  <c:v>0.2985</c:v>
                </c:pt>
                <c:pt idx="598">
                  <c:v>0.299</c:v>
                </c:pt>
                <c:pt idx="599">
                  <c:v>0.2995</c:v>
                </c:pt>
                <c:pt idx="600">
                  <c:v>0.3</c:v>
                </c:pt>
                <c:pt idx="601">
                  <c:v>0.3005</c:v>
                </c:pt>
                <c:pt idx="602">
                  <c:v>0.301</c:v>
                </c:pt>
                <c:pt idx="603">
                  <c:v>0.3015</c:v>
                </c:pt>
                <c:pt idx="604">
                  <c:v>0.302</c:v>
                </c:pt>
                <c:pt idx="605">
                  <c:v>0.3025</c:v>
                </c:pt>
                <c:pt idx="606">
                  <c:v>0.303</c:v>
                </c:pt>
                <c:pt idx="607">
                  <c:v>0.3035</c:v>
                </c:pt>
                <c:pt idx="608">
                  <c:v>0.304</c:v>
                </c:pt>
                <c:pt idx="609">
                  <c:v>0.3045</c:v>
                </c:pt>
                <c:pt idx="610">
                  <c:v>0.305</c:v>
                </c:pt>
                <c:pt idx="611">
                  <c:v>0.3055</c:v>
                </c:pt>
                <c:pt idx="612">
                  <c:v>0.306</c:v>
                </c:pt>
                <c:pt idx="613">
                  <c:v>0.3065</c:v>
                </c:pt>
                <c:pt idx="614">
                  <c:v>0.307</c:v>
                </c:pt>
                <c:pt idx="615">
                  <c:v>0.3075</c:v>
                </c:pt>
                <c:pt idx="616">
                  <c:v>0.308</c:v>
                </c:pt>
                <c:pt idx="617">
                  <c:v>0.3085</c:v>
                </c:pt>
                <c:pt idx="618">
                  <c:v>0.309</c:v>
                </c:pt>
                <c:pt idx="619">
                  <c:v>0.3095</c:v>
                </c:pt>
                <c:pt idx="620">
                  <c:v>0.31</c:v>
                </c:pt>
                <c:pt idx="621">
                  <c:v>0.3105</c:v>
                </c:pt>
                <c:pt idx="622">
                  <c:v>0.311</c:v>
                </c:pt>
                <c:pt idx="623">
                  <c:v>0.3115</c:v>
                </c:pt>
                <c:pt idx="624">
                  <c:v>0.312</c:v>
                </c:pt>
                <c:pt idx="625">
                  <c:v>0.3125</c:v>
                </c:pt>
                <c:pt idx="626">
                  <c:v>0.313</c:v>
                </c:pt>
                <c:pt idx="627">
                  <c:v>0.3135</c:v>
                </c:pt>
                <c:pt idx="628">
                  <c:v>0.314</c:v>
                </c:pt>
                <c:pt idx="629">
                  <c:v>0.3145</c:v>
                </c:pt>
                <c:pt idx="630">
                  <c:v>0.315</c:v>
                </c:pt>
                <c:pt idx="631">
                  <c:v>0.3155</c:v>
                </c:pt>
                <c:pt idx="632">
                  <c:v>0.316</c:v>
                </c:pt>
                <c:pt idx="633">
                  <c:v>0.3165</c:v>
                </c:pt>
                <c:pt idx="634">
                  <c:v>0.317</c:v>
                </c:pt>
                <c:pt idx="635">
                  <c:v>0.3175</c:v>
                </c:pt>
                <c:pt idx="636">
                  <c:v>0.318</c:v>
                </c:pt>
                <c:pt idx="637">
                  <c:v>0.3185</c:v>
                </c:pt>
                <c:pt idx="638">
                  <c:v>0.319</c:v>
                </c:pt>
                <c:pt idx="639">
                  <c:v>0.3195</c:v>
                </c:pt>
                <c:pt idx="640">
                  <c:v>0.32</c:v>
                </c:pt>
                <c:pt idx="641">
                  <c:v>0.3205</c:v>
                </c:pt>
                <c:pt idx="642">
                  <c:v>0.321</c:v>
                </c:pt>
                <c:pt idx="643">
                  <c:v>0.3215</c:v>
                </c:pt>
                <c:pt idx="644">
                  <c:v>0.322</c:v>
                </c:pt>
                <c:pt idx="645">
                  <c:v>0.3225</c:v>
                </c:pt>
                <c:pt idx="646">
                  <c:v>0.323</c:v>
                </c:pt>
                <c:pt idx="647">
                  <c:v>0.3235</c:v>
                </c:pt>
                <c:pt idx="648">
                  <c:v>0.324</c:v>
                </c:pt>
                <c:pt idx="649">
                  <c:v>0.3245</c:v>
                </c:pt>
                <c:pt idx="650">
                  <c:v>0.325</c:v>
                </c:pt>
                <c:pt idx="651">
                  <c:v>0.3255</c:v>
                </c:pt>
                <c:pt idx="652">
                  <c:v>0.326</c:v>
                </c:pt>
                <c:pt idx="653">
                  <c:v>0.3265</c:v>
                </c:pt>
                <c:pt idx="654">
                  <c:v>0.327</c:v>
                </c:pt>
                <c:pt idx="655">
                  <c:v>0.3275</c:v>
                </c:pt>
                <c:pt idx="656">
                  <c:v>0.328</c:v>
                </c:pt>
                <c:pt idx="657">
                  <c:v>0.3285</c:v>
                </c:pt>
                <c:pt idx="658">
                  <c:v>0.329</c:v>
                </c:pt>
                <c:pt idx="659">
                  <c:v>0.3295</c:v>
                </c:pt>
                <c:pt idx="660">
                  <c:v>0.33</c:v>
                </c:pt>
                <c:pt idx="661">
                  <c:v>0.3305</c:v>
                </c:pt>
                <c:pt idx="662">
                  <c:v>0.331</c:v>
                </c:pt>
                <c:pt idx="663">
                  <c:v>0.3315</c:v>
                </c:pt>
                <c:pt idx="664">
                  <c:v>0.332</c:v>
                </c:pt>
                <c:pt idx="665">
                  <c:v>0.3325</c:v>
                </c:pt>
                <c:pt idx="666">
                  <c:v>0.333</c:v>
                </c:pt>
                <c:pt idx="667">
                  <c:v>0.3335</c:v>
                </c:pt>
                <c:pt idx="668">
                  <c:v>0.334</c:v>
                </c:pt>
                <c:pt idx="669">
                  <c:v>0.3345</c:v>
                </c:pt>
                <c:pt idx="670">
                  <c:v>0.335</c:v>
                </c:pt>
                <c:pt idx="671">
                  <c:v>0.3355</c:v>
                </c:pt>
                <c:pt idx="672">
                  <c:v>0.336</c:v>
                </c:pt>
                <c:pt idx="673">
                  <c:v>0.3365</c:v>
                </c:pt>
                <c:pt idx="674">
                  <c:v>0.337</c:v>
                </c:pt>
                <c:pt idx="675">
                  <c:v>0.3375</c:v>
                </c:pt>
                <c:pt idx="676">
                  <c:v>0.338</c:v>
                </c:pt>
                <c:pt idx="677">
                  <c:v>0.3385</c:v>
                </c:pt>
                <c:pt idx="678">
                  <c:v>0.339</c:v>
                </c:pt>
                <c:pt idx="679">
                  <c:v>0.3395</c:v>
                </c:pt>
                <c:pt idx="680">
                  <c:v>0.34</c:v>
                </c:pt>
                <c:pt idx="681">
                  <c:v>0.3405</c:v>
                </c:pt>
                <c:pt idx="682">
                  <c:v>0.341</c:v>
                </c:pt>
                <c:pt idx="683">
                  <c:v>0.3415</c:v>
                </c:pt>
                <c:pt idx="684">
                  <c:v>0.342</c:v>
                </c:pt>
                <c:pt idx="685">
                  <c:v>0.3425</c:v>
                </c:pt>
                <c:pt idx="686">
                  <c:v>0.343</c:v>
                </c:pt>
                <c:pt idx="687">
                  <c:v>0.3435</c:v>
                </c:pt>
                <c:pt idx="688">
                  <c:v>0.344</c:v>
                </c:pt>
                <c:pt idx="689">
                  <c:v>0.3445</c:v>
                </c:pt>
                <c:pt idx="690">
                  <c:v>0.345</c:v>
                </c:pt>
                <c:pt idx="691">
                  <c:v>0.3455</c:v>
                </c:pt>
                <c:pt idx="692">
                  <c:v>0.346</c:v>
                </c:pt>
                <c:pt idx="693">
                  <c:v>0.3465</c:v>
                </c:pt>
                <c:pt idx="694">
                  <c:v>0.347</c:v>
                </c:pt>
                <c:pt idx="695">
                  <c:v>0.3475</c:v>
                </c:pt>
                <c:pt idx="696">
                  <c:v>0.348</c:v>
                </c:pt>
                <c:pt idx="697">
                  <c:v>0.3485</c:v>
                </c:pt>
                <c:pt idx="698">
                  <c:v>0.349</c:v>
                </c:pt>
                <c:pt idx="699">
                  <c:v>0.3495</c:v>
                </c:pt>
                <c:pt idx="700">
                  <c:v>0.35</c:v>
                </c:pt>
                <c:pt idx="701">
                  <c:v>0.3505</c:v>
                </c:pt>
                <c:pt idx="702">
                  <c:v>0.351</c:v>
                </c:pt>
                <c:pt idx="703">
                  <c:v>0.3515</c:v>
                </c:pt>
                <c:pt idx="704">
                  <c:v>0.352</c:v>
                </c:pt>
                <c:pt idx="705">
                  <c:v>0.3525</c:v>
                </c:pt>
                <c:pt idx="706">
                  <c:v>0.353</c:v>
                </c:pt>
                <c:pt idx="707">
                  <c:v>0.3535</c:v>
                </c:pt>
                <c:pt idx="708">
                  <c:v>0.354</c:v>
                </c:pt>
                <c:pt idx="709">
                  <c:v>0.3545</c:v>
                </c:pt>
                <c:pt idx="710">
                  <c:v>0.355</c:v>
                </c:pt>
                <c:pt idx="711">
                  <c:v>0.3555</c:v>
                </c:pt>
                <c:pt idx="712">
                  <c:v>0.356</c:v>
                </c:pt>
                <c:pt idx="713">
                  <c:v>0.3565</c:v>
                </c:pt>
                <c:pt idx="714">
                  <c:v>0.357</c:v>
                </c:pt>
                <c:pt idx="715">
                  <c:v>0.3575</c:v>
                </c:pt>
                <c:pt idx="716">
                  <c:v>0.358</c:v>
                </c:pt>
                <c:pt idx="717">
                  <c:v>0.3585</c:v>
                </c:pt>
                <c:pt idx="718">
                  <c:v>0.359</c:v>
                </c:pt>
                <c:pt idx="719">
                  <c:v>0.3595</c:v>
                </c:pt>
                <c:pt idx="720">
                  <c:v>0.36</c:v>
                </c:pt>
                <c:pt idx="721">
                  <c:v>0.3605</c:v>
                </c:pt>
                <c:pt idx="722">
                  <c:v>0.361</c:v>
                </c:pt>
                <c:pt idx="723">
                  <c:v>0.3615</c:v>
                </c:pt>
                <c:pt idx="724">
                  <c:v>0.362</c:v>
                </c:pt>
                <c:pt idx="725">
                  <c:v>0.3625</c:v>
                </c:pt>
                <c:pt idx="726">
                  <c:v>0.363</c:v>
                </c:pt>
                <c:pt idx="727">
                  <c:v>0.3635</c:v>
                </c:pt>
                <c:pt idx="728">
                  <c:v>0.364</c:v>
                </c:pt>
                <c:pt idx="729">
                  <c:v>0.3645</c:v>
                </c:pt>
                <c:pt idx="730">
                  <c:v>0.365</c:v>
                </c:pt>
                <c:pt idx="731">
                  <c:v>0.3655</c:v>
                </c:pt>
                <c:pt idx="732">
                  <c:v>0.366</c:v>
                </c:pt>
                <c:pt idx="733">
                  <c:v>0.3665</c:v>
                </c:pt>
                <c:pt idx="734">
                  <c:v>0.367</c:v>
                </c:pt>
                <c:pt idx="735">
                  <c:v>0.3675</c:v>
                </c:pt>
                <c:pt idx="736">
                  <c:v>0.368</c:v>
                </c:pt>
                <c:pt idx="737">
                  <c:v>0.3685</c:v>
                </c:pt>
                <c:pt idx="738">
                  <c:v>0.369</c:v>
                </c:pt>
                <c:pt idx="739">
                  <c:v>0.3695</c:v>
                </c:pt>
                <c:pt idx="740">
                  <c:v>0.37</c:v>
                </c:pt>
                <c:pt idx="741">
                  <c:v>0.3705</c:v>
                </c:pt>
                <c:pt idx="742">
                  <c:v>0.371</c:v>
                </c:pt>
                <c:pt idx="743">
                  <c:v>0.3715</c:v>
                </c:pt>
                <c:pt idx="744">
                  <c:v>0.372</c:v>
                </c:pt>
                <c:pt idx="745">
                  <c:v>0.3725</c:v>
                </c:pt>
                <c:pt idx="746">
                  <c:v>0.373</c:v>
                </c:pt>
                <c:pt idx="747">
                  <c:v>0.3735</c:v>
                </c:pt>
                <c:pt idx="748">
                  <c:v>0.374</c:v>
                </c:pt>
                <c:pt idx="749">
                  <c:v>0.3745</c:v>
                </c:pt>
                <c:pt idx="750">
                  <c:v>0.375</c:v>
                </c:pt>
                <c:pt idx="751">
                  <c:v>0.3755</c:v>
                </c:pt>
                <c:pt idx="752">
                  <c:v>0.376</c:v>
                </c:pt>
                <c:pt idx="753">
                  <c:v>0.3765</c:v>
                </c:pt>
                <c:pt idx="754">
                  <c:v>0.377</c:v>
                </c:pt>
                <c:pt idx="755">
                  <c:v>0.3775</c:v>
                </c:pt>
                <c:pt idx="756">
                  <c:v>0.378</c:v>
                </c:pt>
                <c:pt idx="757">
                  <c:v>0.3785</c:v>
                </c:pt>
                <c:pt idx="758">
                  <c:v>0.379</c:v>
                </c:pt>
                <c:pt idx="759">
                  <c:v>0.3795</c:v>
                </c:pt>
                <c:pt idx="760">
                  <c:v>0.38</c:v>
                </c:pt>
                <c:pt idx="761">
                  <c:v>0.3805</c:v>
                </c:pt>
                <c:pt idx="762">
                  <c:v>0.381</c:v>
                </c:pt>
                <c:pt idx="763">
                  <c:v>0.3815</c:v>
                </c:pt>
                <c:pt idx="764">
                  <c:v>0.382</c:v>
                </c:pt>
                <c:pt idx="765">
                  <c:v>0.3825</c:v>
                </c:pt>
                <c:pt idx="766">
                  <c:v>0.383</c:v>
                </c:pt>
                <c:pt idx="767">
                  <c:v>0.3835</c:v>
                </c:pt>
                <c:pt idx="768">
                  <c:v>0.384</c:v>
                </c:pt>
                <c:pt idx="769">
                  <c:v>0.3845</c:v>
                </c:pt>
                <c:pt idx="770">
                  <c:v>0.385</c:v>
                </c:pt>
                <c:pt idx="771">
                  <c:v>0.3855</c:v>
                </c:pt>
                <c:pt idx="772">
                  <c:v>0.386</c:v>
                </c:pt>
                <c:pt idx="773">
                  <c:v>0.3865</c:v>
                </c:pt>
                <c:pt idx="774">
                  <c:v>0.387</c:v>
                </c:pt>
                <c:pt idx="775">
                  <c:v>0.3875</c:v>
                </c:pt>
                <c:pt idx="776">
                  <c:v>0.388</c:v>
                </c:pt>
                <c:pt idx="777">
                  <c:v>0.3885</c:v>
                </c:pt>
                <c:pt idx="778">
                  <c:v>0.389</c:v>
                </c:pt>
                <c:pt idx="779">
                  <c:v>0.3895</c:v>
                </c:pt>
                <c:pt idx="780">
                  <c:v>0.39</c:v>
                </c:pt>
                <c:pt idx="781">
                  <c:v>0.3905</c:v>
                </c:pt>
                <c:pt idx="782">
                  <c:v>0.391</c:v>
                </c:pt>
                <c:pt idx="783">
                  <c:v>0.3915</c:v>
                </c:pt>
                <c:pt idx="784">
                  <c:v>0.392</c:v>
                </c:pt>
                <c:pt idx="785">
                  <c:v>0.3925</c:v>
                </c:pt>
                <c:pt idx="786">
                  <c:v>0.393</c:v>
                </c:pt>
                <c:pt idx="787">
                  <c:v>0.3935</c:v>
                </c:pt>
                <c:pt idx="788">
                  <c:v>0.394</c:v>
                </c:pt>
                <c:pt idx="789">
                  <c:v>0.3945</c:v>
                </c:pt>
                <c:pt idx="790">
                  <c:v>0.395</c:v>
                </c:pt>
                <c:pt idx="791">
                  <c:v>0.3955</c:v>
                </c:pt>
                <c:pt idx="792">
                  <c:v>0.396</c:v>
                </c:pt>
                <c:pt idx="793">
                  <c:v>0.3965</c:v>
                </c:pt>
                <c:pt idx="794">
                  <c:v>0.397</c:v>
                </c:pt>
                <c:pt idx="795">
                  <c:v>0.3975</c:v>
                </c:pt>
                <c:pt idx="796">
                  <c:v>0.398</c:v>
                </c:pt>
                <c:pt idx="797">
                  <c:v>0.3985</c:v>
                </c:pt>
                <c:pt idx="798">
                  <c:v>0.399</c:v>
                </c:pt>
                <c:pt idx="799">
                  <c:v>0.3995</c:v>
                </c:pt>
                <c:pt idx="800">
                  <c:v>0.4</c:v>
                </c:pt>
                <c:pt idx="801">
                  <c:v>0.4005</c:v>
                </c:pt>
                <c:pt idx="802">
                  <c:v>0.401</c:v>
                </c:pt>
                <c:pt idx="803">
                  <c:v>0.4015</c:v>
                </c:pt>
                <c:pt idx="804">
                  <c:v>0.402</c:v>
                </c:pt>
                <c:pt idx="805">
                  <c:v>0.4025</c:v>
                </c:pt>
                <c:pt idx="806">
                  <c:v>0.403</c:v>
                </c:pt>
                <c:pt idx="807">
                  <c:v>0.4035</c:v>
                </c:pt>
                <c:pt idx="808">
                  <c:v>0.404</c:v>
                </c:pt>
                <c:pt idx="809">
                  <c:v>0.4045</c:v>
                </c:pt>
                <c:pt idx="810">
                  <c:v>0.405</c:v>
                </c:pt>
                <c:pt idx="811">
                  <c:v>0.4055</c:v>
                </c:pt>
                <c:pt idx="812">
                  <c:v>0.406</c:v>
                </c:pt>
                <c:pt idx="813">
                  <c:v>0.4065</c:v>
                </c:pt>
                <c:pt idx="814">
                  <c:v>0.407</c:v>
                </c:pt>
                <c:pt idx="815">
                  <c:v>0.4075</c:v>
                </c:pt>
                <c:pt idx="816">
                  <c:v>0.408</c:v>
                </c:pt>
                <c:pt idx="817">
                  <c:v>0.4085</c:v>
                </c:pt>
                <c:pt idx="818">
                  <c:v>0.409</c:v>
                </c:pt>
                <c:pt idx="819">
                  <c:v>0.4095</c:v>
                </c:pt>
                <c:pt idx="820">
                  <c:v>0.41</c:v>
                </c:pt>
                <c:pt idx="821">
                  <c:v>0.4105</c:v>
                </c:pt>
                <c:pt idx="822">
                  <c:v>0.411</c:v>
                </c:pt>
                <c:pt idx="823">
                  <c:v>0.4115</c:v>
                </c:pt>
                <c:pt idx="824">
                  <c:v>0.412</c:v>
                </c:pt>
                <c:pt idx="825">
                  <c:v>0.4125</c:v>
                </c:pt>
                <c:pt idx="826">
                  <c:v>0.413</c:v>
                </c:pt>
                <c:pt idx="827">
                  <c:v>0.4135</c:v>
                </c:pt>
                <c:pt idx="828">
                  <c:v>0.414</c:v>
                </c:pt>
                <c:pt idx="829">
                  <c:v>0.4145</c:v>
                </c:pt>
                <c:pt idx="830">
                  <c:v>0.415</c:v>
                </c:pt>
                <c:pt idx="831">
                  <c:v>0.4155</c:v>
                </c:pt>
                <c:pt idx="832">
                  <c:v>0.416</c:v>
                </c:pt>
                <c:pt idx="833">
                  <c:v>0.4165</c:v>
                </c:pt>
                <c:pt idx="834">
                  <c:v>0.417</c:v>
                </c:pt>
                <c:pt idx="835">
                  <c:v>0.4175</c:v>
                </c:pt>
                <c:pt idx="836">
                  <c:v>0.418</c:v>
                </c:pt>
                <c:pt idx="837">
                  <c:v>0.4185</c:v>
                </c:pt>
                <c:pt idx="838">
                  <c:v>0.419</c:v>
                </c:pt>
                <c:pt idx="839">
                  <c:v>0.4195</c:v>
                </c:pt>
                <c:pt idx="840">
                  <c:v>0.42</c:v>
                </c:pt>
                <c:pt idx="841">
                  <c:v>0.4205</c:v>
                </c:pt>
                <c:pt idx="842">
                  <c:v>0.421</c:v>
                </c:pt>
                <c:pt idx="843">
                  <c:v>0.4215</c:v>
                </c:pt>
                <c:pt idx="844">
                  <c:v>0.422</c:v>
                </c:pt>
                <c:pt idx="845">
                  <c:v>0.4225</c:v>
                </c:pt>
                <c:pt idx="846">
                  <c:v>0.423</c:v>
                </c:pt>
                <c:pt idx="847">
                  <c:v>0.4235</c:v>
                </c:pt>
                <c:pt idx="848">
                  <c:v>0.424</c:v>
                </c:pt>
                <c:pt idx="849">
                  <c:v>0.4245</c:v>
                </c:pt>
                <c:pt idx="850">
                  <c:v>0.425</c:v>
                </c:pt>
                <c:pt idx="851">
                  <c:v>0.4255</c:v>
                </c:pt>
                <c:pt idx="852">
                  <c:v>0.426</c:v>
                </c:pt>
                <c:pt idx="853">
                  <c:v>0.4265</c:v>
                </c:pt>
                <c:pt idx="854">
                  <c:v>0.427</c:v>
                </c:pt>
                <c:pt idx="855">
                  <c:v>0.4275</c:v>
                </c:pt>
                <c:pt idx="856">
                  <c:v>0.428</c:v>
                </c:pt>
                <c:pt idx="857">
                  <c:v>0.4285</c:v>
                </c:pt>
                <c:pt idx="858">
                  <c:v>0.429</c:v>
                </c:pt>
                <c:pt idx="859">
                  <c:v>0.4295</c:v>
                </c:pt>
                <c:pt idx="860">
                  <c:v>0.43</c:v>
                </c:pt>
                <c:pt idx="861">
                  <c:v>0.4305</c:v>
                </c:pt>
                <c:pt idx="862">
                  <c:v>0.431</c:v>
                </c:pt>
                <c:pt idx="863">
                  <c:v>0.4315</c:v>
                </c:pt>
                <c:pt idx="864">
                  <c:v>0.432</c:v>
                </c:pt>
                <c:pt idx="865">
                  <c:v>0.4325</c:v>
                </c:pt>
                <c:pt idx="866">
                  <c:v>0.433</c:v>
                </c:pt>
                <c:pt idx="867">
                  <c:v>0.4335</c:v>
                </c:pt>
                <c:pt idx="868">
                  <c:v>0.434</c:v>
                </c:pt>
                <c:pt idx="869">
                  <c:v>0.4345</c:v>
                </c:pt>
                <c:pt idx="870">
                  <c:v>0.435</c:v>
                </c:pt>
                <c:pt idx="871">
                  <c:v>0.4355</c:v>
                </c:pt>
                <c:pt idx="872">
                  <c:v>0.436</c:v>
                </c:pt>
                <c:pt idx="873">
                  <c:v>0.4365</c:v>
                </c:pt>
                <c:pt idx="874">
                  <c:v>0.437</c:v>
                </c:pt>
                <c:pt idx="875">
                  <c:v>0.4375</c:v>
                </c:pt>
                <c:pt idx="876">
                  <c:v>0.438</c:v>
                </c:pt>
                <c:pt idx="877">
                  <c:v>0.4385</c:v>
                </c:pt>
                <c:pt idx="878">
                  <c:v>0.439</c:v>
                </c:pt>
                <c:pt idx="879">
                  <c:v>0.4395</c:v>
                </c:pt>
                <c:pt idx="880">
                  <c:v>0.44</c:v>
                </c:pt>
                <c:pt idx="881">
                  <c:v>0.4405</c:v>
                </c:pt>
                <c:pt idx="882">
                  <c:v>0.441</c:v>
                </c:pt>
                <c:pt idx="883">
                  <c:v>0.4415</c:v>
                </c:pt>
                <c:pt idx="884">
                  <c:v>0.442</c:v>
                </c:pt>
                <c:pt idx="885">
                  <c:v>0.4425</c:v>
                </c:pt>
                <c:pt idx="886">
                  <c:v>0.443</c:v>
                </c:pt>
                <c:pt idx="887">
                  <c:v>0.4435</c:v>
                </c:pt>
                <c:pt idx="888">
                  <c:v>0.444</c:v>
                </c:pt>
                <c:pt idx="889">
                  <c:v>0.4445</c:v>
                </c:pt>
                <c:pt idx="890">
                  <c:v>0.445</c:v>
                </c:pt>
                <c:pt idx="891">
                  <c:v>0.4455</c:v>
                </c:pt>
                <c:pt idx="892">
                  <c:v>0.446</c:v>
                </c:pt>
                <c:pt idx="893">
                  <c:v>0.4465</c:v>
                </c:pt>
                <c:pt idx="894">
                  <c:v>0.447</c:v>
                </c:pt>
                <c:pt idx="895">
                  <c:v>0.4475</c:v>
                </c:pt>
                <c:pt idx="896">
                  <c:v>0.448</c:v>
                </c:pt>
                <c:pt idx="897">
                  <c:v>0.4485</c:v>
                </c:pt>
                <c:pt idx="898">
                  <c:v>0.449</c:v>
                </c:pt>
                <c:pt idx="899">
                  <c:v>0.4495</c:v>
                </c:pt>
                <c:pt idx="900">
                  <c:v>0.45</c:v>
                </c:pt>
                <c:pt idx="901">
                  <c:v>0.4505</c:v>
                </c:pt>
                <c:pt idx="902">
                  <c:v>0.451</c:v>
                </c:pt>
                <c:pt idx="903">
                  <c:v>0.4515</c:v>
                </c:pt>
                <c:pt idx="904">
                  <c:v>0.452</c:v>
                </c:pt>
                <c:pt idx="905">
                  <c:v>0.4525</c:v>
                </c:pt>
                <c:pt idx="906">
                  <c:v>0.453</c:v>
                </c:pt>
                <c:pt idx="907">
                  <c:v>0.4535</c:v>
                </c:pt>
                <c:pt idx="908">
                  <c:v>0.454</c:v>
                </c:pt>
                <c:pt idx="909">
                  <c:v>0.4545</c:v>
                </c:pt>
                <c:pt idx="910">
                  <c:v>0.455</c:v>
                </c:pt>
                <c:pt idx="911">
                  <c:v>0.4555</c:v>
                </c:pt>
                <c:pt idx="912">
                  <c:v>0.456</c:v>
                </c:pt>
                <c:pt idx="913">
                  <c:v>0.4565</c:v>
                </c:pt>
                <c:pt idx="914">
                  <c:v>0.457</c:v>
                </c:pt>
                <c:pt idx="915">
                  <c:v>0.4575</c:v>
                </c:pt>
                <c:pt idx="916">
                  <c:v>0.458</c:v>
                </c:pt>
                <c:pt idx="917">
                  <c:v>0.4585</c:v>
                </c:pt>
                <c:pt idx="918">
                  <c:v>0.459</c:v>
                </c:pt>
                <c:pt idx="919">
                  <c:v>0.4595</c:v>
                </c:pt>
                <c:pt idx="920">
                  <c:v>0.46</c:v>
                </c:pt>
                <c:pt idx="921">
                  <c:v>0.4605</c:v>
                </c:pt>
                <c:pt idx="922">
                  <c:v>0.461</c:v>
                </c:pt>
                <c:pt idx="923">
                  <c:v>0.4615</c:v>
                </c:pt>
                <c:pt idx="924">
                  <c:v>0.462</c:v>
                </c:pt>
                <c:pt idx="925">
                  <c:v>0.4625</c:v>
                </c:pt>
                <c:pt idx="926">
                  <c:v>0.463</c:v>
                </c:pt>
                <c:pt idx="927">
                  <c:v>0.4635</c:v>
                </c:pt>
                <c:pt idx="928">
                  <c:v>0.464</c:v>
                </c:pt>
                <c:pt idx="929">
                  <c:v>0.4645</c:v>
                </c:pt>
                <c:pt idx="930">
                  <c:v>0.465</c:v>
                </c:pt>
                <c:pt idx="931">
                  <c:v>0.4655</c:v>
                </c:pt>
                <c:pt idx="932">
                  <c:v>0.466</c:v>
                </c:pt>
                <c:pt idx="933">
                  <c:v>0.4665</c:v>
                </c:pt>
                <c:pt idx="934">
                  <c:v>0.467</c:v>
                </c:pt>
                <c:pt idx="935">
                  <c:v>0.4675</c:v>
                </c:pt>
                <c:pt idx="936">
                  <c:v>0.468</c:v>
                </c:pt>
                <c:pt idx="937">
                  <c:v>0.4685</c:v>
                </c:pt>
                <c:pt idx="938">
                  <c:v>0.469</c:v>
                </c:pt>
                <c:pt idx="939">
                  <c:v>0.4695</c:v>
                </c:pt>
                <c:pt idx="940">
                  <c:v>0.47</c:v>
                </c:pt>
                <c:pt idx="941">
                  <c:v>0.4705</c:v>
                </c:pt>
                <c:pt idx="942">
                  <c:v>0.471</c:v>
                </c:pt>
                <c:pt idx="943">
                  <c:v>0.4715</c:v>
                </c:pt>
                <c:pt idx="944">
                  <c:v>0.472</c:v>
                </c:pt>
                <c:pt idx="945">
                  <c:v>0.4725</c:v>
                </c:pt>
                <c:pt idx="946">
                  <c:v>0.473</c:v>
                </c:pt>
                <c:pt idx="947">
                  <c:v>0.4735</c:v>
                </c:pt>
                <c:pt idx="948">
                  <c:v>0.474</c:v>
                </c:pt>
                <c:pt idx="949">
                  <c:v>0.4745</c:v>
                </c:pt>
                <c:pt idx="950">
                  <c:v>0.475</c:v>
                </c:pt>
                <c:pt idx="951">
                  <c:v>0.4755</c:v>
                </c:pt>
                <c:pt idx="952">
                  <c:v>0.476</c:v>
                </c:pt>
                <c:pt idx="953">
                  <c:v>0.4765</c:v>
                </c:pt>
                <c:pt idx="954">
                  <c:v>0.477</c:v>
                </c:pt>
                <c:pt idx="955">
                  <c:v>0.4775</c:v>
                </c:pt>
                <c:pt idx="956">
                  <c:v>0.478</c:v>
                </c:pt>
                <c:pt idx="957">
                  <c:v>0.4785</c:v>
                </c:pt>
                <c:pt idx="958">
                  <c:v>0.479</c:v>
                </c:pt>
                <c:pt idx="959">
                  <c:v>0.4795</c:v>
                </c:pt>
                <c:pt idx="960">
                  <c:v>0.48</c:v>
                </c:pt>
                <c:pt idx="961">
                  <c:v>0.4805</c:v>
                </c:pt>
                <c:pt idx="962">
                  <c:v>0.481</c:v>
                </c:pt>
                <c:pt idx="963">
                  <c:v>0.4815</c:v>
                </c:pt>
                <c:pt idx="964">
                  <c:v>0.482</c:v>
                </c:pt>
                <c:pt idx="965">
                  <c:v>0.4825</c:v>
                </c:pt>
                <c:pt idx="966">
                  <c:v>0.483</c:v>
                </c:pt>
                <c:pt idx="967">
                  <c:v>0.4835</c:v>
                </c:pt>
                <c:pt idx="968">
                  <c:v>0.484</c:v>
                </c:pt>
                <c:pt idx="969">
                  <c:v>0.4845</c:v>
                </c:pt>
                <c:pt idx="970">
                  <c:v>0.485</c:v>
                </c:pt>
                <c:pt idx="971">
                  <c:v>0.4855</c:v>
                </c:pt>
                <c:pt idx="972">
                  <c:v>0.486</c:v>
                </c:pt>
                <c:pt idx="973">
                  <c:v>0.4865</c:v>
                </c:pt>
                <c:pt idx="974">
                  <c:v>0.487</c:v>
                </c:pt>
                <c:pt idx="975">
                  <c:v>0.4875</c:v>
                </c:pt>
                <c:pt idx="976">
                  <c:v>0.488</c:v>
                </c:pt>
                <c:pt idx="977">
                  <c:v>0.4885</c:v>
                </c:pt>
                <c:pt idx="978">
                  <c:v>0.489</c:v>
                </c:pt>
                <c:pt idx="979">
                  <c:v>0.4895</c:v>
                </c:pt>
                <c:pt idx="980">
                  <c:v>0.49</c:v>
                </c:pt>
                <c:pt idx="981">
                  <c:v>0.4905</c:v>
                </c:pt>
                <c:pt idx="982">
                  <c:v>0.491</c:v>
                </c:pt>
                <c:pt idx="983">
                  <c:v>0.4915</c:v>
                </c:pt>
                <c:pt idx="984">
                  <c:v>0.492</c:v>
                </c:pt>
                <c:pt idx="985">
                  <c:v>0.4925</c:v>
                </c:pt>
                <c:pt idx="986">
                  <c:v>0.493</c:v>
                </c:pt>
                <c:pt idx="987">
                  <c:v>0.4935</c:v>
                </c:pt>
                <c:pt idx="988">
                  <c:v>0.494</c:v>
                </c:pt>
                <c:pt idx="989">
                  <c:v>0.4945</c:v>
                </c:pt>
                <c:pt idx="990">
                  <c:v>0.495</c:v>
                </c:pt>
                <c:pt idx="991">
                  <c:v>0.4955</c:v>
                </c:pt>
                <c:pt idx="992">
                  <c:v>0.496</c:v>
                </c:pt>
                <c:pt idx="993">
                  <c:v>0.4965</c:v>
                </c:pt>
                <c:pt idx="994">
                  <c:v>0.497</c:v>
                </c:pt>
                <c:pt idx="995">
                  <c:v>0.4975</c:v>
                </c:pt>
                <c:pt idx="996">
                  <c:v>0.498</c:v>
                </c:pt>
                <c:pt idx="997">
                  <c:v>0.4985</c:v>
                </c:pt>
                <c:pt idx="998">
                  <c:v>0.499</c:v>
                </c:pt>
                <c:pt idx="999">
                  <c:v>0.4995</c:v>
                </c:pt>
                <c:pt idx="1000">
                  <c:v>0.5</c:v>
                </c:pt>
                <c:pt idx="1001">
                  <c:v>0.5005</c:v>
                </c:pt>
                <c:pt idx="1002">
                  <c:v>0.501</c:v>
                </c:pt>
                <c:pt idx="1003">
                  <c:v>0.5015</c:v>
                </c:pt>
                <c:pt idx="1004">
                  <c:v>0.502</c:v>
                </c:pt>
                <c:pt idx="1005">
                  <c:v>0.5025</c:v>
                </c:pt>
                <c:pt idx="1006">
                  <c:v>0.503</c:v>
                </c:pt>
                <c:pt idx="1007">
                  <c:v>0.5035</c:v>
                </c:pt>
                <c:pt idx="1008">
                  <c:v>0.504</c:v>
                </c:pt>
                <c:pt idx="1009">
                  <c:v>0.5045</c:v>
                </c:pt>
                <c:pt idx="1010">
                  <c:v>0.505</c:v>
                </c:pt>
                <c:pt idx="1011">
                  <c:v>0.5055</c:v>
                </c:pt>
                <c:pt idx="1012">
                  <c:v>0.506</c:v>
                </c:pt>
                <c:pt idx="1013">
                  <c:v>0.5065</c:v>
                </c:pt>
                <c:pt idx="1014">
                  <c:v>0.507</c:v>
                </c:pt>
                <c:pt idx="1015">
                  <c:v>0.5075</c:v>
                </c:pt>
                <c:pt idx="1016">
                  <c:v>0.508</c:v>
                </c:pt>
                <c:pt idx="1017">
                  <c:v>0.5085</c:v>
                </c:pt>
                <c:pt idx="1018">
                  <c:v>0.509</c:v>
                </c:pt>
                <c:pt idx="1019">
                  <c:v>0.5095</c:v>
                </c:pt>
                <c:pt idx="1020">
                  <c:v>0.51</c:v>
                </c:pt>
                <c:pt idx="1021">
                  <c:v>0.5105</c:v>
                </c:pt>
                <c:pt idx="1022">
                  <c:v>0.511</c:v>
                </c:pt>
                <c:pt idx="1023">
                  <c:v>0.5115</c:v>
                </c:pt>
                <c:pt idx="1024">
                  <c:v>0.512</c:v>
                </c:pt>
                <c:pt idx="1025">
                  <c:v>0.5125</c:v>
                </c:pt>
                <c:pt idx="1026">
                  <c:v>0.513</c:v>
                </c:pt>
                <c:pt idx="1027">
                  <c:v>0.5135</c:v>
                </c:pt>
                <c:pt idx="1028">
                  <c:v>0.514</c:v>
                </c:pt>
                <c:pt idx="1029">
                  <c:v>0.5145</c:v>
                </c:pt>
                <c:pt idx="1030">
                  <c:v>0.515</c:v>
                </c:pt>
                <c:pt idx="1031">
                  <c:v>0.5155</c:v>
                </c:pt>
                <c:pt idx="1032">
                  <c:v>0.516</c:v>
                </c:pt>
                <c:pt idx="1033">
                  <c:v>0.5165</c:v>
                </c:pt>
                <c:pt idx="1034">
                  <c:v>0.517</c:v>
                </c:pt>
                <c:pt idx="1035">
                  <c:v>0.5175</c:v>
                </c:pt>
                <c:pt idx="1036">
                  <c:v>0.518</c:v>
                </c:pt>
                <c:pt idx="1037">
                  <c:v>0.5185</c:v>
                </c:pt>
                <c:pt idx="1038">
                  <c:v>0.519</c:v>
                </c:pt>
                <c:pt idx="1039">
                  <c:v>0.5195</c:v>
                </c:pt>
                <c:pt idx="1040">
                  <c:v>0.52</c:v>
                </c:pt>
                <c:pt idx="1041">
                  <c:v>0.5205</c:v>
                </c:pt>
                <c:pt idx="1042">
                  <c:v>0.521</c:v>
                </c:pt>
                <c:pt idx="1043">
                  <c:v>0.5215</c:v>
                </c:pt>
                <c:pt idx="1044">
                  <c:v>0.522</c:v>
                </c:pt>
                <c:pt idx="1045">
                  <c:v>0.5225</c:v>
                </c:pt>
                <c:pt idx="1046">
                  <c:v>0.523</c:v>
                </c:pt>
                <c:pt idx="1047">
                  <c:v>0.5235</c:v>
                </c:pt>
                <c:pt idx="1048">
                  <c:v>0.524</c:v>
                </c:pt>
                <c:pt idx="1049">
                  <c:v>0.5245</c:v>
                </c:pt>
                <c:pt idx="1050">
                  <c:v>0.525</c:v>
                </c:pt>
                <c:pt idx="1051">
                  <c:v>0.5255</c:v>
                </c:pt>
                <c:pt idx="1052">
                  <c:v>0.526</c:v>
                </c:pt>
                <c:pt idx="1053">
                  <c:v>0.5265</c:v>
                </c:pt>
                <c:pt idx="1054">
                  <c:v>0.527</c:v>
                </c:pt>
                <c:pt idx="1055">
                  <c:v>0.5275</c:v>
                </c:pt>
                <c:pt idx="1056">
                  <c:v>0.528</c:v>
                </c:pt>
                <c:pt idx="1057">
                  <c:v>0.5285</c:v>
                </c:pt>
                <c:pt idx="1058">
                  <c:v>0.529</c:v>
                </c:pt>
                <c:pt idx="1059">
                  <c:v>0.5295</c:v>
                </c:pt>
                <c:pt idx="1060">
                  <c:v>0.53</c:v>
                </c:pt>
                <c:pt idx="1061">
                  <c:v>0.5305</c:v>
                </c:pt>
                <c:pt idx="1062">
                  <c:v>0.531</c:v>
                </c:pt>
                <c:pt idx="1063">
                  <c:v>0.5315</c:v>
                </c:pt>
                <c:pt idx="1064">
                  <c:v>0.532</c:v>
                </c:pt>
                <c:pt idx="1065">
                  <c:v>0.5325</c:v>
                </c:pt>
                <c:pt idx="1066">
                  <c:v>0.533</c:v>
                </c:pt>
                <c:pt idx="1067">
                  <c:v>0.5335</c:v>
                </c:pt>
                <c:pt idx="1068">
                  <c:v>0.534</c:v>
                </c:pt>
                <c:pt idx="1069">
                  <c:v>0.5345</c:v>
                </c:pt>
                <c:pt idx="1070">
                  <c:v>0.535</c:v>
                </c:pt>
                <c:pt idx="1071">
                  <c:v>0.5355</c:v>
                </c:pt>
                <c:pt idx="1072">
                  <c:v>0.536</c:v>
                </c:pt>
                <c:pt idx="1073">
                  <c:v>0.5365</c:v>
                </c:pt>
                <c:pt idx="1074">
                  <c:v>0.537</c:v>
                </c:pt>
                <c:pt idx="1075">
                  <c:v>0.5375</c:v>
                </c:pt>
                <c:pt idx="1076">
                  <c:v>0.538</c:v>
                </c:pt>
                <c:pt idx="1077">
                  <c:v>0.5385</c:v>
                </c:pt>
                <c:pt idx="1078">
                  <c:v>0.539</c:v>
                </c:pt>
                <c:pt idx="1079">
                  <c:v>0.5395</c:v>
                </c:pt>
                <c:pt idx="1080">
                  <c:v>0.54</c:v>
                </c:pt>
                <c:pt idx="1081">
                  <c:v>0.5405</c:v>
                </c:pt>
                <c:pt idx="1082">
                  <c:v>0.541</c:v>
                </c:pt>
                <c:pt idx="1083">
                  <c:v>0.5415</c:v>
                </c:pt>
                <c:pt idx="1084">
                  <c:v>0.542</c:v>
                </c:pt>
                <c:pt idx="1085">
                  <c:v>0.5425</c:v>
                </c:pt>
                <c:pt idx="1086">
                  <c:v>0.543</c:v>
                </c:pt>
                <c:pt idx="1087">
                  <c:v>0.5435</c:v>
                </c:pt>
                <c:pt idx="1088">
                  <c:v>0.544</c:v>
                </c:pt>
                <c:pt idx="1089">
                  <c:v>0.5445</c:v>
                </c:pt>
                <c:pt idx="1090">
                  <c:v>0.545</c:v>
                </c:pt>
                <c:pt idx="1091">
                  <c:v>0.5455</c:v>
                </c:pt>
                <c:pt idx="1092">
                  <c:v>0.546</c:v>
                </c:pt>
                <c:pt idx="1093">
                  <c:v>0.5465</c:v>
                </c:pt>
                <c:pt idx="1094">
                  <c:v>0.547</c:v>
                </c:pt>
                <c:pt idx="1095">
                  <c:v>0.5475</c:v>
                </c:pt>
                <c:pt idx="1096">
                  <c:v>0.548</c:v>
                </c:pt>
                <c:pt idx="1097">
                  <c:v>0.5485</c:v>
                </c:pt>
                <c:pt idx="1098">
                  <c:v>0.549</c:v>
                </c:pt>
                <c:pt idx="1099">
                  <c:v>0.5495</c:v>
                </c:pt>
                <c:pt idx="1100">
                  <c:v>0.55</c:v>
                </c:pt>
                <c:pt idx="1101">
                  <c:v>0.5505</c:v>
                </c:pt>
                <c:pt idx="1102">
                  <c:v>0.551</c:v>
                </c:pt>
                <c:pt idx="1103">
                  <c:v>0.5515</c:v>
                </c:pt>
                <c:pt idx="1104">
                  <c:v>0.552</c:v>
                </c:pt>
                <c:pt idx="1105">
                  <c:v>0.5525</c:v>
                </c:pt>
                <c:pt idx="1106">
                  <c:v>0.553</c:v>
                </c:pt>
                <c:pt idx="1107">
                  <c:v>0.5535</c:v>
                </c:pt>
                <c:pt idx="1108">
                  <c:v>0.554</c:v>
                </c:pt>
                <c:pt idx="1109">
                  <c:v>0.5545</c:v>
                </c:pt>
                <c:pt idx="1110">
                  <c:v>0.555</c:v>
                </c:pt>
                <c:pt idx="1111">
                  <c:v>0.5555</c:v>
                </c:pt>
                <c:pt idx="1112">
                  <c:v>0.556</c:v>
                </c:pt>
                <c:pt idx="1113">
                  <c:v>0.5565</c:v>
                </c:pt>
                <c:pt idx="1114">
                  <c:v>0.557</c:v>
                </c:pt>
                <c:pt idx="1115">
                  <c:v>0.5575</c:v>
                </c:pt>
                <c:pt idx="1116">
                  <c:v>0.558</c:v>
                </c:pt>
                <c:pt idx="1117">
                  <c:v>0.5585</c:v>
                </c:pt>
                <c:pt idx="1118">
                  <c:v>0.559</c:v>
                </c:pt>
                <c:pt idx="1119">
                  <c:v>0.5595</c:v>
                </c:pt>
                <c:pt idx="1120">
                  <c:v>0.56</c:v>
                </c:pt>
                <c:pt idx="1121">
                  <c:v>0.5605</c:v>
                </c:pt>
                <c:pt idx="1122">
                  <c:v>0.561</c:v>
                </c:pt>
                <c:pt idx="1123">
                  <c:v>0.5615</c:v>
                </c:pt>
                <c:pt idx="1124">
                  <c:v>0.562</c:v>
                </c:pt>
                <c:pt idx="1125">
                  <c:v>0.5625</c:v>
                </c:pt>
                <c:pt idx="1126">
                  <c:v>0.563</c:v>
                </c:pt>
                <c:pt idx="1127">
                  <c:v>0.5635</c:v>
                </c:pt>
                <c:pt idx="1128">
                  <c:v>0.564</c:v>
                </c:pt>
                <c:pt idx="1129">
                  <c:v>0.5645</c:v>
                </c:pt>
                <c:pt idx="1130">
                  <c:v>0.565</c:v>
                </c:pt>
                <c:pt idx="1131">
                  <c:v>0.5655</c:v>
                </c:pt>
                <c:pt idx="1132">
                  <c:v>0.566</c:v>
                </c:pt>
                <c:pt idx="1133">
                  <c:v>0.5665</c:v>
                </c:pt>
                <c:pt idx="1134">
                  <c:v>0.567</c:v>
                </c:pt>
                <c:pt idx="1135">
                  <c:v>0.5675</c:v>
                </c:pt>
                <c:pt idx="1136">
                  <c:v>0.568</c:v>
                </c:pt>
                <c:pt idx="1137">
                  <c:v>0.5685</c:v>
                </c:pt>
                <c:pt idx="1138">
                  <c:v>0.569</c:v>
                </c:pt>
                <c:pt idx="1139">
                  <c:v>0.5695</c:v>
                </c:pt>
                <c:pt idx="1140">
                  <c:v>0.57</c:v>
                </c:pt>
                <c:pt idx="1141">
                  <c:v>0.5705</c:v>
                </c:pt>
                <c:pt idx="1142">
                  <c:v>0.571</c:v>
                </c:pt>
                <c:pt idx="1143">
                  <c:v>0.5715</c:v>
                </c:pt>
                <c:pt idx="1144">
                  <c:v>0.572</c:v>
                </c:pt>
                <c:pt idx="1145">
                  <c:v>0.5725</c:v>
                </c:pt>
                <c:pt idx="1146">
                  <c:v>0.573</c:v>
                </c:pt>
                <c:pt idx="1147">
                  <c:v>0.5735</c:v>
                </c:pt>
                <c:pt idx="1148">
                  <c:v>0.574</c:v>
                </c:pt>
                <c:pt idx="1149">
                  <c:v>0.5745</c:v>
                </c:pt>
                <c:pt idx="1150">
                  <c:v>0.575</c:v>
                </c:pt>
                <c:pt idx="1151">
                  <c:v>0.5755</c:v>
                </c:pt>
                <c:pt idx="1152">
                  <c:v>0.576</c:v>
                </c:pt>
                <c:pt idx="1153">
                  <c:v>0.5765</c:v>
                </c:pt>
                <c:pt idx="1154">
                  <c:v>0.577</c:v>
                </c:pt>
                <c:pt idx="1155">
                  <c:v>0.5775</c:v>
                </c:pt>
                <c:pt idx="1156">
                  <c:v>0.578</c:v>
                </c:pt>
                <c:pt idx="1157">
                  <c:v>0.5785</c:v>
                </c:pt>
                <c:pt idx="1158">
                  <c:v>0.579</c:v>
                </c:pt>
                <c:pt idx="1159">
                  <c:v>0.5795</c:v>
                </c:pt>
                <c:pt idx="1160">
                  <c:v>0.58</c:v>
                </c:pt>
                <c:pt idx="1161">
                  <c:v>0.5805</c:v>
                </c:pt>
                <c:pt idx="1162">
                  <c:v>0.581</c:v>
                </c:pt>
                <c:pt idx="1163">
                  <c:v>0.5815</c:v>
                </c:pt>
                <c:pt idx="1164">
                  <c:v>0.582</c:v>
                </c:pt>
                <c:pt idx="1165">
                  <c:v>0.5825</c:v>
                </c:pt>
                <c:pt idx="1166">
                  <c:v>0.583</c:v>
                </c:pt>
                <c:pt idx="1167">
                  <c:v>0.5835</c:v>
                </c:pt>
                <c:pt idx="1168">
                  <c:v>0.584</c:v>
                </c:pt>
                <c:pt idx="1169">
                  <c:v>0.5845</c:v>
                </c:pt>
                <c:pt idx="1170">
                  <c:v>0.585</c:v>
                </c:pt>
                <c:pt idx="1171">
                  <c:v>0.5855</c:v>
                </c:pt>
                <c:pt idx="1172">
                  <c:v>0.586</c:v>
                </c:pt>
                <c:pt idx="1173">
                  <c:v>0.5865</c:v>
                </c:pt>
                <c:pt idx="1174">
                  <c:v>0.587</c:v>
                </c:pt>
                <c:pt idx="1175">
                  <c:v>0.5875</c:v>
                </c:pt>
                <c:pt idx="1176">
                  <c:v>0.588</c:v>
                </c:pt>
                <c:pt idx="1177">
                  <c:v>0.5885</c:v>
                </c:pt>
                <c:pt idx="1178">
                  <c:v>0.589</c:v>
                </c:pt>
                <c:pt idx="1179">
                  <c:v>0.5895</c:v>
                </c:pt>
                <c:pt idx="1180">
                  <c:v>0.59</c:v>
                </c:pt>
                <c:pt idx="1181">
                  <c:v>0.5905</c:v>
                </c:pt>
                <c:pt idx="1182">
                  <c:v>0.591</c:v>
                </c:pt>
                <c:pt idx="1183">
                  <c:v>0.5915</c:v>
                </c:pt>
                <c:pt idx="1184">
                  <c:v>0.592</c:v>
                </c:pt>
                <c:pt idx="1185">
                  <c:v>0.5925</c:v>
                </c:pt>
                <c:pt idx="1186">
                  <c:v>0.593</c:v>
                </c:pt>
                <c:pt idx="1187">
                  <c:v>0.5935</c:v>
                </c:pt>
                <c:pt idx="1188">
                  <c:v>0.594</c:v>
                </c:pt>
                <c:pt idx="1189">
                  <c:v>0.5945</c:v>
                </c:pt>
                <c:pt idx="1190">
                  <c:v>0.595</c:v>
                </c:pt>
                <c:pt idx="1191">
                  <c:v>0.5955</c:v>
                </c:pt>
                <c:pt idx="1192">
                  <c:v>0.596</c:v>
                </c:pt>
                <c:pt idx="1193">
                  <c:v>0.5965</c:v>
                </c:pt>
                <c:pt idx="1194">
                  <c:v>0.597</c:v>
                </c:pt>
                <c:pt idx="1195">
                  <c:v>0.5975</c:v>
                </c:pt>
                <c:pt idx="1196">
                  <c:v>0.598</c:v>
                </c:pt>
                <c:pt idx="1197">
                  <c:v>0.5985</c:v>
                </c:pt>
                <c:pt idx="1198">
                  <c:v>0.599</c:v>
                </c:pt>
                <c:pt idx="1199">
                  <c:v>0.5995</c:v>
                </c:pt>
                <c:pt idx="1200">
                  <c:v>0.6</c:v>
                </c:pt>
                <c:pt idx="1201">
                  <c:v>0.6005</c:v>
                </c:pt>
                <c:pt idx="1202">
                  <c:v>0.601</c:v>
                </c:pt>
                <c:pt idx="1203">
                  <c:v>0.6015</c:v>
                </c:pt>
                <c:pt idx="1204">
                  <c:v>0.602</c:v>
                </c:pt>
                <c:pt idx="1205">
                  <c:v>0.6025</c:v>
                </c:pt>
                <c:pt idx="1206">
                  <c:v>0.603</c:v>
                </c:pt>
                <c:pt idx="1207">
                  <c:v>0.6035</c:v>
                </c:pt>
                <c:pt idx="1208">
                  <c:v>0.604</c:v>
                </c:pt>
                <c:pt idx="1209">
                  <c:v>0.6045</c:v>
                </c:pt>
                <c:pt idx="1210">
                  <c:v>0.605</c:v>
                </c:pt>
                <c:pt idx="1211">
                  <c:v>0.6055</c:v>
                </c:pt>
                <c:pt idx="1212">
                  <c:v>0.606</c:v>
                </c:pt>
                <c:pt idx="1213">
                  <c:v>0.6065</c:v>
                </c:pt>
                <c:pt idx="1214">
                  <c:v>0.607</c:v>
                </c:pt>
                <c:pt idx="1215">
                  <c:v>0.6075</c:v>
                </c:pt>
                <c:pt idx="1216">
                  <c:v>0.608</c:v>
                </c:pt>
                <c:pt idx="1217">
                  <c:v>0.6085</c:v>
                </c:pt>
                <c:pt idx="1218">
                  <c:v>0.609</c:v>
                </c:pt>
                <c:pt idx="1219">
                  <c:v>0.6095</c:v>
                </c:pt>
                <c:pt idx="1220">
                  <c:v>0.61</c:v>
                </c:pt>
                <c:pt idx="1221">
                  <c:v>0.6105</c:v>
                </c:pt>
                <c:pt idx="1222">
                  <c:v>0.611</c:v>
                </c:pt>
                <c:pt idx="1223">
                  <c:v>0.6115</c:v>
                </c:pt>
                <c:pt idx="1224">
                  <c:v>0.612</c:v>
                </c:pt>
                <c:pt idx="1225">
                  <c:v>0.6125</c:v>
                </c:pt>
                <c:pt idx="1226">
                  <c:v>0.613</c:v>
                </c:pt>
                <c:pt idx="1227">
                  <c:v>0.6135</c:v>
                </c:pt>
                <c:pt idx="1228">
                  <c:v>0.614</c:v>
                </c:pt>
                <c:pt idx="1229">
                  <c:v>0.6145</c:v>
                </c:pt>
                <c:pt idx="1230">
                  <c:v>0.615</c:v>
                </c:pt>
                <c:pt idx="1231">
                  <c:v>0.6155</c:v>
                </c:pt>
                <c:pt idx="1232">
                  <c:v>0.616</c:v>
                </c:pt>
                <c:pt idx="1233">
                  <c:v>0.6165</c:v>
                </c:pt>
                <c:pt idx="1234">
                  <c:v>0.617</c:v>
                </c:pt>
                <c:pt idx="1235">
                  <c:v>0.6175</c:v>
                </c:pt>
                <c:pt idx="1236">
                  <c:v>0.618</c:v>
                </c:pt>
                <c:pt idx="1237">
                  <c:v>0.6185</c:v>
                </c:pt>
                <c:pt idx="1238">
                  <c:v>0.619</c:v>
                </c:pt>
                <c:pt idx="1239">
                  <c:v>0.6195</c:v>
                </c:pt>
                <c:pt idx="1240">
                  <c:v>0.62</c:v>
                </c:pt>
                <c:pt idx="1241">
                  <c:v>0.6205</c:v>
                </c:pt>
                <c:pt idx="1242">
                  <c:v>0.621</c:v>
                </c:pt>
                <c:pt idx="1243">
                  <c:v>0.6215</c:v>
                </c:pt>
                <c:pt idx="1244">
                  <c:v>0.622</c:v>
                </c:pt>
                <c:pt idx="1245">
                  <c:v>0.6225</c:v>
                </c:pt>
                <c:pt idx="1246">
                  <c:v>0.623</c:v>
                </c:pt>
                <c:pt idx="1247">
                  <c:v>0.6235</c:v>
                </c:pt>
                <c:pt idx="1248">
                  <c:v>0.624</c:v>
                </c:pt>
                <c:pt idx="1249">
                  <c:v>0.6245</c:v>
                </c:pt>
                <c:pt idx="1250">
                  <c:v>0.625</c:v>
                </c:pt>
                <c:pt idx="1251">
                  <c:v>0.6255</c:v>
                </c:pt>
                <c:pt idx="1252">
                  <c:v>0.626</c:v>
                </c:pt>
                <c:pt idx="1253">
                  <c:v>0.6265</c:v>
                </c:pt>
                <c:pt idx="1254">
                  <c:v>0.627</c:v>
                </c:pt>
                <c:pt idx="1255">
                  <c:v>0.6275</c:v>
                </c:pt>
                <c:pt idx="1256">
                  <c:v>0.628</c:v>
                </c:pt>
                <c:pt idx="1257">
                  <c:v>0.6285</c:v>
                </c:pt>
                <c:pt idx="1258">
                  <c:v>0.629</c:v>
                </c:pt>
                <c:pt idx="1259">
                  <c:v>0.6295</c:v>
                </c:pt>
                <c:pt idx="1260">
                  <c:v>0.63</c:v>
                </c:pt>
                <c:pt idx="1261">
                  <c:v>0.6305</c:v>
                </c:pt>
                <c:pt idx="1262">
                  <c:v>0.631</c:v>
                </c:pt>
                <c:pt idx="1263">
                  <c:v>0.6315</c:v>
                </c:pt>
                <c:pt idx="1264">
                  <c:v>0.632</c:v>
                </c:pt>
                <c:pt idx="1265">
                  <c:v>0.6325</c:v>
                </c:pt>
                <c:pt idx="1266">
                  <c:v>0.633</c:v>
                </c:pt>
                <c:pt idx="1267">
                  <c:v>0.6335</c:v>
                </c:pt>
                <c:pt idx="1268">
                  <c:v>0.634</c:v>
                </c:pt>
                <c:pt idx="1269">
                  <c:v>0.6345</c:v>
                </c:pt>
                <c:pt idx="1270">
                  <c:v>0.635</c:v>
                </c:pt>
                <c:pt idx="1271">
                  <c:v>0.6355</c:v>
                </c:pt>
                <c:pt idx="1272">
                  <c:v>0.636</c:v>
                </c:pt>
                <c:pt idx="1273">
                  <c:v>0.6365</c:v>
                </c:pt>
                <c:pt idx="1274">
                  <c:v>0.637</c:v>
                </c:pt>
                <c:pt idx="1275">
                  <c:v>0.6375</c:v>
                </c:pt>
                <c:pt idx="1276">
                  <c:v>0.638</c:v>
                </c:pt>
                <c:pt idx="1277">
                  <c:v>0.6385</c:v>
                </c:pt>
                <c:pt idx="1278">
                  <c:v>0.639</c:v>
                </c:pt>
                <c:pt idx="1279">
                  <c:v>0.6395</c:v>
                </c:pt>
                <c:pt idx="1280">
                  <c:v>0.64</c:v>
                </c:pt>
                <c:pt idx="1281">
                  <c:v>0.6405</c:v>
                </c:pt>
                <c:pt idx="1282">
                  <c:v>0.641</c:v>
                </c:pt>
                <c:pt idx="1283">
                  <c:v>0.6415</c:v>
                </c:pt>
                <c:pt idx="1284">
                  <c:v>0.642</c:v>
                </c:pt>
                <c:pt idx="1285">
                  <c:v>0.6425</c:v>
                </c:pt>
                <c:pt idx="1286">
                  <c:v>0.643</c:v>
                </c:pt>
                <c:pt idx="1287">
                  <c:v>0.6435</c:v>
                </c:pt>
                <c:pt idx="1288">
                  <c:v>0.644</c:v>
                </c:pt>
                <c:pt idx="1289">
                  <c:v>0.6445</c:v>
                </c:pt>
                <c:pt idx="1290">
                  <c:v>0.645</c:v>
                </c:pt>
                <c:pt idx="1291">
                  <c:v>0.6455</c:v>
                </c:pt>
                <c:pt idx="1292">
                  <c:v>0.646</c:v>
                </c:pt>
                <c:pt idx="1293">
                  <c:v>0.6465</c:v>
                </c:pt>
                <c:pt idx="1294">
                  <c:v>0.647</c:v>
                </c:pt>
                <c:pt idx="1295">
                  <c:v>0.6475</c:v>
                </c:pt>
                <c:pt idx="1296">
                  <c:v>0.648</c:v>
                </c:pt>
                <c:pt idx="1297">
                  <c:v>0.6485</c:v>
                </c:pt>
                <c:pt idx="1298">
                  <c:v>0.649</c:v>
                </c:pt>
                <c:pt idx="1299">
                  <c:v>0.6495</c:v>
                </c:pt>
                <c:pt idx="1300">
                  <c:v>0.65</c:v>
                </c:pt>
                <c:pt idx="1301">
                  <c:v>0.6505</c:v>
                </c:pt>
                <c:pt idx="1302">
                  <c:v>0.651</c:v>
                </c:pt>
                <c:pt idx="1303">
                  <c:v>0.6515</c:v>
                </c:pt>
                <c:pt idx="1304">
                  <c:v>0.652</c:v>
                </c:pt>
                <c:pt idx="1305">
                  <c:v>0.6525</c:v>
                </c:pt>
                <c:pt idx="1306">
                  <c:v>0.653</c:v>
                </c:pt>
                <c:pt idx="1307">
                  <c:v>0.6535</c:v>
                </c:pt>
                <c:pt idx="1308">
                  <c:v>0.654</c:v>
                </c:pt>
                <c:pt idx="1309">
                  <c:v>0.6545</c:v>
                </c:pt>
                <c:pt idx="1310">
                  <c:v>0.655</c:v>
                </c:pt>
                <c:pt idx="1311">
                  <c:v>0.6555</c:v>
                </c:pt>
                <c:pt idx="1312">
                  <c:v>0.656</c:v>
                </c:pt>
                <c:pt idx="1313">
                  <c:v>0.6565</c:v>
                </c:pt>
                <c:pt idx="1314">
                  <c:v>0.657</c:v>
                </c:pt>
                <c:pt idx="1315">
                  <c:v>0.6575</c:v>
                </c:pt>
                <c:pt idx="1316">
                  <c:v>0.658</c:v>
                </c:pt>
                <c:pt idx="1317">
                  <c:v>0.6585</c:v>
                </c:pt>
                <c:pt idx="1318">
                  <c:v>0.659</c:v>
                </c:pt>
                <c:pt idx="1319">
                  <c:v>0.6595</c:v>
                </c:pt>
                <c:pt idx="1320">
                  <c:v>0.66</c:v>
                </c:pt>
                <c:pt idx="1321">
                  <c:v>0.6605</c:v>
                </c:pt>
                <c:pt idx="1322">
                  <c:v>0.661</c:v>
                </c:pt>
                <c:pt idx="1323">
                  <c:v>0.6615</c:v>
                </c:pt>
                <c:pt idx="1324">
                  <c:v>0.662</c:v>
                </c:pt>
                <c:pt idx="1325">
                  <c:v>0.6625</c:v>
                </c:pt>
                <c:pt idx="1326">
                  <c:v>0.663</c:v>
                </c:pt>
                <c:pt idx="1327">
                  <c:v>0.6635</c:v>
                </c:pt>
                <c:pt idx="1328">
                  <c:v>0.664</c:v>
                </c:pt>
                <c:pt idx="1329">
                  <c:v>0.6645</c:v>
                </c:pt>
                <c:pt idx="1330">
                  <c:v>0.665</c:v>
                </c:pt>
                <c:pt idx="1331">
                  <c:v>0.6655</c:v>
                </c:pt>
                <c:pt idx="1332">
                  <c:v>0.666</c:v>
                </c:pt>
                <c:pt idx="1333">
                  <c:v>0.6665</c:v>
                </c:pt>
                <c:pt idx="1334">
                  <c:v>0.667</c:v>
                </c:pt>
                <c:pt idx="1335">
                  <c:v>0.6675</c:v>
                </c:pt>
                <c:pt idx="1336">
                  <c:v>0.668</c:v>
                </c:pt>
                <c:pt idx="1337">
                  <c:v>0.6685</c:v>
                </c:pt>
                <c:pt idx="1338">
                  <c:v>0.669</c:v>
                </c:pt>
                <c:pt idx="1339">
                  <c:v>0.6695</c:v>
                </c:pt>
                <c:pt idx="1340">
                  <c:v>0.67</c:v>
                </c:pt>
                <c:pt idx="1341">
                  <c:v>0.6705</c:v>
                </c:pt>
                <c:pt idx="1342">
                  <c:v>0.671</c:v>
                </c:pt>
                <c:pt idx="1343">
                  <c:v>0.6715</c:v>
                </c:pt>
                <c:pt idx="1344">
                  <c:v>0.672</c:v>
                </c:pt>
                <c:pt idx="1345">
                  <c:v>0.6725</c:v>
                </c:pt>
                <c:pt idx="1346">
                  <c:v>0.673</c:v>
                </c:pt>
                <c:pt idx="1347">
                  <c:v>0.6735</c:v>
                </c:pt>
                <c:pt idx="1348">
                  <c:v>0.674</c:v>
                </c:pt>
                <c:pt idx="1349">
                  <c:v>0.6745</c:v>
                </c:pt>
                <c:pt idx="1350">
                  <c:v>0.675</c:v>
                </c:pt>
                <c:pt idx="1351">
                  <c:v>0.6755</c:v>
                </c:pt>
                <c:pt idx="1352">
                  <c:v>0.676</c:v>
                </c:pt>
                <c:pt idx="1353">
                  <c:v>0.6765</c:v>
                </c:pt>
                <c:pt idx="1354">
                  <c:v>0.677</c:v>
                </c:pt>
                <c:pt idx="1355">
                  <c:v>0.6775</c:v>
                </c:pt>
                <c:pt idx="1356">
                  <c:v>0.678</c:v>
                </c:pt>
                <c:pt idx="1357">
                  <c:v>0.6785</c:v>
                </c:pt>
                <c:pt idx="1358">
                  <c:v>0.679</c:v>
                </c:pt>
                <c:pt idx="1359">
                  <c:v>0.6795</c:v>
                </c:pt>
                <c:pt idx="1360">
                  <c:v>0.68</c:v>
                </c:pt>
                <c:pt idx="1361">
                  <c:v>0.6805</c:v>
                </c:pt>
                <c:pt idx="1362">
                  <c:v>0.681</c:v>
                </c:pt>
                <c:pt idx="1363">
                  <c:v>0.6815</c:v>
                </c:pt>
                <c:pt idx="1364">
                  <c:v>0.682</c:v>
                </c:pt>
                <c:pt idx="1365">
                  <c:v>0.6825</c:v>
                </c:pt>
                <c:pt idx="1366">
                  <c:v>0.683</c:v>
                </c:pt>
                <c:pt idx="1367">
                  <c:v>0.6835</c:v>
                </c:pt>
                <c:pt idx="1368">
                  <c:v>0.684</c:v>
                </c:pt>
                <c:pt idx="1369">
                  <c:v>0.6845</c:v>
                </c:pt>
                <c:pt idx="1370">
                  <c:v>0.685</c:v>
                </c:pt>
                <c:pt idx="1371">
                  <c:v>0.6855</c:v>
                </c:pt>
                <c:pt idx="1372">
                  <c:v>0.686</c:v>
                </c:pt>
                <c:pt idx="1373">
                  <c:v>0.6865</c:v>
                </c:pt>
                <c:pt idx="1374">
                  <c:v>0.687</c:v>
                </c:pt>
                <c:pt idx="1375">
                  <c:v>0.6875</c:v>
                </c:pt>
                <c:pt idx="1376">
                  <c:v>0.688</c:v>
                </c:pt>
                <c:pt idx="1377">
                  <c:v>0.6885</c:v>
                </c:pt>
                <c:pt idx="1378">
                  <c:v>0.689</c:v>
                </c:pt>
                <c:pt idx="1379">
                  <c:v>0.6895</c:v>
                </c:pt>
                <c:pt idx="1380">
                  <c:v>0.69</c:v>
                </c:pt>
                <c:pt idx="1381">
                  <c:v>0.6905</c:v>
                </c:pt>
                <c:pt idx="1382">
                  <c:v>0.691</c:v>
                </c:pt>
                <c:pt idx="1383">
                  <c:v>0.6915</c:v>
                </c:pt>
                <c:pt idx="1384">
                  <c:v>0.692</c:v>
                </c:pt>
                <c:pt idx="1385">
                  <c:v>0.6925</c:v>
                </c:pt>
                <c:pt idx="1386">
                  <c:v>0.693</c:v>
                </c:pt>
                <c:pt idx="1387">
                  <c:v>0.6935</c:v>
                </c:pt>
                <c:pt idx="1388">
                  <c:v>0.694</c:v>
                </c:pt>
                <c:pt idx="1389">
                  <c:v>0.6945</c:v>
                </c:pt>
                <c:pt idx="1390">
                  <c:v>0.695</c:v>
                </c:pt>
                <c:pt idx="1391">
                  <c:v>0.6955</c:v>
                </c:pt>
                <c:pt idx="1392">
                  <c:v>0.696</c:v>
                </c:pt>
                <c:pt idx="1393">
                  <c:v>0.6965</c:v>
                </c:pt>
                <c:pt idx="1394">
                  <c:v>0.697</c:v>
                </c:pt>
                <c:pt idx="1395">
                  <c:v>0.6975</c:v>
                </c:pt>
                <c:pt idx="1396">
                  <c:v>0.698</c:v>
                </c:pt>
                <c:pt idx="1397">
                  <c:v>0.6985</c:v>
                </c:pt>
                <c:pt idx="1398">
                  <c:v>0.699</c:v>
                </c:pt>
                <c:pt idx="1399">
                  <c:v>0.6995</c:v>
                </c:pt>
                <c:pt idx="1400">
                  <c:v>0.7</c:v>
                </c:pt>
                <c:pt idx="1401">
                  <c:v>0.7005</c:v>
                </c:pt>
                <c:pt idx="1402">
                  <c:v>0.701</c:v>
                </c:pt>
                <c:pt idx="1403">
                  <c:v>0.7015</c:v>
                </c:pt>
                <c:pt idx="1404">
                  <c:v>0.702</c:v>
                </c:pt>
                <c:pt idx="1405">
                  <c:v>0.7025</c:v>
                </c:pt>
                <c:pt idx="1406">
                  <c:v>0.703</c:v>
                </c:pt>
                <c:pt idx="1407">
                  <c:v>0.7035</c:v>
                </c:pt>
                <c:pt idx="1408">
                  <c:v>0.704</c:v>
                </c:pt>
                <c:pt idx="1409">
                  <c:v>0.7045</c:v>
                </c:pt>
                <c:pt idx="1410">
                  <c:v>0.705</c:v>
                </c:pt>
                <c:pt idx="1411">
                  <c:v>0.7055</c:v>
                </c:pt>
                <c:pt idx="1412">
                  <c:v>0.706</c:v>
                </c:pt>
                <c:pt idx="1413">
                  <c:v>0.7065</c:v>
                </c:pt>
                <c:pt idx="1414">
                  <c:v>0.707</c:v>
                </c:pt>
                <c:pt idx="1415">
                  <c:v>0.7075</c:v>
                </c:pt>
                <c:pt idx="1416">
                  <c:v>0.708</c:v>
                </c:pt>
                <c:pt idx="1417">
                  <c:v>0.7085</c:v>
                </c:pt>
                <c:pt idx="1418">
                  <c:v>0.709</c:v>
                </c:pt>
                <c:pt idx="1419">
                  <c:v>0.7095</c:v>
                </c:pt>
                <c:pt idx="1420">
                  <c:v>0.71</c:v>
                </c:pt>
                <c:pt idx="1421">
                  <c:v>0.7105</c:v>
                </c:pt>
                <c:pt idx="1422">
                  <c:v>0.711</c:v>
                </c:pt>
                <c:pt idx="1423">
                  <c:v>0.7115</c:v>
                </c:pt>
                <c:pt idx="1424">
                  <c:v>0.712</c:v>
                </c:pt>
                <c:pt idx="1425">
                  <c:v>0.7125</c:v>
                </c:pt>
                <c:pt idx="1426">
                  <c:v>0.713</c:v>
                </c:pt>
                <c:pt idx="1427">
                  <c:v>0.7135</c:v>
                </c:pt>
                <c:pt idx="1428">
                  <c:v>0.714</c:v>
                </c:pt>
                <c:pt idx="1429">
                  <c:v>0.7145</c:v>
                </c:pt>
                <c:pt idx="1430">
                  <c:v>0.715</c:v>
                </c:pt>
                <c:pt idx="1431">
                  <c:v>0.7155</c:v>
                </c:pt>
                <c:pt idx="1432">
                  <c:v>0.716</c:v>
                </c:pt>
                <c:pt idx="1433">
                  <c:v>0.7165</c:v>
                </c:pt>
                <c:pt idx="1434">
                  <c:v>0.717</c:v>
                </c:pt>
                <c:pt idx="1435">
                  <c:v>0.7175</c:v>
                </c:pt>
                <c:pt idx="1436">
                  <c:v>0.718</c:v>
                </c:pt>
                <c:pt idx="1437">
                  <c:v>0.7185</c:v>
                </c:pt>
                <c:pt idx="1438">
                  <c:v>0.719</c:v>
                </c:pt>
                <c:pt idx="1439">
                  <c:v>0.7195</c:v>
                </c:pt>
                <c:pt idx="1440">
                  <c:v>0.72</c:v>
                </c:pt>
                <c:pt idx="1441">
                  <c:v>0.7205</c:v>
                </c:pt>
                <c:pt idx="1442">
                  <c:v>0.721</c:v>
                </c:pt>
                <c:pt idx="1443">
                  <c:v>0.7215</c:v>
                </c:pt>
                <c:pt idx="1444">
                  <c:v>0.722</c:v>
                </c:pt>
                <c:pt idx="1445">
                  <c:v>0.7225</c:v>
                </c:pt>
                <c:pt idx="1446">
                  <c:v>0.723</c:v>
                </c:pt>
                <c:pt idx="1447">
                  <c:v>0.7235</c:v>
                </c:pt>
                <c:pt idx="1448">
                  <c:v>0.724</c:v>
                </c:pt>
                <c:pt idx="1449">
                  <c:v>0.7245</c:v>
                </c:pt>
                <c:pt idx="1450">
                  <c:v>0.725</c:v>
                </c:pt>
                <c:pt idx="1451">
                  <c:v>0.7255</c:v>
                </c:pt>
                <c:pt idx="1452">
                  <c:v>0.726</c:v>
                </c:pt>
                <c:pt idx="1453">
                  <c:v>0.7265</c:v>
                </c:pt>
                <c:pt idx="1454">
                  <c:v>0.727</c:v>
                </c:pt>
                <c:pt idx="1455">
                  <c:v>0.7275</c:v>
                </c:pt>
                <c:pt idx="1456">
                  <c:v>0.728</c:v>
                </c:pt>
                <c:pt idx="1457">
                  <c:v>0.7285</c:v>
                </c:pt>
                <c:pt idx="1458">
                  <c:v>0.729</c:v>
                </c:pt>
                <c:pt idx="1459">
                  <c:v>0.7295</c:v>
                </c:pt>
                <c:pt idx="1460">
                  <c:v>0.73</c:v>
                </c:pt>
                <c:pt idx="1461">
                  <c:v>0.7305</c:v>
                </c:pt>
                <c:pt idx="1462">
                  <c:v>0.731</c:v>
                </c:pt>
                <c:pt idx="1463">
                  <c:v>0.7315</c:v>
                </c:pt>
                <c:pt idx="1464">
                  <c:v>0.732</c:v>
                </c:pt>
                <c:pt idx="1465">
                  <c:v>0.7325</c:v>
                </c:pt>
                <c:pt idx="1466">
                  <c:v>0.733</c:v>
                </c:pt>
                <c:pt idx="1467">
                  <c:v>0.7335</c:v>
                </c:pt>
                <c:pt idx="1468">
                  <c:v>0.734</c:v>
                </c:pt>
                <c:pt idx="1469">
                  <c:v>0.7345</c:v>
                </c:pt>
                <c:pt idx="1470">
                  <c:v>0.735</c:v>
                </c:pt>
                <c:pt idx="1471">
                  <c:v>0.7355</c:v>
                </c:pt>
                <c:pt idx="1472">
                  <c:v>0.736</c:v>
                </c:pt>
                <c:pt idx="1473">
                  <c:v>0.7365</c:v>
                </c:pt>
                <c:pt idx="1474">
                  <c:v>0.737</c:v>
                </c:pt>
                <c:pt idx="1475">
                  <c:v>0.7375</c:v>
                </c:pt>
                <c:pt idx="1476">
                  <c:v>0.738</c:v>
                </c:pt>
                <c:pt idx="1477">
                  <c:v>0.7385</c:v>
                </c:pt>
                <c:pt idx="1478">
                  <c:v>0.739</c:v>
                </c:pt>
                <c:pt idx="1479">
                  <c:v>0.7395</c:v>
                </c:pt>
                <c:pt idx="1480">
                  <c:v>0.74</c:v>
                </c:pt>
                <c:pt idx="1481">
                  <c:v>0.7405</c:v>
                </c:pt>
                <c:pt idx="1482">
                  <c:v>0.741</c:v>
                </c:pt>
                <c:pt idx="1483">
                  <c:v>0.7415</c:v>
                </c:pt>
                <c:pt idx="1484">
                  <c:v>0.742</c:v>
                </c:pt>
                <c:pt idx="1485">
                  <c:v>0.7425</c:v>
                </c:pt>
                <c:pt idx="1486">
                  <c:v>0.743</c:v>
                </c:pt>
                <c:pt idx="1487">
                  <c:v>0.7435</c:v>
                </c:pt>
                <c:pt idx="1488">
                  <c:v>0.744</c:v>
                </c:pt>
                <c:pt idx="1489">
                  <c:v>0.7445</c:v>
                </c:pt>
                <c:pt idx="1490">
                  <c:v>0.745</c:v>
                </c:pt>
                <c:pt idx="1491">
                  <c:v>0.7455</c:v>
                </c:pt>
                <c:pt idx="1492">
                  <c:v>0.746</c:v>
                </c:pt>
                <c:pt idx="1493">
                  <c:v>0.7465</c:v>
                </c:pt>
                <c:pt idx="1494">
                  <c:v>0.747</c:v>
                </c:pt>
                <c:pt idx="1495">
                  <c:v>0.7475</c:v>
                </c:pt>
                <c:pt idx="1496">
                  <c:v>0.748</c:v>
                </c:pt>
                <c:pt idx="1497">
                  <c:v>0.7485</c:v>
                </c:pt>
                <c:pt idx="1498">
                  <c:v>0.749</c:v>
                </c:pt>
                <c:pt idx="1499">
                  <c:v>0.7495</c:v>
                </c:pt>
                <c:pt idx="1500">
                  <c:v>0.75</c:v>
                </c:pt>
                <c:pt idx="1501">
                  <c:v>0.7505</c:v>
                </c:pt>
                <c:pt idx="1502">
                  <c:v>0.751</c:v>
                </c:pt>
                <c:pt idx="1503">
                  <c:v>0.7515</c:v>
                </c:pt>
                <c:pt idx="1504">
                  <c:v>0.752</c:v>
                </c:pt>
                <c:pt idx="1505">
                  <c:v>0.7525</c:v>
                </c:pt>
                <c:pt idx="1506">
                  <c:v>0.753</c:v>
                </c:pt>
                <c:pt idx="1507">
                  <c:v>0.7535</c:v>
                </c:pt>
                <c:pt idx="1508">
                  <c:v>0.754</c:v>
                </c:pt>
                <c:pt idx="1509">
                  <c:v>0.7545</c:v>
                </c:pt>
                <c:pt idx="1510">
                  <c:v>0.755</c:v>
                </c:pt>
                <c:pt idx="1511">
                  <c:v>0.7555</c:v>
                </c:pt>
                <c:pt idx="1512">
                  <c:v>0.756</c:v>
                </c:pt>
                <c:pt idx="1513">
                  <c:v>0.7565</c:v>
                </c:pt>
                <c:pt idx="1514">
                  <c:v>0.757</c:v>
                </c:pt>
                <c:pt idx="1515">
                  <c:v>0.7575</c:v>
                </c:pt>
                <c:pt idx="1516">
                  <c:v>0.758</c:v>
                </c:pt>
                <c:pt idx="1517">
                  <c:v>0.7585</c:v>
                </c:pt>
                <c:pt idx="1518">
                  <c:v>0.759</c:v>
                </c:pt>
                <c:pt idx="1519">
                  <c:v>0.7595</c:v>
                </c:pt>
                <c:pt idx="1520">
                  <c:v>0.76</c:v>
                </c:pt>
                <c:pt idx="1521">
                  <c:v>0.7605</c:v>
                </c:pt>
                <c:pt idx="1522">
                  <c:v>0.761</c:v>
                </c:pt>
                <c:pt idx="1523">
                  <c:v>0.7615</c:v>
                </c:pt>
                <c:pt idx="1524">
                  <c:v>0.762</c:v>
                </c:pt>
                <c:pt idx="1525">
                  <c:v>0.7625</c:v>
                </c:pt>
                <c:pt idx="1526">
                  <c:v>0.763</c:v>
                </c:pt>
                <c:pt idx="1527">
                  <c:v>0.7635</c:v>
                </c:pt>
                <c:pt idx="1528">
                  <c:v>0.764</c:v>
                </c:pt>
                <c:pt idx="1529">
                  <c:v>0.7645</c:v>
                </c:pt>
                <c:pt idx="1530">
                  <c:v>0.765</c:v>
                </c:pt>
                <c:pt idx="1531">
                  <c:v>0.7655</c:v>
                </c:pt>
                <c:pt idx="1532">
                  <c:v>0.766</c:v>
                </c:pt>
                <c:pt idx="1533">
                  <c:v>0.7665</c:v>
                </c:pt>
                <c:pt idx="1534">
                  <c:v>0.767</c:v>
                </c:pt>
                <c:pt idx="1535">
                  <c:v>0.7675</c:v>
                </c:pt>
                <c:pt idx="1536">
                  <c:v>0.768</c:v>
                </c:pt>
                <c:pt idx="1537">
                  <c:v>0.7685</c:v>
                </c:pt>
                <c:pt idx="1538">
                  <c:v>0.769</c:v>
                </c:pt>
                <c:pt idx="1539">
                  <c:v>0.7695</c:v>
                </c:pt>
                <c:pt idx="1540">
                  <c:v>0.77</c:v>
                </c:pt>
                <c:pt idx="1541">
                  <c:v>0.7705</c:v>
                </c:pt>
                <c:pt idx="1542">
                  <c:v>0.771</c:v>
                </c:pt>
                <c:pt idx="1543">
                  <c:v>0.7715</c:v>
                </c:pt>
                <c:pt idx="1544">
                  <c:v>0.772</c:v>
                </c:pt>
                <c:pt idx="1545">
                  <c:v>0.7725</c:v>
                </c:pt>
                <c:pt idx="1546">
                  <c:v>0.773</c:v>
                </c:pt>
                <c:pt idx="1547">
                  <c:v>0.7735</c:v>
                </c:pt>
                <c:pt idx="1548">
                  <c:v>0.774</c:v>
                </c:pt>
                <c:pt idx="1549">
                  <c:v>0.7745</c:v>
                </c:pt>
                <c:pt idx="1550">
                  <c:v>0.775</c:v>
                </c:pt>
                <c:pt idx="1551">
                  <c:v>0.7755</c:v>
                </c:pt>
                <c:pt idx="1552">
                  <c:v>0.776</c:v>
                </c:pt>
                <c:pt idx="1553">
                  <c:v>0.7765</c:v>
                </c:pt>
                <c:pt idx="1554">
                  <c:v>0.777</c:v>
                </c:pt>
                <c:pt idx="1555">
                  <c:v>0.7775</c:v>
                </c:pt>
                <c:pt idx="1556">
                  <c:v>0.778</c:v>
                </c:pt>
                <c:pt idx="1557">
                  <c:v>0.7785</c:v>
                </c:pt>
                <c:pt idx="1558">
                  <c:v>0.779</c:v>
                </c:pt>
                <c:pt idx="1559">
                  <c:v>0.7795</c:v>
                </c:pt>
                <c:pt idx="1560">
                  <c:v>0.78</c:v>
                </c:pt>
                <c:pt idx="1561">
                  <c:v>0.7805</c:v>
                </c:pt>
                <c:pt idx="1562">
                  <c:v>0.781</c:v>
                </c:pt>
                <c:pt idx="1563">
                  <c:v>0.7815</c:v>
                </c:pt>
                <c:pt idx="1564">
                  <c:v>0.782</c:v>
                </c:pt>
                <c:pt idx="1565">
                  <c:v>0.7825</c:v>
                </c:pt>
                <c:pt idx="1566">
                  <c:v>0.783</c:v>
                </c:pt>
                <c:pt idx="1567">
                  <c:v>0.7835</c:v>
                </c:pt>
                <c:pt idx="1568">
                  <c:v>0.784</c:v>
                </c:pt>
                <c:pt idx="1569">
                  <c:v>0.7845</c:v>
                </c:pt>
                <c:pt idx="1570">
                  <c:v>0.785</c:v>
                </c:pt>
                <c:pt idx="1571">
                  <c:v>0.7855</c:v>
                </c:pt>
                <c:pt idx="1572">
                  <c:v>0.786</c:v>
                </c:pt>
                <c:pt idx="1573">
                  <c:v>0.7865</c:v>
                </c:pt>
                <c:pt idx="1574">
                  <c:v>0.787</c:v>
                </c:pt>
                <c:pt idx="1575">
                  <c:v>0.7875</c:v>
                </c:pt>
                <c:pt idx="1576">
                  <c:v>0.788</c:v>
                </c:pt>
                <c:pt idx="1577">
                  <c:v>0.7885</c:v>
                </c:pt>
                <c:pt idx="1578">
                  <c:v>0.789</c:v>
                </c:pt>
                <c:pt idx="1579">
                  <c:v>0.7895</c:v>
                </c:pt>
                <c:pt idx="1580">
                  <c:v>0.79</c:v>
                </c:pt>
                <c:pt idx="1581">
                  <c:v>0.7905</c:v>
                </c:pt>
                <c:pt idx="1582">
                  <c:v>0.791</c:v>
                </c:pt>
                <c:pt idx="1583">
                  <c:v>0.7915</c:v>
                </c:pt>
                <c:pt idx="1584">
                  <c:v>0.792</c:v>
                </c:pt>
                <c:pt idx="1585">
                  <c:v>0.7925</c:v>
                </c:pt>
                <c:pt idx="1586">
                  <c:v>0.793</c:v>
                </c:pt>
                <c:pt idx="1587">
                  <c:v>0.7935</c:v>
                </c:pt>
                <c:pt idx="1588">
                  <c:v>0.794</c:v>
                </c:pt>
                <c:pt idx="1589">
                  <c:v>0.7945</c:v>
                </c:pt>
                <c:pt idx="1590">
                  <c:v>0.795</c:v>
                </c:pt>
                <c:pt idx="1591">
                  <c:v>0.7955</c:v>
                </c:pt>
                <c:pt idx="1592">
                  <c:v>0.796</c:v>
                </c:pt>
                <c:pt idx="1593">
                  <c:v>0.7965</c:v>
                </c:pt>
                <c:pt idx="1594">
                  <c:v>0.797</c:v>
                </c:pt>
                <c:pt idx="1595">
                  <c:v>0.7975</c:v>
                </c:pt>
                <c:pt idx="1596">
                  <c:v>0.798</c:v>
                </c:pt>
                <c:pt idx="1597">
                  <c:v>0.7985</c:v>
                </c:pt>
                <c:pt idx="1598">
                  <c:v>0.799</c:v>
                </c:pt>
                <c:pt idx="1599">
                  <c:v>0.7995</c:v>
                </c:pt>
                <c:pt idx="1600">
                  <c:v>0.8</c:v>
                </c:pt>
                <c:pt idx="1601">
                  <c:v>0.8005</c:v>
                </c:pt>
                <c:pt idx="1602">
                  <c:v>0.801</c:v>
                </c:pt>
                <c:pt idx="1603">
                  <c:v>0.8015</c:v>
                </c:pt>
                <c:pt idx="1604">
                  <c:v>0.802</c:v>
                </c:pt>
                <c:pt idx="1605">
                  <c:v>0.8025</c:v>
                </c:pt>
                <c:pt idx="1606">
                  <c:v>0.803</c:v>
                </c:pt>
                <c:pt idx="1607">
                  <c:v>0.8035</c:v>
                </c:pt>
                <c:pt idx="1608">
                  <c:v>0.804</c:v>
                </c:pt>
                <c:pt idx="1609">
                  <c:v>0.8045</c:v>
                </c:pt>
                <c:pt idx="1610">
                  <c:v>0.805</c:v>
                </c:pt>
                <c:pt idx="1611">
                  <c:v>0.8055</c:v>
                </c:pt>
                <c:pt idx="1612">
                  <c:v>0.806</c:v>
                </c:pt>
                <c:pt idx="1613">
                  <c:v>0.8065</c:v>
                </c:pt>
                <c:pt idx="1614">
                  <c:v>0.807</c:v>
                </c:pt>
                <c:pt idx="1615">
                  <c:v>0.8075</c:v>
                </c:pt>
                <c:pt idx="1616">
                  <c:v>0.808</c:v>
                </c:pt>
                <c:pt idx="1617">
                  <c:v>0.8085</c:v>
                </c:pt>
                <c:pt idx="1618">
                  <c:v>0.809</c:v>
                </c:pt>
                <c:pt idx="1619">
                  <c:v>0.8095</c:v>
                </c:pt>
                <c:pt idx="1620">
                  <c:v>0.81</c:v>
                </c:pt>
                <c:pt idx="1621">
                  <c:v>0.8105</c:v>
                </c:pt>
                <c:pt idx="1622">
                  <c:v>0.811</c:v>
                </c:pt>
                <c:pt idx="1623">
                  <c:v>0.8115</c:v>
                </c:pt>
                <c:pt idx="1624">
                  <c:v>0.812</c:v>
                </c:pt>
                <c:pt idx="1625">
                  <c:v>0.8125</c:v>
                </c:pt>
                <c:pt idx="1626">
                  <c:v>0.813</c:v>
                </c:pt>
                <c:pt idx="1627">
                  <c:v>0.8135</c:v>
                </c:pt>
                <c:pt idx="1628">
                  <c:v>0.814</c:v>
                </c:pt>
                <c:pt idx="1629">
                  <c:v>0.8145</c:v>
                </c:pt>
                <c:pt idx="1630">
                  <c:v>0.815</c:v>
                </c:pt>
                <c:pt idx="1631">
                  <c:v>0.8155</c:v>
                </c:pt>
                <c:pt idx="1632">
                  <c:v>0.816</c:v>
                </c:pt>
                <c:pt idx="1633">
                  <c:v>0.8165</c:v>
                </c:pt>
                <c:pt idx="1634">
                  <c:v>0.817</c:v>
                </c:pt>
                <c:pt idx="1635">
                  <c:v>0.8175</c:v>
                </c:pt>
                <c:pt idx="1636">
                  <c:v>0.818</c:v>
                </c:pt>
                <c:pt idx="1637">
                  <c:v>0.8185</c:v>
                </c:pt>
                <c:pt idx="1638">
                  <c:v>0.819</c:v>
                </c:pt>
                <c:pt idx="1639">
                  <c:v>0.8195</c:v>
                </c:pt>
                <c:pt idx="1640">
                  <c:v>0.82</c:v>
                </c:pt>
                <c:pt idx="1641">
                  <c:v>0.8205</c:v>
                </c:pt>
                <c:pt idx="1642">
                  <c:v>0.821</c:v>
                </c:pt>
                <c:pt idx="1643">
                  <c:v>0.8215</c:v>
                </c:pt>
                <c:pt idx="1644">
                  <c:v>0.822</c:v>
                </c:pt>
                <c:pt idx="1645">
                  <c:v>0.8225</c:v>
                </c:pt>
                <c:pt idx="1646">
                  <c:v>0.823</c:v>
                </c:pt>
                <c:pt idx="1647">
                  <c:v>0.8235</c:v>
                </c:pt>
                <c:pt idx="1648">
                  <c:v>0.824</c:v>
                </c:pt>
                <c:pt idx="1649">
                  <c:v>0.8245</c:v>
                </c:pt>
                <c:pt idx="1650">
                  <c:v>0.825</c:v>
                </c:pt>
                <c:pt idx="1651">
                  <c:v>0.8255</c:v>
                </c:pt>
                <c:pt idx="1652">
                  <c:v>0.826</c:v>
                </c:pt>
                <c:pt idx="1653">
                  <c:v>0.8265</c:v>
                </c:pt>
                <c:pt idx="1654">
                  <c:v>0.827</c:v>
                </c:pt>
                <c:pt idx="1655">
                  <c:v>0.8275</c:v>
                </c:pt>
                <c:pt idx="1656">
                  <c:v>0.828</c:v>
                </c:pt>
                <c:pt idx="1657">
                  <c:v>0.8285</c:v>
                </c:pt>
                <c:pt idx="1658">
                  <c:v>0.829</c:v>
                </c:pt>
                <c:pt idx="1659">
                  <c:v>0.8295</c:v>
                </c:pt>
                <c:pt idx="1660">
                  <c:v>0.83</c:v>
                </c:pt>
                <c:pt idx="1661">
                  <c:v>0.8305</c:v>
                </c:pt>
                <c:pt idx="1662">
                  <c:v>0.831</c:v>
                </c:pt>
                <c:pt idx="1663">
                  <c:v>0.8315</c:v>
                </c:pt>
                <c:pt idx="1664">
                  <c:v>0.832</c:v>
                </c:pt>
                <c:pt idx="1665">
                  <c:v>0.8325</c:v>
                </c:pt>
                <c:pt idx="1666">
                  <c:v>0.833</c:v>
                </c:pt>
                <c:pt idx="1667">
                  <c:v>0.8335</c:v>
                </c:pt>
                <c:pt idx="1668">
                  <c:v>0.834</c:v>
                </c:pt>
                <c:pt idx="1669">
                  <c:v>0.8345</c:v>
                </c:pt>
                <c:pt idx="1670">
                  <c:v>0.835</c:v>
                </c:pt>
                <c:pt idx="1671">
                  <c:v>0.8355</c:v>
                </c:pt>
                <c:pt idx="1672">
                  <c:v>0.836</c:v>
                </c:pt>
                <c:pt idx="1673">
                  <c:v>0.8365</c:v>
                </c:pt>
                <c:pt idx="1674">
                  <c:v>0.837</c:v>
                </c:pt>
                <c:pt idx="1675">
                  <c:v>0.8375</c:v>
                </c:pt>
                <c:pt idx="1676">
                  <c:v>0.838</c:v>
                </c:pt>
                <c:pt idx="1677">
                  <c:v>0.8385</c:v>
                </c:pt>
                <c:pt idx="1678">
                  <c:v>0.839</c:v>
                </c:pt>
                <c:pt idx="1679">
                  <c:v>0.8395</c:v>
                </c:pt>
                <c:pt idx="1680">
                  <c:v>0.84</c:v>
                </c:pt>
                <c:pt idx="1681">
                  <c:v>0.8405</c:v>
                </c:pt>
                <c:pt idx="1682">
                  <c:v>0.841</c:v>
                </c:pt>
                <c:pt idx="1683">
                  <c:v>0.8415</c:v>
                </c:pt>
                <c:pt idx="1684">
                  <c:v>0.842</c:v>
                </c:pt>
                <c:pt idx="1685">
                  <c:v>0.8425</c:v>
                </c:pt>
                <c:pt idx="1686">
                  <c:v>0.843</c:v>
                </c:pt>
                <c:pt idx="1687">
                  <c:v>0.8435</c:v>
                </c:pt>
                <c:pt idx="1688">
                  <c:v>0.844</c:v>
                </c:pt>
                <c:pt idx="1689">
                  <c:v>0.8445</c:v>
                </c:pt>
                <c:pt idx="1690">
                  <c:v>0.845</c:v>
                </c:pt>
                <c:pt idx="1691">
                  <c:v>0.8455</c:v>
                </c:pt>
                <c:pt idx="1692">
                  <c:v>0.846</c:v>
                </c:pt>
                <c:pt idx="1693">
                  <c:v>0.8465</c:v>
                </c:pt>
                <c:pt idx="1694">
                  <c:v>0.847</c:v>
                </c:pt>
                <c:pt idx="1695">
                  <c:v>0.8475</c:v>
                </c:pt>
                <c:pt idx="1696">
                  <c:v>0.848</c:v>
                </c:pt>
                <c:pt idx="1697">
                  <c:v>0.8485</c:v>
                </c:pt>
                <c:pt idx="1698">
                  <c:v>0.849</c:v>
                </c:pt>
                <c:pt idx="1699">
                  <c:v>0.8495</c:v>
                </c:pt>
                <c:pt idx="1700">
                  <c:v>0.85</c:v>
                </c:pt>
                <c:pt idx="1701">
                  <c:v>0.8505</c:v>
                </c:pt>
                <c:pt idx="1702">
                  <c:v>0.851</c:v>
                </c:pt>
                <c:pt idx="1703">
                  <c:v>0.8515</c:v>
                </c:pt>
                <c:pt idx="1704">
                  <c:v>0.852</c:v>
                </c:pt>
                <c:pt idx="1705">
                  <c:v>0.8525</c:v>
                </c:pt>
                <c:pt idx="1706">
                  <c:v>0.853</c:v>
                </c:pt>
                <c:pt idx="1707">
                  <c:v>0.8535</c:v>
                </c:pt>
                <c:pt idx="1708">
                  <c:v>0.854</c:v>
                </c:pt>
                <c:pt idx="1709">
                  <c:v>0.8545</c:v>
                </c:pt>
                <c:pt idx="1710">
                  <c:v>0.855</c:v>
                </c:pt>
                <c:pt idx="1711">
                  <c:v>0.8555</c:v>
                </c:pt>
                <c:pt idx="1712">
                  <c:v>0.856</c:v>
                </c:pt>
                <c:pt idx="1713">
                  <c:v>0.8565</c:v>
                </c:pt>
                <c:pt idx="1714">
                  <c:v>0.857</c:v>
                </c:pt>
                <c:pt idx="1715">
                  <c:v>0.8575</c:v>
                </c:pt>
                <c:pt idx="1716">
                  <c:v>0.858</c:v>
                </c:pt>
                <c:pt idx="1717">
                  <c:v>0.8585</c:v>
                </c:pt>
                <c:pt idx="1718">
                  <c:v>0.859</c:v>
                </c:pt>
                <c:pt idx="1719">
                  <c:v>0.8595</c:v>
                </c:pt>
                <c:pt idx="1720">
                  <c:v>0.86</c:v>
                </c:pt>
                <c:pt idx="1721">
                  <c:v>0.8605</c:v>
                </c:pt>
                <c:pt idx="1722">
                  <c:v>0.861</c:v>
                </c:pt>
                <c:pt idx="1723">
                  <c:v>0.8615</c:v>
                </c:pt>
                <c:pt idx="1724">
                  <c:v>0.862</c:v>
                </c:pt>
                <c:pt idx="1725">
                  <c:v>0.8625</c:v>
                </c:pt>
                <c:pt idx="1726">
                  <c:v>0.863</c:v>
                </c:pt>
                <c:pt idx="1727">
                  <c:v>0.8635</c:v>
                </c:pt>
                <c:pt idx="1728">
                  <c:v>0.864</c:v>
                </c:pt>
                <c:pt idx="1729">
                  <c:v>0.8645</c:v>
                </c:pt>
                <c:pt idx="1730">
                  <c:v>0.865</c:v>
                </c:pt>
                <c:pt idx="1731">
                  <c:v>0.8655</c:v>
                </c:pt>
                <c:pt idx="1732">
                  <c:v>0.866</c:v>
                </c:pt>
                <c:pt idx="1733">
                  <c:v>0.8665</c:v>
                </c:pt>
                <c:pt idx="1734">
                  <c:v>0.867</c:v>
                </c:pt>
                <c:pt idx="1735">
                  <c:v>0.8675</c:v>
                </c:pt>
                <c:pt idx="1736">
                  <c:v>0.868</c:v>
                </c:pt>
                <c:pt idx="1737">
                  <c:v>0.8685</c:v>
                </c:pt>
                <c:pt idx="1738">
                  <c:v>0.869</c:v>
                </c:pt>
                <c:pt idx="1739">
                  <c:v>0.8695</c:v>
                </c:pt>
                <c:pt idx="1740">
                  <c:v>0.87</c:v>
                </c:pt>
                <c:pt idx="1741">
                  <c:v>0.8705</c:v>
                </c:pt>
                <c:pt idx="1742">
                  <c:v>0.871</c:v>
                </c:pt>
                <c:pt idx="1743">
                  <c:v>0.8715</c:v>
                </c:pt>
                <c:pt idx="1744">
                  <c:v>0.872</c:v>
                </c:pt>
                <c:pt idx="1745">
                  <c:v>0.8725</c:v>
                </c:pt>
                <c:pt idx="1746">
                  <c:v>0.873</c:v>
                </c:pt>
                <c:pt idx="1747">
                  <c:v>0.8735</c:v>
                </c:pt>
                <c:pt idx="1748">
                  <c:v>0.874</c:v>
                </c:pt>
                <c:pt idx="1749">
                  <c:v>0.8745</c:v>
                </c:pt>
                <c:pt idx="1750">
                  <c:v>0.875</c:v>
                </c:pt>
                <c:pt idx="1751">
                  <c:v>0.8755</c:v>
                </c:pt>
                <c:pt idx="1752">
                  <c:v>0.876</c:v>
                </c:pt>
                <c:pt idx="1753">
                  <c:v>0.8765</c:v>
                </c:pt>
                <c:pt idx="1754">
                  <c:v>0.877</c:v>
                </c:pt>
                <c:pt idx="1755">
                  <c:v>0.8775</c:v>
                </c:pt>
                <c:pt idx="1756">
                  <c:v>0.878</c:v>
                </c:pt>
                <c:pt idx="1757">
                  <c:v>0.8785</c:v>
                </c:pt>
                <c:pt idx="1758">
                  <c:v>0.879</c:v>
                </c:pt>
                <c:pt idx="1759">
                  <c:v>0.8795</c:v>
                </c:pt>
                <c:pt idx="1760">
                  <c:v>0.88</c:v>
                </c:pt>
                <c:pt idx="1761">
                  <c:v>0.8805</c:v>
                </c:pt>
                <c:pt idx="1762">
                  <c:v>0.881</c:v>
                </c:pt>
                <c:pt idx="1763">
                  <c:v>0.8815</c:v>
                </c:pt>
                <c:pt idx="1764">
                  <c:v>0.882</c:v>
                </c:pt>
                <c:pt idx="1765">
                  <c:v>0.8825</c:v>
                </c:pt>
                <c:pt idx="1766">
                  <c:v>0.883</c:v>
                </c:pt>
                <c:pt idx="1767">
                  <c:v>0.8835</c:v>
                </c:pt>
                <c:pt idx="1768">
                  <c:v>0.884</c:v>
                </c:pt>
                <c:pt idx="1769">
                  <c:v>0.8845</c:v>
                </c:pt>
                <c:pt idx="1770">
                  <c:v>0.885</c:v>
                </c:pt>
                <c:pt idx="1771">
                  <c:v>0.8855</c:v>
                </c:pt>
                <c:pt idx="1772">
                  <c:v>0.886</c:v>
                </c:pt>
                <c:pt idx="1773">
                  <c:v>0.8865</c:v>
                </c:pt>
                <c:pt idx="1774">
                  <c:v>0.887</c:v>
                </c:pt>
                <c:pt idx="1775">
                  <c:v>0.8875</c:v>
                </c:pt>
                <c:pt idx="1776">
                  <c:v>0.888</c:v>
                </c:pt>
                <c:pt idx="1777">
                  <c:v>0.8885</c:v>
                </c:pt>
                <c:pt idx="1778">
                  <c:v>0.889</c:v>
                </c:pt>
                <c:pt idx="1779">
                  <c:v>0.8895</c:v>
                </c:pt>
                <c:pt idx="1780">
                  <c:v>0.89</c:v>
                </c:pt>
                <c:pt idx="1781">
                  <c:v>0.8905</c:v>
                </c:pt>
                <c:pt idx="1782">
                  <c:v>0.891</c:v>
                </c:pt>
                <c:pt idx="1783">
                  <c:v>0.8915</c:v>
                </c:pt>
                <c:pt idx="1784">
                  <c:v>0.892</c:v>
                </c:pt>
                <c:pt idx="1785">
                  <c:v>0.8925</c:v>
                </c:pt>
                <c:pt idx="1786">
                  <c:v>0.893</c:v>
                </c:pt>
                <c:pt idx="1787">
                  <c:v>0.8935</c:v>
                </c:pt>
                <c:pt idx="1788">
                  <c:v>0.894</c:v>
                </c:pt>
                <c:pt idx="1789">
                  <c:v>0.8945</c:v>
                </c:pt>
                <c:pt idx="1790">
                  <c:v>0.895</c:v>
                </c:pt>
                <c:pt idx="1791">
                  <c:v>0.8955</c:v>
                </c:pt>
                <c:pt idx="1792">
                  <c:v>0.896</c:v>
                </c:pt>
                <c:pt idx="1793">
                  <c:v>0.8965</c:v>
                </c:pt>
                <c:pt idx="1794">
                  <c:v>0.897</c:v>
                </c:pt>
                <c:pt idx="1795">
                  <c:v>0.8975</c:v>
                </c:pt>
                <c:pt idx="1796">
                  <c:v>0.898</c:v>
                </c:pt>
                <c:pt idx="1797">
                  <c:v>0.8985</c:v>
                </c:pt>
                <c:pt idx="1798">
                  <c:v>0.899</c:v>
                </c:pt>
                <c:pt idx="1799">
                  <c:v>0.8995</c:v>
                </c:pt>
                <c:pt idx="1800">
                  <c:v>0.9</c:v>
                </c:pt>
                <c:pt idx="1801">
                  <c:v>0.9005</c:v>
                </c:pt>
                <c:pt idx="1802">
                  <c:v>0.901</c:v>
                </c:pt>
                <c:pt idx="1803">
                  <c:v>0.9015</c:v>
                </c:pt>
                <c:pt idx="1804">
                  <c:v>0.902</c:v>
                </c:pt>
                <c:pt idx="1805">
                  <c:v>0.9025</c:v>
                </c:pt>
                <c:pt idx="1806">
                  <c:v>0.903</c:v>
                </c:pt>
                <c:pt idx="1807">
                  <c:v>0.9035</c:v>
                </c:pt>
                <c:pt idx="1808">
                  <c:v>0.904</c:v>
                </c:pt>
                <c:pt idx="1809">
                  <c:v>0.9045</c:v>
                </c:pt>
                <c:pt idx="1810">
                  <c:v>0.905</c:v>
                </c:pt>
                <c:pt idx="1811">
                  <c:v>0.9055</c:v>
                </c:pt>
                <c:pt idx="1812">
                  <c:v>0.906</c:v>
                </c:pt>
                <c:pt idx="1813">
                  <c:v>0.9065</c:v>
                </c:pt>
                <c:pt idx="1814">
                  <c:v>0.907</c:v>
                </c:pt>
                <c:pt idx="1815">
                  <c:v>0.9075</c:v>
                </c:pt>
                <c:pt idx="1816">
                  <c:v>0.908</c:v>
                </c:pt>
                <c:pt idx="1817">
                  <c:v>0.9085</c:v>
                </c:pt>
                <c:pt idx="1818">
                  <c:v>0.909</c:v>
                </c:pt>
                <c:pt idx="1819">
                  <c:v>0.9095</c:v>
                </c:pt>
                <c:pt idx="1820">
                  <c:v>0.91</c:v>
                </c:pt>
                <c:pt idx="1821">
                  <c:v>0.9105</c:v>
                </c:pt>
                <c:pt idx="1822">
                  <c:v>0.911</c:v>
                </c:pt>
                <c:pt idx="1823">
                  <c:v>0.9115</c:v>
                </c:pt>
                <c:pt idx="1824">
                  <c:v>0.912</c:v>
                </c:pt>
                <c:pt idx="1825">
                  <c:v>0.9125</c:v>
                </c:pt>
                <c:pt idx="1826">
                  <c:v>0.913</c:v>
                </c:pt>
                <c:pt idx="1827">
                  <c:v>0.9135</c:v>
                </c:pt>
                <c:pt idx="1828">
                  <c:v>0.914</c:v>
                </c:pt>
                <c:pt idx="1829">
                  <c:v>0.9145</c:v>
                </c:pt>
                <c:pt idx="1830">
                  <c:v>0.915</c:v>
                </c:pt>
                <c:pt idx="1831">
                  <c:v>0.9155</c:v>
                </c:pt>
                <c:pt idx="1832">
                  <c:v>0.916</c:v>
                </c:pt>
                <c:pt idx="1833">
                  <c:v>0.9165</c:v>
                </c:pt>
                <c:pt idx="1834">
                  <c:v>0.917</c:v>
                </c:pt>
                <c:pt idx="1835">
                  <c:v>0.9175</c:v>
                </c:pt>
                <c:pt idx="1836">
                  <c:v>0.918</c:v>
                </c:pt>
                <c:pt idx="1837">
                  <c:v>0.9185</c:v>
                </c:pt>
                <c:pt idx="1838">
                  <c:v>0.919</c:v>
                </c:pt>
                <c:pt idx="1839">
                  <c:v>0.9195</c:v>
                </c:pt>
                <c:pt idx="1840">
                  <c:v>0.92</c:v>
                </c:pt>
                <c:pt idx="1841">
                  <c:v>0.9205</c:v>
                </c:pt>
                <c:pt idx="1842">
                  <c:v>0.921</c:v>
                </c:pt>
                <c:pt idx="1843">
                  <c:v>0.9215</c:v>
                </c:pt>
                <c:pt idx="1844">
                  <c:v>0.922</c:v>
                </c:pt>
                <c:pt idx="1845">
                  <c:v>0.9225</c:v>
                </c:pt>
                <c:pt idx="1846">
                  <c:v>0.923</c:v>
                </c:pt>
                <c:pt idx="1847">
                  <c:v>0.9235</c:v>
                </c:pt>
                <c:pt idx="1848">
                  <c:v>0.924</c:v>
                </c:pt>
                <c:pt idx="1849">
                  <c:v>0.9245</c:v>
                </c:pt>
                <c:pt idx="1850">
                  <c:v>0.925</c:v>
                </c:pt>
                <c:pt idx="1851">
                  <c:v>0.9255</c:v>
                </c:pt>
                <c:pt idx="1852">
                  <c:v>0.926</c:v>
                </c:pt>
                <c:pt idx="1853">
                  <c:v>0.9265</c:v>
                </c:pt>
                <c:pt idx="1854">
                  <c:v>0.927</c:v>
                </c:pt>
                <c:pt idx="1855">
                  <c:v>0.9275</c:v>
                </c:pt>
                <c:pt idx="1856">
                  <c:v>0.928</c:v>
                </c:pt>
                <c:pt idx="1857">
                  <c:v>0.9285</c:v>
                </c:pt>
                <c:pt idx="1858">
                  <c:v>0.929</c:v>
                </c:pt>
                <c:pt idx="1859">
                  <c:v>0.9295</c:v>
                </c:pt>
                <c:pt idx="1860">
                  <c:v>0.93</c:v>
                </c:pt>
                <c:pt idx="1861">
                  <c:v>0.9305</c:v>
                </c:pt>
                <c:pt idx="1862">
                  <c:v>0.931</c:v>
                </c:pt>
                <c:pt idx="1863">
                  <c:v>0.9315</c:v>
                </c:pt>
                <c:pt idx="1864">
                  <c:v>0.932</c:v>
                </c:pt>
                <c:pt idx="1865">
                  <c:v>0.9325</c:v>
                </c:pt>
                <c:pt idx="1866">
                  <c:v>0.933</c:v>
                </c:pt>
                <c:pt idx="1867">
                  <c:v>0.9335</c:v>
                </c:pt>
                <c:pt idx="1868">
                  <c:v>0.934</c:v>
                </c:pt>
                <c:pt idx="1869">
                  <c:v>0.9345</c:v>
                </c:pt>
                <c:pt idx="1870">
                  <c:v>0.935</c:v>
                </c:pt>
                <c:pt idx="1871">
                  <c:v>0.9355</c:v>
                </c:pt>
                <c:pt idx="1872">
                  <c:v>0.936</c:v>
                </c:pt>
                <c:pt idx="1873">
                  <c:v>0.9365</c:v>
                </c:pt>
                <c:pt idx="1874">
                  <c:v>0.937</c:v>
                </c:pt>
                <c:pt idx="1875">
                  <c:v>0.9375</c:v>
                </c:pt>
                <c:pt idx="1876">
                  <c:v>0.938</c:v>
                </c:pt>
                <c:pt idx="1877">
                  <c:v>0.9385</c:v>
                </c:pt>
                <c:pt idx="1878">
                  <c:v>0.939</c:v>
                </c:pt>
                <c:pt idx="1879">
                  <c:v>0.9395</c:v>
                </c:pt>
                <c:pt idx="1880">
                  <c:v>0.94</c:v>
                </c:pt>
                <c:pt idx="1881">
                  <c:v>0.9405</c:v>
                </c:pt>
                <c:pt idx="1882">
                  <c:v>0.941</c:v>
                </c:pt>
                <c:pt idx="1883">
                  <c:v>0.9415</c:v>
                </c:pt>
                <c:pt idx="1884">
                  <c:v>0.942</c:v>
                </c:pt>
                <c:pt idx="1885">
                  <c:v>0.9425</c:v>
                </c:pt>
                <c:pt idx="1886">
                  <c:v>0.943</c:v>
                </c:pt>
                <c:pt idx="1887">
                  <c:v>0.9435</c:v>
                </c:pt>
                <c:pt idx="1888">
                  <c:v>0.944</c:v>
                </c:pt>
                <c:pt idx="1889">
                  <c:v>0.9445</c:v>
                </c:pt>
                <c:pt idx="1890">
                  <c:v>0.945</c:v>
                </c:pt>
                <c:pt idx="1891">
                  <c:v>0.9455</c:v>
                </c:pt>
                <c:pt idx="1892">
                  <c:v>0.946</c:v>
                </c:pt>
                <c:pt idx="1893">
                  <c:v>0.9465</c:v>
                </c:pt>
                <c:pt idx="1894">
                  <c:v>0.947</c:v>
                </c:pt>
                <c:pt idx="1895">
                  <c:v>0.9475</c:v>
                </c:pt>
                <c:pt idx="1896">
                  <c:v>0.948</c:v>
                </c:pt>
                <c:pt idx="1897">
                  <c:v>0.9485</c:v>
                </c:pt>
                <c:pt idx="1898">
                  <c:v>0.949</c:v>
                </c:pt>
                <c:pt idx="1899">
                  <c:v>0.9495</c:v>
                </c:pt>
                <c:pt idx="1900">
                  <c:v>0.95</c:v>
                </c:pt>
                <c:pt idx="1901">
                  <c:v>0.9505</c:v>
                </c:pt>
                <c:pt idx="1902">
                  <c:v>0.951</c:v>
                </c:pt>
                <c:pt idx="1903">
                  <c:v>0.9515</c:v>
                </c:pt>
                <c:pt idx="1904">
                  <c:v>0.952</c:v>
                </c:pt>
                <c:pt idx="1905">
                  <c:v>0.9525</c:v>
                </c:pt>
                <c:pt idx="1906">
                  <c:v>0.953</c:v>
                </c:pt>
                <c:pt idx="1907">
                  <c:v>0.9535</c:v>
                </c:pt>
                <c:pt idx="1908">
                  <c:v>0.954</c:v>
                </c:pt>
                <c:pt idx="1909">
                  <c:v>0.9545</c:v>
                </c:pt>
                <c:pt idx="1910">
                  <c:v>0.955</c:v>
                </c:pt>
                <c:pt idx="1911">
                  <c:v>0.9555</c:v>
                </c:pt>
                <c:pt idx="1912">
                  <c:v>0.956</c:v>
                </c:pt>
                <c:pt idx="1913">
                  <c:v>0.9565</c:v>
                </c:pt>
                <c:pt idx="1914">
                  <c:v>0.957</c:v>
                </c:pt>
                <c:pt idx="1915">
                  <c:v>0.9575</c:v>
                </c:pt>
                <c:pt idx="1916">
                  <c:v>0.958</c:v>
                </c:pt>
                <c:pt idx="1917">
                  <c:v>0.9585</c:v>
                </c:pt>
                <c:pt idx="1918">
                  <c:v>0.959</c:v>
                </c:pt>
                <c:pt idx="1919">
                  <c:v>0.9595</c:v>
                </c:pt>
                <c:pt idx="1920">
                  <c:v>0.96</c:v>
                </c:pt>
                <c:pt idx="1921">
                  <c:v>0.9605</c:v>
                </c:pt>
                <c:pt idx="1922">
                  <c:v>0.961</c:v>
                </c:pt>
                <c:pt idx="1923">
                  <c:v>0.9615</c:v>
                </c:pt>
                <c:pt idx="1924">
                  <c:v>0.962</c:v>
                </c:pt>
                <c:pt idx="1925">
                  <c:v>0.9625</c:v>
                </c:pt>
                <c:pt idx="1926">
                  <c:v>0.963</c:v>
                </c:pt>
                <c:pt idx="1927">
                  <c:v>0.9635</c:v>
                </c:pt>
                <c:pt idx="1928">
                  <c:v>0.964</c:v>
                </c:pt>
                <c:pt idx="1929">
                  <c:v>0.9645</c:v>
                </c:pt>
                <c:pt idx="1930">
                  <c:v>0.965</c:v>
                </c:pt>
                <c:pt idx="1931">
                  <c:v>0.9655</c:v>
                </c:pt>
                <c:pt idx="1932">
                  <c:v>0.966</c:v>
                </c:pt>
                <c:pt idx="1933">
                  <c:v>0.9665</c:v>
                </c:pt>
                <c:pt idx="1934">
                  <c:v>0.967</c:v>
                </c:pt>
                <c:pt idx="1935">
                  <c:v>0.9675</c:v>
                </c:pt>
                <c:pt idx="1936">
                  <c:v>0.968</c:v>
                </c:pt>
                <c:pt idx="1937">
                  <c:v>0.9685</c:v>
                </c:pt>
                <c:pt idx="1938">
                  <c:v>0.969</c:v>
                </c:pt>
                <c:pt idx="1939">
                  <c:v>0.9695</c:v>
                </c:pt>
                <c:pt idx="1940">
                  <c:v>0.97</c:v>
                </c:pt>
                <c:pt idx="1941">
                  <c:v>0.9705</c:v>
                </c:pt>
                <c:pt idx="1942">
                  <c:v>0.971</c:v>
                </c:pt>
                <c:pt idx="1943">
                  <c:v>0.9715</c:v>
                </c:pt>
                <c:pt idx="1944">
                  <c:v>0.972</c:v>
                </c:pt>
                <c:pt idx="1945">
                  <c:v>0.9725</c:v>
                </c:pt>
                <c:pt idx="1946">
                  <c:v>0.973</c:v>
                </c:pt>
                <c:pt idx="1947">
                  <c:v>0.9735</c:v>
                </c:pt>
                <c:pt idx="1948">
                  <c:v>0.974</c:v>
                </c:pt>
                <c:pt idx="1949">
                  <c:v>0.9745</c:v>
                </c:pt>
                <c:pt idx="1950">
                  <c:v>0.975</c:v>
                </c:pt>
                <c:pt idx="1951">
                  <c:v>0.9755</c:v>
                </c:pt>
                <c:pt idx="1952">
                  <c:v>0.976</c:v>
                </c:pt>
                <c:pt idx="1953">
                  <c:v>0.9765</c:v>
                </c:pt>
                <c:pt idx="1954">
                  <c:v>0.977</c:v>
                </c:pt>
                <c:pt idx="1955">
                  <c:v>0.9775</c:v>
                </c:pt>
                <c:pt idx="1956">
                  <c:v>0.978</c:v>
                </c:pt>
                <c:pt idx="1957">
                  <c:v>0.9785</c:v>
                </c:pt>
                <c:pt idx="1958">
                  <c:v>0.979</c:v>
                </c:pt>
                <c:pt idx="1959">
                  <c:v>0.9795</c:v>
                </c:pt>
                <c:pt idx="1960">
                  <c:v>0.98</c:v>
                </c:pt>
                <c:pt idx="1961">
                  <c:v>0.9805</c:v>
                </c:pt>
                <c:pt idx="1962">
                  <c:v>0.981</c:v>
                </c:pt>
                <c:pt idx="1963">
                  <c:v>0.9815</c:v>
                </c:pt>
                <c:pt idx="1964">
                  <c:v>0.982</c:v>
                </c:pt>
                <c:pt idx="1965">
                  <c:v>0.9825</c:v>
                </c:pt>
                <c:pt idx="1966">
                  <c:v>0.983</c:v>
                </c:pt>
                <c:pt idx="1967">
                  <c:v>0.9835</c:v>
                </c:pt>
                <c:pt idx="1968">
                  <c:v>0.984</c:v>
                </c:pt>
                <c:pt idx="1969">
                  <c:v>0.9845</c:v>
                </c:pt>
                <c:pt idx="1970">
                  <c:v>0.985</c:v>
                </c:pt>
                <c:pt idx="1971">
                  <c:v>0.9855</c:v>
                </c:pt>
                <c:pt idx="1972">
                  <c:v>0.986</c:v>
                </c:pt>
                <c:pt idx="1973">
                  <c:v>0.9865</c:v>
                </c:pt>
                <c:pt idx="1974">
                  <c:v>0.987</c:v>
                </c:pt>
                <c:pt idx="1975">
                  <c:v>0.9875</c:v>
                </c:pt>
                <c:pt idx="1976">
                  <c:v>0.988</c:v>
                </c:pt>
                <c:pt idx="1977">
                  <c:v>0.9885</c:v>
                </c:pt>
                <c:pt idx="1978">
                  <c:v>0.989</c:v>
                </c:pt>
                <c:pt idx="1979">
                  <c:v>0.9895</c:v>
                </c:pt>
                <c:pt idx="1980">
                  <c:v>0.99</c:v>
                </c:pt>
                <c:pt idx="1981">
                  <c:v>0.9905</c:v>
                </c:pt>
                <c:pt idx="1982">
                  <c:v>0.991</c:v>
                </c:pt>
                <c:pt idx="1983">
                  <c:v>0.9915</c:v>
                </c:pt>
                <c:pt idx="1984">
                  <c:v>0.992</c:v>
                </c:pt>
                <c:pt idx="1985">
                  <c:v>0.9925</c:v>
                </c:pt>
                <c:pt idx="1986">
                  <c:v>0.993</c:v>
                </c:pt>
                <c:pt idx="1987">
                  <c:v>0.9935</c:v>
                </c:pt>
                <c:pt idx="1988">
                  <c:v>0.994</c:v>
                </c:pt>
                <c:pt idx="1989">
                  <c:v>0.9945</c:v>
                </c:pt>
                <c:pt idx="1990">
                  <c:v>0.995</c:v>
                </c:pt>
                <c:pt idx="1991">
                  <c:v>0.9955</c:v>
                </c:pt>
                <c:pt idx="1992">
                  <c:v>0.996</c:v>
                </c:pt>
                <c:pt idx="1993">
                  <c:v>0.9965</c:v>
                </c:pt>
                <c:pt idx="1994">
                  <c:v>0.997</c:v>
                </c:pt>
                <c:pt idx="1995">
                  <c:v>0.9975</c:v>
                </c:pt>
                <c:pt idx="1996">
                  <c:v>0.998</c:v>
                </c:pt>
                <c:pt idx="1997">
                  <c:v>0.9985</c:v>
                </c:pt>
                <c:pt idx="1998">
                  <c:v>0.999</c:v>
                </c:pt>
                <c:pt idx="1999">
                  <c:v>0.9995</c:v>
                </c:pt>
                <c:pt idx="2000">
                  <c:v>1</c:v>
                </c:pt>
              </c:numCache>
            </c:numRef>
          </c:xVal>
          <c:yVal>
            <c:numRef>
              <c:f>'Chart Data'!$D$2:$D$2002</c:f>
              <c:numCache>
                <c:formatCode>0.0</c:formatCode>
                <c:ptCount val="2001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0.3</c:v>
                </c:pt>
                <c:pt idx="23">
                  <c:v>0.3</c:v>
                </c:pt>
                <c:pt idx="24">
                  <c:v>0.3</c:v>
                </c:pt>
                <c:pt idx="25">
                  <c:v>0.3</c:v>
                </c:pt>
                <c:pt idx="26">
                  <c:v>0.3</c:v>
                </c:pt>
                <c:pt idx="27">
                  <c:v>0.3</c:v>
                </c:pt>
                <c:pt idx="28">
                  <c:v>0.3</c:v>
                </c:pt>
                <c:pt idx="29">
                  <c:v>0.3</c:v>
                </c:pt>
                <c:pt idx="30">
                  <c:v>0.3</c:v>
                </c:pt>
                <c:pt idx="31">
                  <c:v>0.3</c:v>
                </c:pt>
                <c:pt idx="32">
                  <c:v>0.3</c:v>
                </c:pt>
                <c:pt idx="33">
                  <c:v>0.3</c:v>
                </c:pt>
                <c:pt idx="34">
                  <c:v>0.3</c:v>
                </c:pt>
                <c:pt idx="35">
                  <c:v>0.3</c:v>
                </c:pt>
                <c:pt idx="36">
                  <c:v>0.3</c:v>
                </c:pt>
                <c:pt idx="37">
                  <c:v>0.3</c:v>
                </c:pt>
                <c:pt idx="38">
                  <c:v>0.3</c:v>
                </c:pt>
                <c:pt idx="39">
                  <c:v>0.3</c:v>
                </c:pt>
                <c:pt idx="40">
                  <c:v>0.3</c:v>
                </c:pt>
                <c:pt idx="41">
                  <c:v>0.3</c:v>
                </c:pt>
                <c:pt idx="42">
                  <c:v>0.3</c:v>
                </c:pt>
                <c:pt idx="43">
                  <c:v>0.3</c:v>
                </c:pt>
                <c:pt idx="44">
                  <c:v>0.3</c:v>
                </c:pt>
                <c:pt idx="45">
                  <c:v>0.3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0.3</c:v>
                </c:pt>
                <c:pt idx="52">
                  <c:v>0.3</c:v>
                </c:pt>
                <c:pt idx="53">
                  <c:v>0.3</c:v>
                </c:pt>
                <c:pt idx="54">
                  <c:v>0.3</c:v>
                </c:pt>
                <c:pt idx="55">
                  <c:v>0.3</c:v>
                </c:pt>
                <c:pt idx="56">
                  <c:v>0.3</c:v>
                </c:pt>
                <c:pt idx="57">
                  <c:v>0.3</c:v>
                </c:pt>
                <c:pt idx="58">
                  <c:v>0.3</c:v>
                </c:pt>
                <c:pt idx="59">
                  <c:v>0.3</c:v>
                </c:pt>
                <c:pt idx="60">
                  <c:v>0.3</c:v>
                </c:pt>
                <c:pt idx="61">
                  <c:v>0.3</c:v>
                </c:pt>
                <c:pt idx="62">
                  <c:v>0.3</c:v>
                </c:pt>
                <c:pt idx="63">
                  <c:v>0.3</c:v>
                </c:pt>
                <c:pt idx="64">
                  <c:v>0.3</c:v>
                </c:pt>
                <c:pt idx="65">
                  <c:v>0.3</c:v>
                </c:pt>
                <c:pt idx="66">
                  <c:v>0.3</c:v>
                </c:pt>
                <c:pt idx="67">
                  <c:v>0.3</c:v>
                </c:pt>
                <c:pt idx="68">
                  <c:v>0.3</c:v>
                </c:pt>
                <c:pt idx="69">
                  <c:v>0.3</c:v>
                </c:pt>
                <c:pt idx="70">
                  <c:v>0.3</c:v>
                </c:pt>
                <c:pt idx="71">
                  <c:v>0.3</c:v>
                </c:pt>
                <c:pt idx="72">
                  <c:v>0.3</c:v>
                </c:pt>
                <c:pt idx="73">
                  <c:v>0.3</c:v>
                </c:pt>
                <c:pt idx="74">
                  <c:v>0.3</c:v>
                </c:pt>
                <c:pt idx="75">
                  <c:v>0.3</c:v>
                </c:pt>
                <c:pt idx="76">
                  <c:v>0.3</c:v>
                </c:pt>
                <c:pt idx="77">
                  <c:v>0.3</c:v>
                </c:pt>
                <c:pt idx="78">
                  <c:v>0.3</c:v>
                </c:pt>
                <c:pt idx="79">
                  <c:v>0.3</c:v>
                </c:pt>
                <c:pt idx="80">
                  <c:v>0.3</c:v>
                </c:pt>
                <c:pt idx="81">
                  <c:v>0.3</c:v>
                </c:pt>
                <c:pt idx="82">
                  <c:v>0.3</c:v>
                </c:pt>
                <c:pt idx="83">
                  <c:v>0.3</c:v>
                </c:pt>
                <c:pt idx="84">
                  <c:v>0.3</c:v>
                </c:pt>
                <c:pt idx="85">
                  <c:v>0.3</c:v>
                </c:pt>
                <c:pt idx="86">
                  <c:v>0.3</c:v>
                </c:pt>
                <c:pt idx="87">
                  <c:v>0.3</c:v>
                </c:pt>
                <c:pt idx="88">
                  <c:v>0.3</c:v>
                </c:pt>
                <c:pt idx="89">
                  <c:v>0.3</c:v>
                </c:pt>
                <c:pt idx="90">
                  <c:v>0.3</c:v>
                </c:pt>
                <c:pt idx="91">
                  <c:v>0.3</c:v>
                </c:pt>
                <c:pt idx="92">
                  <c:v>0.3</c:v>
                </c:pt>
                <c:pt idx="93">
                  <c:v>0.3</c:v>
                </c:pt>
                <c:pt idx="94">
                  <c:v>0.3</c:v>
                </c:pt>
                <c:pt idx="95">
                  <c:v>0.3</c:v>
                </c:pt>
                <c:pt idx="96">
                  <c:v>0.3</c:v>
                </c:pt>
                <c:pt idx="97">
                  <c:v>0.3</c:v>
                </c:pt>
                <c:pt idx="98">
                  <c:v>0.3</c:v>
                </c:pt>
                <c:pt idx="99">
                  <c:v>0.3</c:v>
                </c:pt>
                <c:pt idx="100">
                  <c:v>0.3</c:v>
                </c:pt>
                <c:pt idx="101">
                  <c:v>0.3</c:v>
                </c:pt>
                <c:pt idx="102">
                  <c:v>0.3</c:v>
                </c:pt>
                <c:pt idx="103">
                  <c:v>0.3</c:v>
                </c:pt>
                <c:pt idx="104">
                  <c:v>0.3</c:v>
                </c:pt>
                <c:pt idx="105">
                  <c:v>0.3</c:v>
                </c:pt>
                <c:pt idx="106">
                  <c:v>0.3</c:v>
                </c:pt>
                <c:pt idx="107">
                  <c:v>0.3</c:v>
                </c:pt>
                <c:pt idx="108">
                  <c:v>0.3</c:v>
                </c:pt>
                <c:pt idx="109">
                  <c:v>0.3</c:v>
                </c:pt>
                <c:pt idx="110">
                  <c:v>0.3</c:v>
                </c:pt>
                <c:pt idx="111">
                  <c:v>0.3</c:v>
                </c:pt>
                <c:pt idx="112">
                  <c:v>0.3</c:v>
                </c:pt>
                <c:pt idx="113">
                  <c:v>0.3</c:v>
                </c:pt>
                <c:pt idx="114">
                  <c:v>0.3</c:v>
                </c:pt>
                <c:pt idx="115">
                  <c:v>0.3</c:v>
                </c:pt>
                <c:pt idx="116">
                  <c:v>0.3</c:v>
                </c:pt>
                <c:pt idx="117">
                  <c:v>0.3</c:v>
                </c:pt>
                <c:pt idx="118">
                  <c:v>0.3</c:v>
                </c:pt>
                <c:pt idx="119">
                  <c:v>0.3</c:v>
                </c:pt>
                <c:pt idx="120">
                  <c:v>0.3</c:v>
                </c:pt>
                <c:pt idx="121">
                  <c:v>0.3</c:v>
                </c:pt>
                <c:pt idx="122">
                  <c:v>0.3</c:v>
                </c:pt>
                <c:pt idx="123">
                  <c:v>0.3</c:v>
                </c:pt>
                <c:pt idx="124">
                  <c:v>0.3</c:v>
                </c:pt>
                <c:pt idx="125">
                  <c:v>0.3</c:v>
                </c:pt>
                <c:pt idx="126">
                  <c:v>0.3</c:v>
                </c:pt>
                <c:pt idx="127">
                  <c:v>0.3</c:v>
                </c:pt>
                <c:pt idx="128">
                  <c:v>0.3</c:v>
                </c:pt>
                <c:pt idx="129">
                  <c:v>0.3</c:v>
                </c:pt>
                <c:pt idx="130">
                  <c:v>0.3</c:v>
                </c:pt>
                <c:pt idx="131">
                  <c:v>0.3</c:v>
                </c:pt>
                <c:pt idx="132">
                  <c:v>0.3</c:v>
                </c:pt>
                <c:pt idx="133">
                  <c:v>0.3</c:v>
                </c:pt>
                <c:pt idx="134">
                  <c:v>0.3</c:v>
                </c:pt>
                <c:pt idx="135">
                  <c:v>0.3</c:v>
                </c:pt>
                <c:pt idx="136">
                  <c:v>0.3</c:v>
                </c:pt>
                <c:pt idx="137">
                  <c:v>0.3</c:v>
                </c:pt>
                <c:pt idx="138">
                  <c:v>0.3</c:v>
                </c:pt>
                <c:pt idx="139">
                  <c:v>0.3</c:v>
                </c:pt>
                <c:pt idx="140">
                  <c:v>0.3</c:v>
                </c:pt>
                <c:pt idx="141">
                  <c:v>0.3</c:v>
                </c:pt>
                <c:pt idx="142">
                  <c:v>0.3</c:v>
                </c:pt>
                <c:pt idx="143">
                  <c:v>0.3</c:v>
                </c:pt>
                <c:pt idx="144">
                  <c:v>0.3</c:v>
                </c:pt>
                <c:pt idx="145">
                  <c:v>0.3</c:v>
                </c:pt>
                <c:pt idx="146">
                  <c:v>0.3</c:v>
                </c:pt>
                <c:pt idx="147">
                  <c:v>0.3</c:v>
                </c:pt>
                <c:pt idx="148">
                  <c:v>0.3</c:v>
                </c:pt>
                <c:pt idx="149">
                  <c:v>0.3</c:v>
                </c:pt>
                <c:pt idx="150">
                  <c:v>0.3</c:v>
                </c:pt>
                <c:pt idx="151">
                  <c:v>0.3</c:v>
                </c:pt>
                <c:pt idx="152">
                  <c:v>0.3</c:v>
                </c:pt>
                <c:pt idx="153">
                  <c:v>0.3</c:v>
                </c:pt>
                <c:pt idx="154">
                  <c:v>0.3</c:v>
                </c:pt>
                <c:pt idx="155">
                  <c:v>0.3</c:v>
                </c:pt>
                <c:pt idx="156">
                  <c:v>0.3</c:v>
                </c:pt>
                <c:pt idx="157">
                  <c:v>0.3</c:v>
                </c:pt>
                <c:pt idx="158">
                  <c:v>0.3</c:v>
                </c:pt>
                <c:pt idx="159">
                  <c:v>0.3</c:v>
                </c:pt>
                <c:pt idx="160">
                  <c:v>0.3</c:v>
                </c:pt>
                <c:pt idx="161">
                  <c:v>0.3</c:v>
                </c:pt>
                <c:pt idx="162">
                  <c:v>0.3</c:v>
                </c:pt>
                <c:pt idx="163">
                  <c:v>0.3</c:v>
                </c:pt>
                <c:pt idx="164">
                  <c:v>0.3</c:v>
                </c:pt>
                <c:pt idx="165">
                  <c:v>0.3</c:v>
                </c:pt>
                <c:pt idx="166">
                  <c:v>0.3</c:v>
                </c:pt>
                <c:pt idx="167">
                  <c:v>0.3</c:v>
                </c:pt>
                <c:pt idx="168">
                  <c:v>0.3</c:v>
                </c:pt>
                <c:pt idx="169">
                  <c:v>0.3</c:v>
                </c:pt>
                <c:pt idx="170">
                  <c:v>0.3</c:v>
                </c:pt>
                <c:pt idx="171">
                  <c:v>0.3</c:v>
                </c:pt>
                <c:pt idx="172">
                  <c:v>0.3</c:v>
                </c:pt>
                <c:pt idx="173">
                  <c:v>0.3</c:v>
                </c:pt>
                <c:pt idx="174">
                  <c:v>0.3</c:v>
                </c:pt>
                <c:pt idx="175">
                  <c:v>0.3</c:v>
                </c:pt>
                <c:pt idx="176">
                  <c:v>0.3</c:v>
                </c:pt>
                <c:pt idx="177">
                  <c:v>0.3</c:v>
                </c:pt>
                <c:pt idx="178">
                  <c:v>0.3</c:v>
                </c:pt>
                <c:pt idx="179">
                  <c:v>0.3</c:v>
                </c:pt>
                <c:pt idx="180">
                  <c:v>0.3</c:v>
                </c:pt>
                <c:pt idx="181">
                  <c:v>0.3</c:v>
                </c:pt>
                <c:pt idx="182">
                  <c:v>0.3</c:v>
                </c:pt>
                <c:pt idx="183">
                  <c:v>0.3</c:v>
                </c:pt>
                <c:pt idx="184">
                  <c:v>0.3</c:v>
                </c:pt>
                <c:pt idx="185">
                  <c:v>0.3</c:v>
                </c:pt>
                <c:pt idx="186">
                  <c:v>0.3</c:v>
                </c:pt>
                <c:pt idx="187">
                  <c:v>0.3</c:v>
                </c:pt>
                <c:pt idx="188">
                  <c:v>0.3</c:v>
                </c:pt>
                <c:pt idx="189">
                  <c:v>0.3</c:v>
                </c:pt>
                <c:pt idx="190">
                  <c:v>0.3</c:v>
                </c:pt>
                <c:pt idx="191">
                  <c:v>0.3</c:v>
                </c:pt>
                <c:pt idx="192">
                  <c:v>0.3</c:v>
                </c:pt>
                <c:pt idx="193">
                  <c:v>0.3</c:v>
                </c:pt>
                <c:pt idx="194">
                  <c:v>0.3</c:v>
                </c:pt>
                <c:pt idx="195">
                  <c:v>0.3</c:v>
                </c:pt>
                <c:pt idx="196">
                  <c:v>0.3</c:v>
                </c:pt>
                <c:pt idx="197">
                  <c:v>0.3</c:v>
                </c:pt>
                <c:pt idx="198">
                  <c:v>0.3</c:v>
                </c:pt>
                <c:pt idx="199">
                  <c:v>0.3</c:v>
                </c:pt>
                <c:pt idx="200">
                  <c:v>0.3</c:v>
                </c:pt>
                <c:pt idx="201">
                  <c:v>0.3</c:v>
                </c:pt>
                <c:pt idx="202">
                  <c:v>0.3</c:v>
                </c:pt>
                <c:pt idx="203">
                  <c:v>0.3</c:v>
                </c:pt>
                <c:pt idx="204">
                  <c:v>0.3</c:v>
                </c:pt>
                <c:pt idx="205">
                  <c:v>0.3</c:v>
                </c:pt>
                <c:pt idx="206">
                  <c:v>0.3</c:v>
                </c:pt>
                <c:pt idx="207">
                  <c:v>0.3</c:v>
                </c:pt>
                <c:pt idx="208">
                  <c:v>0.3</c:v>
                </c:pt>
                <c:pt idx="209">
                  <c:v>0.3</c:v>
                </c:pt>
                <c:pt idx="210">
                  <c:v>0.3</c:v>
                </c:pt>
                <c:pt idx="211">
                  <c:v>0.3</c:v>
                </c:pt>
                <c:pt idx="212">
                  <c:v>0.3</c:v>
                </c:pt>
                <c:pt idx="213">
                  <c:v>0.3</c:v>
                </c:pt>
                <c:pt idx="214">
                  <c:v>0.3</c:v>
                </c:pt>
                <c:pt idx="215">
                  <c:v>0.3</c:v>
                </c:pt>
                <c:pt idx="216">
                  <c:v>0.3</c:v>
                </c:pt>
                <c:pt idx="217">
                  <c:v>0.3</c:v>
                </c:pt>
                <c:pt idx="218">
                  <c:v>0.3</c:v>
                </c:pt>
                <c:pt idx="219">
                  <c:v>0.3</c:v>
                </c:pt>
                <c:pt idx="220">
                  <c:v>0.3</c:v>
                </c:pt>
                <c:pt idx="221">
                  <c:v>0.3</c:v>
                </c:pt>
                <c:pt idx="222">
                  <c:v>0.3</c:v>
                </c:pt>
                <c:pt idx="223">
                  <c:v>0.3</c:v>
                </c:pt>
                <c:pt idx="224">
                  <c:v>0.3</c:v>
                </c:pt>
                <c:pt idx="225">
                  <c:v>0.3</c:v>
                </c:pt>
                <c:pt idx="226">
                  <c:v>0.3</c:v>
                </c:pt>
                <c:pt idx="227">
                  <c:v>0.3</c:v>
                </c:pt>
                <c:pt idx="228">
                  <c:v>0.3</c:v>
                </c:pt>
                <c:pt idx="229">
                  <c:v>0.3</c:v>
                </c:pt>
                <c:pt idx="230">
                  <c:v>0.3</c:v>
                </c:pt>
                <c:pt idx="231">
                  <c:v>0.3</c:v>
                </c:pt>
                <c:pt idx="232">
                  <c:v>0.3</c:v>
                </c:pt>
                <c:pt idx="233">
                  <c:v>0.3</c:v>
                </c:pt>
                <c:pt idx="234">
                  <c:v>0.3</c:v>
                </c:pt>
                <c:pt idx="235">
                  <c:v>0.3</c:v>
                </c:pt>
                <c:pt idx="236">
                  <c:v>0.3</c:v>
                </c:pt>
                <c:pt idx="237">
                  <c:v>0.3</c:v>
                </c:pt>
                <c:pt idx="238">
                  <c:v>0.3</c:v>
                </c:pt>
                <c:pt idx="239">
                  <c:v>0.3</c:v>
                </c:pt>
                <c:pt idx="240">
                  <c:v>0.3</c:v>
                </c:pt>
                <c:pt idx="241">
                  <c:v>0.3</c:v>
                </c:pt>
                <c:pt idx="242">
                  <c:v>0.3</c:v>
                </c:pt>
                <c:pt idx="243">
                  <c:v>0.3</c:v>
                </c:pt>
                <c:pt idx="244">
                  <c:v>0.3</c:v>
                </c:pt>
                <c:pt idx="245">
                  <c:v>0.3</c:v>
                </c:pt>
                <c:pt idx="246">
                  <c:v>0.3</c:v>
                </c:pt>
                <c:pt idx="247">
                  <c:v>0.3</c:v>
                </c:pt>
                <c:pt idx="248">
                  <c:v>0.3</c:v>
                </c:pt>
                <c:pt idx="249">
                  <c:v>0.3</c:v>
                </c:pt>
                <c:pt idx="250">
                  <c:v>0.3</c:v>
                </c:pt>
                <c:pt idx="251">
                  <c:v>0.3</c:v>
                </c:pt>
                <c:pt idx="252">
                  <c:v>0.3</c:v>
                </c:pt>
                <c:pt idx="253">
                  <c:v>0.3</c:v>
                </c:pt>
                <c:pt idx="254">
                  <c:v>0.3</c:v>
                </c:pt>
                <c:pt idx="255">
                  <c:v>0.3</c:v>
                </c:pt>
                <c:pt idx="256">
                  <c:v>0.3</c:v>
                </c:pt>
                <c:pt idx="257">
                  <c:v>0.3</c:v>
                </c:pt>
                <c:pt idx="258">
                  <c:v>0.3</c:v>
                </c:pt>
                <c:pt idx="259">
                  <c:v>0.3</c:v>
                </c:pt>
                <c:pt idx="260">
                  <c:v>0.3</c:v>
                </c:pt>
                <c:pt idx="261">
                  <c:v>0.3</c:v>
                </c:pt>
                <c:pt idx="262">
                  <c:v>0.3</c:v>
                </c:pt>
                <c:pt idx="263">
                  <c:v>0.3</c:v>
                </c:pt>
                <c:pt idx="264">
                  <c:v>0.3</c:v>
                </c:pt>
                <c:pt idx="265">
                  <c:v>0.3</c:v>
                </c:pt>
                <c:pt idx="266">
                  <c:v>0.3</c:v>
                </c:pt>
                <c:pt idx="267">
                  <c:v>0.3</c:v>
                </c:pt>
                <c:pt idx="268">
                  <c:v>0.3</c:v>
                </c:pt>
                <c:pt idx="269">
                  <c:v>0.3</c:v>
                </c:pt>
                <c:pt idx="270">
                  <c:v>0.3</c:v>
                </c:pt>
                <c:pt idx="271">
                  <c:v>0.3</c:v>
                </c:pt>
                <c:pt idx="272">
                  <c:v>0.3</c:v>
                </c:pt>
                <c:pt idx="273">
                  <c:v>0.3</c:v>
                </c:pt>
                <c:pt idx="274">
                  <c:v>0.3</c:v>
                </c:pt>
                <c:pt idx="275">
                  <c:v>0.3</c:v>
                </c:pt>
                <c:pt idx="276">
                  <c:v>0.3</c:v>
                </c:pt>
                <c:pt idx="277">
                  <c:v>0.3</c:v>
                </c:pt>
                <c:pt idx="278">
                  <c:v>0.3</c:v>
                </c:pt>
                <c:pt idx="279">
                  <c:v>0.3</c:v>
                </c:pt>
                <c:pt idx="280">
                  <c:v>0.3</c:v>
                </c:pt>
                <c:pt idx="281">
                  <c:v>0.3</c:v>
                </c:pt>
                <c:pt idx="282">
                  <c:v>0.3</c:v>
                </c:pt>
                <c:pt idx="283">
                  <c:v>0.3</c:v>
                </c:pt>
                <c:pt idx="284">
                  <c:v>0.3</c:v>
                </c:pt>
                <c:pt idx="285">
                  <c:v>0.3</c:v>
                </c:pt>
                <c:pt idx="286">
                  <c:v>0.3</c:v>
                </c:pt>
                <c:pt idx="287">
                  <c:v>0.3</c:v>
                </c:pt>
                <c:pt idx="288">
                  <c:v>0.3</c:v>
                </c:pt>
                <c:pt idx="289">
                  <c:v>0.3</c:v>
                </c:pt>
                <c:pt idx="290">
                  <c:v>0.3</c:v>
                </c:pt>
                <c:pt idx="291">
                  <c:v>0.3</c:v>
                </c:pt>
                <c:pt idx="292">
                  <c:v>0.3</c:v>
                </c:pt>
                <c:pt idx="293">
                  <c:v>0.3</c:v>
                </c:pt>
                <c:pt idx="294">
                  <c:v>0.3</c:v>
                </c:pt>
                <c:pt idx="295">
                  <c:v>0.3</c:v>
                </c:pt>
                <c:pt idx="296">
                  <c:v>0.3</c:v>
                </c:pt>
                <c:pt idx="297">
                  <c:v>0.3</c:v>
                </c:pt>
                <c:pt idx="298">
                  <c:v>0.3</c:v>
                </c:pt>
                <c:pt idx="299">
                  <c:v>0.3</c:v>
                </c:pt>
                <c:pt idx="300">
                  <c:v>0.3</c:v>
                </c:pt>
                <c:pt idx="301">
                  <c:v>0.3</c:v>
                </c:pt>
                <c:pt idx="302">
                  <c:v>0.3</c:v>
                </c:pt>
                <c:pt idx="303">
                  <c:v>0.3</c:v>
                </c:pt>
                <c:pt idx="304">
                  <c:v>0.3</c:v>
                </c:pt>
                <c:pt idx="305">
                  <c:v>0.3</c:v>
                </c:pt>
                <c:pt idx="306">
                  <c:v>0.3</c:v>
                </c:pt>
                <c:pt idx="307">
                  <c:v>0.3</c:v>
                </c:pt>
                <c:pt idx="308">
                  <c:v>0.3</c:v>
                </c:pt>
                <c:pt idx="309">
                  <c:v>0.3</c:v>
                </c:pt>
                <c:pt idx="310">
                  <c:v>0.3</c:v>
                </c:pt>
                <c:pt idx="311">
                  <c:v>0.3</c:v>
                </c:pt>
                <c:pt idx="312">
                  <c:v>0.3</c:v>
                </c:pt>
                <c:pt idx="313">
                  <c:v>0.3</c:v>
                </c:pt>
                <c:pt idx="314">
                  <c:v>0.3</c:v>
                </c:pt>
                <c:pt idx="315">
                  <c:v>0.3</c:v>
                </c:pt>
                <c:pt idx="316">
                  <c:v>0.3</c:v>
                </c:pt>
                <c:pt idx="317">
                  <c:v>0.3</c:v>
                </c:pt>
                <c:pt idx="318">
                  <c:v>0.3</c:v>
                </c:pt>
                <c:pt idx="319">
                  <c:v>0.3</c:v>
                </c:pt>
                <c:pt idx="320">
                  <c:v>0.3</c:v>
                </c:pt>
                <c:pt idx="321">
                  <c:v>0.3</c:v>
                </c:pt>
                <c:pt idx="322">
                  <c:v>0.3</c:v>
                </c:pt>
                <c:pt idx="323">
                  <c:v>0.3</c:v>
                </c:pt>
                <c:pt idx="324">
                  <c:v>0.3</c:v>
                </c:pt>
                <c:pt idx="325">
                  <c:v>0.3</c:v>
                </c:pt>
                <c:pt idx="326">
                  <c:v>0.3</c:v>
                </c:pt>
                <c:pt idx="327">
                  <c:v>0.3</c:v>
                </c:pt>
                <c:pt idx="328">
                  <c:v>0.3</c:v>
                </c:pt>
                <c:pt idx="329">
                  <c:v>0.3</c:v>
                </c:pt>
                <c:pt idx="330">
                  <c:v>0.3</c:v>
                </c:pt>
                <c:pt idx="331">
                  <c:v>0.3</c:v>
                </c:pt>
                <c:pt idx="332">
                  <c:v>0.3</c:v>
                </c:pt>
                <c:pt idx="333">
                  <c:v>0.3</c:v>
                </c:pt>
                <c:pt idx="334">
                  <c:v>0.3</c:v>
                </c:pt>
                <c:pt idx="335">
                  <c:v>0.3</c:v>
                </c:pt>
                <c:pt idx="336">
                  <c:v>0.3</c:v>
                </c:pt>
                <c:pt idx="337">
                  <c:v>0.3</c:v>
                </c:pt>
                <c:pt idx="338">
                  <c:v>0.3</c:v>
                </c:pt>
                <c:pt idx="339">
                  <c:v>0.3</c:v>
                </c:pt>
                <c:pt idx="340">
                  <c:v>0.3</c:v>
                </c:pt>
                <c:pt idx="341">
                  <c:v>0.3</c:v>
                </c:pt>
                <c:pt idx="342">
                  <c:v>0.3</c:v>
                </c:pt>
                <c:pt idx="343">
                  <c:v>0.3</c:v>
                </c:pt>
                <c:pt idx="344">
                  <c:v>0.3</c:v>
                </c:pt>
                <c:pt idx="345">
                  <c:v>0.3</c:v>
                </c:pt>
                <c:pt idx="346">
                  <c:v>0.3</c:v>
                </c:pt>
                <c:pt idx="347">
                  <c:v>0.3</c:v>
                </c:pt>
                <c:pt idx="348">
                  <c:v>0.3</c:v>
                </c:pt>
                <c:pt idx="349">
                  <c:v>0.3</c:v>
                </c:pt>
                <c:pt idx="350">
                  <c:v>0.3</c:v>
                </c:pt>
                <c:pt idx="351">
                  <c:v>0.3</c:v>
                </c:pt>
                <c:pt idx="352">
                  <c:v>0.3</c:v>
                </c:pt>
                <c:pt idx="353">
                  <c:v>0.3</c:v>
                </c:pt>
                <c:pt idx="354">
                  <c:v>0.3</c:v>
                </c:pt>
                <c:pt idx="355">
                  <c:v>0.3</c:v>
                </c:pt>
                <c:pt idx="356">
                  <c:v>0.3</c:v>
                </c:pt>
                <c:pt idx="357">
                  <c:v>0.3</c:v>
                </c:pt>
                <c:pt idx="358">
                  <c:v>0.3</c:v>
                </c:pt>
                <c:pt idx="359">
                  <c:v>0.3</c:v>
                </c:pt>
                <c:pt idx="360">
                  <c:v>0.3</c:v>
                </c:pt>
                <c:pt idx="361">
                  <c:v>0.3</c:v>
                </c:pt>
                <c:pt idx="362">
                  <c:v>0.3</c:v>
                </c:pt>
                <c:pt idx="363">
                  <c:v>0.3</c:v>
                </c:pt>
                <c:pt idx="364">
                  <c:v>0.3</c:v>
                </c:pt>
                <c:pt idx="365">
                  <c:v>0.3</c:v>
                </c:pt>
                <c:pt idx="366">
                  <c:v>0.3</c:v>
                </c:pt>
                <c:pt idx="367">
                  <c:v>0.3</c:v>
                </c:pt>
                <c:pt idx="368">
                  <c:v>0.3</c:v>
                </c:pt>
                <c:pt idx="369">
                  <c:v>0.3</c:v>
                </c:pt>
                <c:pt idx="370">
                  <c:v>0.3</c:v>
                </c:pt>
                <c:pt idx="371">
                  <c:v>0.3</c:v>
                </c:pt>
                <c:pt idx="372">
                  <c:v>0.3</c:v>
                </c:pt>
                <c:pt idx="373">
                  <c:v>0.3</c:v>
                </c:pt>
                <c:pt idx="374">
                  <c:v>0.3</c:v>
                </c:pt>
                <c:pt idx="375">
                  <c:v>0.3</c:v>
                </c:pt>
                <c:pt idx="376">
                  <c:v>0.3</c:v>
                </c:pt>
                <c:pt idx="377">
                  <c:v>0.3</c:v>
                </c:pt>
                <c:pt idx="378">
                  <c:v>0.3</c:v>
                </c:pt>
                <c:pt idx="379">
                  <c:v>0.3</c:v>
                </c:pt>
                <c:pt idx="380">
                  <c:v>0.3</c:v>
                </c:pt>
                <c:pt idx="381">
                  <c:v>0.3</c:v>
                </c:pt>
                <c:pt idx="382">
                  <c:v>0.3</c:v>
                </c:pt>
                <c:pt idx="383">
                  <c:v>0.3</c:v>
                </c:pt>
                <c:pt idx="384">
                  <c:v>0.3</c:v>
                </c:pt>
                <c:pt idx="385">
                  <c:v>0.3</c:v>
                </c:pt>
                <c:pt idx="386">
                  <c:v>0.3</c:v>
                </c:pt>
                <c:pt idx="387">
                  <c:v>0.3</c:v>
                </c:pt>
                <c:pt idx="388">
                  <c:v>0.3</c:v>
                </c:pt>
                <c:pt idx="389">
                  <c:v>0.3</c:v>
                </c:pt>
                <c:pt idx="390">
                  <c:v>0.3</c:v>
                </c:pt>
                <c:pt idx="391">
                  <c:v>0.3</c:v>
                </c:pt>
                <c:pt idx="392">
                  <c:v>0.3</c:v>
                </c:pt>
                <c:pt idx="393">
                  <c:v>0.3</c:v>
                </c:pt>
                <c:pt idx="394">
                  <c:v>0.3</c:v>
                </c:pt>
                <c:pt idx="395">
                  <c:v>0.3</c:v>
                </c:pt>
                <c:pt idx="396">
                  <c:v>0.3</c:v>
                </c:pt>
                <c:pt idx="397">
                  <c:v>0.3</c:v>
                </c:pt>
                <c:pt idx="398">
                  <c:v>0.3</c:v>
                </c:pt>
                <c:pt idx="399">
                  <c:v>0.3</c:v>
                </c:pt>
                <c:pt idx="400">
                  <c:v>0.3</c:v>
                </c:pt>
                <c:pt idx="401">
                  <c:v>0.3</c:v>
                </c:pt>
                <c:pt idx="402">
                  <c:v>0.3</c:v>
                </c:pt>
                <c:pt idx="403">
                  <c:v>0.3</c:v>
                </c:pt>
                <c:pt idx="404">
                  <c:v>0.3</c:v>
                </c:pt>
                <c:pt idx="405">
                  <c:v>0.3</c:v>
                </c:pt>
                <c:pt idx="406">
                  <c:v>0.3</c:v>
                </c:pt>
                <c:pt idx="407">
                  <c:v>0.3</c:v>
                </c:pt>
                <c:pt idx="408">
                  <c:v>0.3</c:v>
                </c:pt>
                <c:pt idx="409">
                  <c:v>0.3</c:v>
                </c:pt>
                <c:pt idx="410">
                  <c:v>0.3</c:v>
                </c:pt>
                <c:pt idx="411">
                  <c:v>0.3</c:v>
                </c:pt>
                <c:pt idx="412">
                  <c:v>0.3</c:v>
                </c:pt>
                <c:pt idx="413">
                  <c:v>0.3</c:v>
                </c:pt>
                <c:pt idx="414">
                  <c:v>0.3</c:v>
                </c:pt>
                <c:pt idx="415">
                  <c:v>0.3</c:v>
                </c:pt>
                <c:pt idx="416">
                  <c:v>0.3</c:v>
                </c:pt>
                <c:pt idx="417">
                  <c:v>0.3</c:v>
                </c:pt>
                <c:pt idx="418">
                  <c:v>0.3</c:v>
                </c:pt>
                <c:pt idx="419">
                  <c:v>0.3</c:v>
                </c:pt>
                <c:pt idx="420">
                  <c:v>0.3</c:v>
                </c:pt>
                <c:pt idx="421">
                  <c:v>0.3</c:v>
                </c:pt>
                <c:pt idx="422">
                  <c:v>0.3</c:v>
                </c:pt>
                <c:pt idx="423">
                  <c:v>0.3</c:v>
                </c:pt>
                <c:pt idx="424">
                  <c:v>0.3</c:v>
                </c:pt>
                <c:pt idx="425">
                  <c:v>0.3</c:v>
                </c:pt>
                <c:pt idx="426">
                  <c:v>0.3</c:v>
                </c:pt>
                <c:pt idx="427">
                  <c:v>0.3</c:v>
                </c:pt>
                <c:pt idx="428">
                  <c:v>0.3</c:v>
                </c:pt>
                <c:pt idx="429">
                  <c:v>0.3</c:v>
                </c:pt>
                <c:pt idx="430">
                  <c:v>0.3</c:v>
                </c:pt>
                <c:pt idx="431">
                  <c:v>0.3</c:v>
                </c:pt>
                <c:pt idx="432">
                  <c:v>0.3</c:v>
                </c:pt>
                <c:pt idx="433">
                  <c:v>0.3</c:v>
                </c:pt>
                <c:pt idx="434">
                  <c:v>0.3</c:v>
                </c:pt>
                <c:pt idx="435">
                  <c:v>0.3</c:v>
                </c:pt>
                <c:pt idx="436">
                  <c:v>0.3</c:v>
                </c:pt>
                <c:pt idx="437">
                  <c:v>0.3</c:v>
                </c:pt>
                <c:pt idx="438">
                  <c:v>0.3</c:v>
                </c:pt>
                <c:pt idx="439">
                  <c:v>0.3</c:v>
                </c:pt>
                <c:pt idx="440">
                  <c:v>0.3</c:v>
                </c:pt>
                <c:pt idx="441">
                  <c:v>0.3</c:v>
                </c:pt>
                <c:pt idx="442">
                  <c:v>0.3</c:v>
                </c:pt>
                <c:pt idx="443">
                  <c:v>0.3</c:v>
                </c:pt>
                <c:pt idx="444">
                  <c:v>0.3</c:v>
                </c:pt>
                <c:pt idx="445">
                  <c:v>0.3</c:v>
                </c:pt>
                <c:pt idx="446">
                  <c:v>0.3</c:v>
                </c:pt>
                <c:pt idx="447">
                  <c:v>0.3</c:v>
                </c:pt>
                <c:pt idx="448">
                  <c:v>0.3</c:v>
                </c:pt>
                <c:pt idx="449">
                  <c:v>0.3</c:v>
                </c:pt>
                <c:pt idx="450">
                  <c:v>0.3</c:v>
                </c:pt>
                <c:pt idx="451">
                  <c:v>0.3</c:v>
                </c:pt>
                <c:pt idx="452">
                  <c:v>0.3</c:v>
                </c:pt>
                <c:pt idx="453">
                  <c:v>0.3</c:v>
                </c:pt>
                <c:pt idx="454">
                  <c:v>0.3</c:v>
                </c:pt>
                <c:pt idx="455">
                  <c:v>0.3</c:v>
                </c:pt>
                <c:pt idx="456">
                  <c:v>0.3</c:v>
                </c:pt>
                <c:pt idx="457">
                  <c:v>0.3</c:v>
                </c:pt>
                <c:pt idx="458">
                  <c:v>0.3</c:v>
                </c:pt>
                <c:pt idx="459">
                  <c:v>0.3</c:v>
                </c:pt>
                <c:pt idx="460">
                  <c:v>0.3</c:v>
                </c:pt>
                <c:pt idx="461">
                  <c:v>0.3</c:v>
                </c:pt>
                <c:pt idx="462">
                  <c:v>0.3</c:v>
                </c:pt>
                <c:pt idx="463">
                  <c:v>0.3</c:v>
                </c:pt>
                <c:pt idx="464">
                  <c:v>0.3</c:v>
                </c:pt>
                <c:pt idx="465">
                  <c:v>0.3</c:v>
                </c:pt>
                <c:pt idx="466">
                  <c:v>0.3</c:v>
                </c:pt>
                <c:pt idx="467">
                  <c:v>0.3</c:v>
                </c:pt>
                <c:pt idx="468">
                  <c:v>0.3</c:v>
                </c:pt>
                <c:pt idx="469">
                  <c:v>0.3</c:v>
                </c:pt>
                <c:pt idx="470">
                  <c:v>0.3</c:v>
                </c:pt>
                <c:pt idx="471">
                  <c:v>0.3</c:v>
                </c:pt>
                <c:pt idx="472">
                  <c:v>0.3</c:v>
                </c:pt>
                <c:pt idx="473">
                  <c:v>0.3</c:v>
                </c:pt>
                <c:pt idx="474">
                  <c:v>0.3</c:v>
                </c:pt>
                <c:pt idx="475">
                  <c:v>0.3</c:v>
                </c:pt>
                <c:pt idx="476">
                  <c:v>0.3</c:v>
                </c:pt>
                <c:pt idx="477">
                  <c:v>0.3</c:v>
                </c:pt>
                <c:pt idx="478">
                  <c:v>0.3</c:v>
                </c:pt>
                <c:pt idx="479">
                  <c:v>0.3</c:v>
                </c:pt>
                <c:pt idx="480">
                  <c:v>0.3</c:v>
                </c:pt>
                <c:pt idx="481">
                  <c:v>0.304375</c:v>
                </c:pt>
                <c:pt idx="482">
                  <c:v>0.30875</c:v>
                </c:pt>
                <c:pt idx="483">
                  <c:v>0.313125</c:v>
                </c:pt>
                <c:pt idx="484">
                  <c:v>0.3175</c:v>
                </c:pt>
                <c:pt idx="485">
                  <c:v>0.321875</c:v>
                </c:pt>
                <c:pt idx="486">
                  <c:v>0.32625</c:v>
                </c:pt>
                <c:pt idx="487">
                  <c:v>0.330625</c:v>
                </c:pt>
                <c:pt idx="488">
                  <c:v>0.335</c:v>
                </c:pt>
                <c:pt idx="489">
                  <c:v>0.339375</c:v>
                </c:pt>
                <c:pt idx="490">
                  <c:v>0.34375</c:v>
                </c:pt>
                <c:pt idx="491">
                  <c:v>0.348125</c:v>
                </c:pt>
                <c:pt idx="492">
                  <c:v>0.3525</c:v>
                </c:pt>
                <c:pt idx="493">
                  <c:v>0.356875</c:v>
                </c:pt>
                <c:pt idx="494">
                  <c:v>0.36125</c:v>
                </c:pt>
                <c:pt idx="495">
                  <c:v>0.365625</c:v>
                </c:pt>
                <c:pt idx="496">
                  <c:v>0.37</c:v>
                </c:pt>
                <c:pt idx="497">
                  <c:v>0.374375</c:v>
                </c:pt>
                <c:pt idx="498">
                  <c:v>0.37875</c:v>
                </c:pt>
                <c:pt idx="499">
                  <c:v>0.383125</c:v>
                </c:pt>
                <c:pt idx="500">
                  <c:v>0.3875</c:v>
                </c:pt>
                <c:pt idx="501">
                  <c:v>0.391875</c:v>
                </c:pt>
                <c:pt idx="502">
                  <c:v>0.39625</c:v>
                </c:pt>
                <c:pt idx="503">
                  <c:v>0.400625</c:v>
                </c:pt>
                <c:pt idx="504">
                  <c:v>0.405</c:v>
                </c:pt>
                <c:pt idx="505">
                  <c:v>0.409375</c:v>
                </c:pt>
                <c:pt idx="506">
                  <c:v>0.41375</c:v>
                </c:pt>
                <c:pt idx="507">
                  <c:v>0.418125</c:v>
                </c:pt>
                <c:pt idx="508">
                  <c:v>0.4225</c:v>
                </c:pt>
                <c:pt idx="509">
                  <c:v>0.426875</c:v>
                </c:pt>
                <c:pt idx="510">
                  <c:v>0.43125</c:v>
                </c:pt>
                <c:pt idx="511">
                  <c:v>0.435625</c:v>
                </c:pt>
                <c:pt idx="512">
                  <c:v>0.44</c:v>
                </c:pt>
                <c:pt idx="513">
                  <c:v>0.444375</c:v>
                </c:pt>
                <c:pt idx="514">
                  <c:v>0.44875</c:v>
                </c:pt>
                <c:pt idx="515">
                  <c:v>0.453125</c:v>
                </c:pt>
                <c:pt idx="516">
                  <c:v>0.4575</c:v>
                </c:pt>
                <c:pt idx="517">
                  <c:v>0.461875</c:v>
                </c:pt>
                <c:pt idx="518">
                  <c:v>0.46625</c:v>
                </c:pt>
                <c:pt idx="519">
                  <c:v>0.470625</c:v>
                </c:pt>
                <c:pt idx="520">
                  <c:v>0.475</c:v>
                </c:pt>
                <c:pt idx="521">
                  <c:v>0.479375</c:v>
                </c:pt>
                <c:pt idx="522">
                  <c:v>0.48375</c:v>
                </c:pt>
                <c:pt idx="523">
                  <c:v>0.488125</c:v>
                </c:pt>
                <c:pt idx="524">
                  <c:v>0.4925</c:v>
                </c:pt>
                <c:pt idx="525">
                  <c:v>0.496875</c:v>
                </c:pt>
                <c:pt idx="526">
                  <c:v>0.50125</c:v>
                </c:pt>
                <c:pt idx="527">
                  <c:v>0.505625</c:v>
                </c:pt>
                <c:pt idx="528">
                  <c:v>0.51</c:v>
                </c:pt>
                <c:pt idx="529">
                  <c:v>0.514375</c:v>
                </c:pt>
                <c:pt idx="530">
                  <c:v>0.51875</c:v>
                </c:pt>
                <c:pt idx="531">
                  <c:v>0.523125</c:v>
                </c:pt>
                <c:pt idx="532">
                  <c:v>0.5275</c:v>
                </c:pt>
                <c:pt idx="533">
                  <c:v>0.531875</c:v>
                </c:pt>
                <c:pt idx="534">
                  <c:v>0.53625</c:v>
                </c:pt>
                <c:pt idx="535">
                  <c:v>0.540625</c:v>
                </c:pt>
                <c:pt idx="536">
                  <c:v>0.545</c:v>
                </c:pt>
                <c:pt idx="537">
                  <c:v>0.549375</c:v>
                </c:pt>
                <c:pt idx="538">
                  <c:v>0.55375</c:v>
                </c:pt>
                <c:pt idx="539">
                  <c:v>0.558125</c:v>
                </c:pt>
                <c:pt idx="540">
                  <c:v>0.5625</c:v>
                </c:pt>
                <c:pt idx="541">
                  <c:v>0.566875</c:v>
                </c:pt>
                <c:pt idx="542">
                  <c:v>0.57125</c:v>
                </c:pt>
                <c:pt idx="543">
                  <c:v>0.575625</c:v>
                </c:pt>
                <c:pt idx="544">
                  <c:v>0.58</c:v>
                </c:pt>
                <c:pt idx="545">
                  <c:v>0.584375</c:v>
                </c:pt>
                <c:pt idx="546">
                  <c:v>0.58875</c:v>
                </c:pt>
                <c:pt idx="547">
                  <c:v>0.593125</c:v>
                </c:pt>
                <c:pt idx="548">
                  <c:v>0.5975</c:v>
                </c:pt>
                <c:pt idx="549">
                  <c:v>0.601875</c:v>
                </c:pt>
                <c:pt idx="550">
                  <c:v>0.60625</c:v>
                </c:pt>
                <c:pt idx="551">
                  <c:v>0.610625</c:v>
                </c:pt>
                <c:pt idx="552">
                  <c:v>0.615</c:v>
                </c:pt>
                <c:pt idx="553">
                  <c:v>0.619375</c:v>
                </c:pt>
                <c:pt idx="554">
                  <c:v>0.62375</c:v>
                </c:pt>
                <c:pt idx="555">
                  <c:v>0.628125</c:v>
                </c:pt>
                <c:pt idx="556">
                  <c:v>0.6325</c:v>
                </c:pt>
                <c:pt idx="557">
                  <c:v>0.636875</c:v>
                </c:pt>
                <c:pt idx="558">
                  <c:v>0.64125</c:v>
                </c:pt>
                <c:pt idx="559">
                  <c:v>0.645625</c:v>
                </c:pt>
                <c:pt idx="560">
                  <c:v>0.65</c:v>
                </c:pt>
                <c:pt idx="561">
                  <c:v>0.654375</c:v>
                </c:pt>
                <c:pt idx="562">
                  <c:v>0.65875</c:v>
                </c:pt>
                <c:pt idx="563">
                  <c:v>0.663125</c:v>
                </c:pt>
                <c:pt idx="564">
                  <c:v>0.6675</c:v>
                </c:pt>
                <c:pt idx="565">
                  <c:v>0.671875</c:v>
                </c:pt>
                <c:pt idx="566">
                  <c:v>0.67625</c:v>
                </c:pt>
                <c:pt idx="567">
                  <c:v>0.680625</c:v>
                </c:pt>
                <c:pt idx="568">
                  <c:v>0.685</c:v>
                </c:pt>
                <c:pt idx="569">
                  <c:v>0.689375</c:v>
                </c:pt>
                <c:pt idx="570">
                  <c:v>0.69375</c:v>
                </c:pt>
                <c:pt idx="571">
                  <c:v>0.698125</c:v>
                </c:pt>
                <c:pt idx="572">
                  <c:v>0.7025</c:v>
                </c:pt>
                <c:pt idx="573">
                  <c:v>0.706875</c:v>
                </c:pt>
                <c:pt idx="574">
                  <c:v>0.71125</c:v>
                </c:pt>
                <c:pt idx="575">
                  <c:v>0.715625</c:v>
                </c:pt>
                <c:pt idx="576">
                  <c:v>0.72</c:v>
                </c:pt>
                <c:pt idx="577">
                  <c:v>0.724375</c:v>
                </c:pt>
                <c:pt idx="578">
                  <c:v>0.72875</c:v>
                </c:pt>
                <c:pt idx="579">
                  <c:v>0.733125</c:v>
                </c:pt>
                <c:pt idx="580">
                  <c:v>0.7375</c:v>
                </c:pt>
                <c:pt idx="581">
                  <c:v>0.741875</c:v>
                </c:pt>
                <c:pt idx="582">
                  <c:v>0.74625</c:v>
                </c:pt>
                <c:pt idx="583">
                  <c:v>0.750625</c:v>
                </c:pt>
                <c:pt idx="584">
                  <c:v>0.755</c:v>
                </c:pt>
                <c:pt idx="585">
                  <c:v>0.759375</c:v>
                </c:pt>
                <c:pt idx="586">
                  <c:v>0.76375</c:v>
                </c:pt>
                <c:pt idx="587">
                  <c:v>0.768125</c:v>
                </c:pt>
                <c:pt idx="588">
                  <c:v>0.7725</c:v>
                </c:pt>
                <c:pt idx="589">
                  <c:v>0.776875</c:v>
                </c:pt>
                <c:pt idx="590">
                  <c:v>0.78125</c:v>
                </c:pt>
                <c:pt idx="591">
                  <c:v>0.785625</c:v>
                </c:pt>
                <c:pt idx="592">
                  <c:v>0.79</c:v>
                </c:pt>
                <c:pt idx="593">
                  <c:v>0.794375</c:v>
                </c:pt>
                <c:pt idx="594">
                  <c:v>0.79875</c:v>
                </c:pt>
                <c:pt idx="595">
                  <c:v>0.803125</c:v>
                </c:pt>
                <c:pt idx="596">
                  <c:v>0.8075</c:v>
                </c:pt>
                <c:pt idx="597">
                  <c:v>0.811875</c:v>
                </c:pt>
                <c:pt idx="598">
                  <c:v>0.81625</c:v>
                </c:pt>
                <c:pt idx="599">
                  <c:v>0.820625</c:v>
                </c:pt>
                <c:pt idx="600">
                  <c:v>0.825</c:v>
                </c:pt>
                <c:pt idx="601">
                  <c:v>0.829375</c:v>
                </c:pt>
                <c:pt idx="602">
                  <c:v>0.83375</c:v>
                </c:pt>
                <c:pt idx="603">
                  <c:v>0.838125</c:v>
                </c:pt>
                <c:pt idx="604">
                  <c:v>0.8425</c:v>
                </c:pt>
                <c:pt idx="605">
                  <c:v>0.846875</c:v>
                </c:pt>
                <c:pt idx="606">
                  <c:v>0.85125</c:v>
                </c:pt>
                <c:pt idx="607">
                  <c:v>0.855625</c:v>
                </c:pt>
                <c:pt idx="608">
                  <c:v>0.86</c:v>
                </c:pt>
                <c:pt idx="609">
                  <c:v>0.864375</c:v>
                </c:pt>
                <c:pt idx="610">
                  <c:v>0.86875</c:v>
                </c:pt>
                <c:pt idx="611">
                  <c:v>0.873125</c:v>
                </c:pt>
                <c:pt idx="612">
                  <c:v>0.8775</c:v>
                </c:pt>
                <c:pt idx="613">
                  <c:v>0.881875</c:v>
                </c:pt>
                <c:pt idx="614">
                  <c:v>0.88625</c:v>
                </c:pt>
                <c:pt idx="615">
                  <c:v>0.890625</c:v>
                </c:pt>
                <c:pt idx="616">
                  <c:v>0.895</c:v>
                </c:pt>
                <c:pt idx="617">
                  <c:v>0.899375</c:v>
                </c:pt>
                <c:pt idx="618">
                  <c:v>0.90375</c:v>
                </c:pt>
                <c:pt idx="619">
                  <c:v>0.908125</c:v>
                </c:pt>
                <c:pt idx="620">
                  <c:v>0.9125</c:v>
                </c:pt>
                <c:pt idx="621">
                  <c:v>0.916875</c:v>
                </c:pt>
                <c:pt idx="622">
                  <c:v>0.92125</c:v>
                </c:pt>
                <c:pt idx="623">
                  <c:v>0.925625</c:v>
                </c:pt>
                <c:pt idx="624">
                  <c:v>0.93</c:v>
                </c:pt>
                <c:pt idx="625">
                  <c:v>0.934375</c:v>
                </c:pt>
                <c:pt idx="626">
                  <c:v>0.93875</c:v>
                </c:pt>
                <c:pt idx="627">
                  <c:v>0.943125</c:v>
                </c:pt>
                <c:pt idx="628">
                  <c:v>0.9475</c:v>
                </c:pt>
                <c:pt idx="629">
                  <c:v>0.951875</c:v>
                </c:pt>
                <c:pt idx="630">
                  <c:v>0.95625</c:v>
                </c:pt>
                <c:pt idx="631">
                  <c:v>0.960625</c:v>
                </c:pt>
                <c:pt idx="632">
                  <c:v>0.965</c:v>
                </c:pt>
                <c:pt idx="633">
                  <c:v>0.969375</c:v>
                </c:pt>
                <c:pt idx="634">
                  <c:v>0.97375</c:v>
                </c:pt>
                <c:pt idx="635">
                  <c:v>0.978125</c:v>
                </c:pt>
                <c:pt idx="636">
                  <c:v>0.9825</c:v>
                </c:pt>
                <c:pt idx="637">
                  <c:v>0.986875</c:v>
                </c:pt>
                <c:pt idx="638">
                  <c:v>0.99125</c:v>
                </c:pt>
                <c:pt idx="639">
                  <c:v>0.995625</c:v>
                </c:pt>
                <c:pt idx="640">
                  <c:v>1</c:v>
                </c:pt>
                <c:pt idx="641">
                  <c:v>1</c:v>
                </c:pt>
                <c:pt idx="642">
                  <c:v>1</c:v>
                </c:pt>
                <c:pt idx="643">
                  <c:v>1</c:v>
                </c:pt>
                <c:pt idx="644">
                  <c:v>1</c:v>
                </c:pt>
                <c:pt idx="645">
                  <c:v>1</c:v>
                </c:pt>
                <c:pt idx="646">
                  <c:v>1</c:v>
                </c:pt>
                <c:pt idx="647">
                  <c:v>1</c:v>
                </c:pt>
                <c:pt idx="648">
                  <c:v>1</c:v>
                </c:pt>
                <c:pt idx="649">
                  <c:v>1</c:v>
                </c:pt>
                <c:pt idx="650">
                  <c:v>1</c:v>
                </c:pt>
                <c:pt idx="651">
                  <c:v>1</c:v>
                </c:pt>
                <c:pt idx="652">
                  <c:v>1</c:v>
                </c:pt>
                <c:pt idx="653">
                  <c:v>1</c:v>
                </c:pt>
                <c:pt idx="654">
                  <c:v>1</c:v>
                </c:pt>
                <c:pt idx="655">
                  <c:v>1</c:v>
                </c:pt>
                <c:pt idx="656">
                  <c:v>1</c:v>
                </c:pt>
                <c:pt idx="657">
                  <c:v>1</c:v>
                </c:pt>
                <c:pt idx="658">
                  <c:v>1</c:v>
                </c:pt>
                <c:pt idx="659">
                  <c:v>1</c:v>
                </c:pt>
                <c:pt idx="660">
                  <c:v>1</c:v>
                </c:pt>
                <c:pt idx="661">
                  <c:v>1</c:v>
                </c:pt>
                <c:pt idx="662">
                  <c:v>1</c:v>
                </c:pt>
                <c:pt idx="663">
                  <c:v>1</c:v>
                </c:pt>
                <c:pt idx="664">
                  <c:v>1</c:v>
                </c:pt>
                <c:pt idx="665">
                  <c:v>1</c:v>
                </c:pt>
                <c:pt idx="666">
                  <c:v>1</c:v>
                </c:pt>
                <c:pt idx="667">
                  <c:v>1</c:v>
                </c:pt>
                <c:pt idx="668">
                  <c:v>1</c:v>
                </c:pt>
                <c:pt idx="669">
                  <c:v>1</c:v>
                </c:pt>
                <c:pt idx="670">
                  <c:v>1</c:v>
                </c:pt>
                <c:pt idx="671">
                  <c:v>1</c:v>
                </c:pt>
                <c:pt idx="672">
                  <c:v>1</c:v>
                </c:pt>
                <c:pt idx="673">
                  <c:v>1</c:v>
                </c:pt>
                <c:pt idx="674">
                  <c:v>1</c:v>
                </c:pt>
                <c:pt idx="675">
                  <c:v>1</c:v>
                </c:pt>
                <c:pt idx="676">
                  <c:v>1</c:v>
                </c:pt>
                <c:pt idx="677">
                  <c:v>1</c:v>
                </c:pt>
                <c:pt idx="678">
                  <c:v>1</c:v>
                </c:pt>
                <c:pt idx="679">
                  <c:v>1</c:v>
                </c:pt>
                <c:pt idx="680">
                  <c:v>1</c:v>
                </c:pt>
                <c:pt idx="681">
                  <c:v>1</c:v>
                </c:pt>
                <c:pt idx="682">
                  <c:v>1</c:v>
                </c:pt>
                <c:pt idx="683">
                  <c:v>1</c:v>
                </c:pt>
                <c:pt idx="684">
                  <c:v>1</c:v>
                </c:pt>
                <c:pt idx="685">
                  <c:v>1</c:v>
                </c:pt>
                <c:pt idx="686">
                  <c:v>1</c:v>
                </c:pt>
                <c:pt idx="687">
                  <c:v>1</c:v>
                </c:pt>
                <c:pt idx="688">
                  <c:v>1</c:v>
                </c:pt>
                <c:pt idx="689">
                  <c:v>1</c:v>
                </c:pt>
                <c:pt idx="690">
                  <c:v>1</c:v>
                </c:pt>
                <c:pt idx="691">
                  <c:v>1</c:v>
                </c:pt>
                <c:pt idx="692">
                  <c:v>1</c:v>
                </c:pt>
                <c:pt idx="693">
                  <c:v>1</c:v>
                </c:pt>
                <c:pt idx="694">
                  <c:v>1</c:v>
                </c:pt>
                <c:pt idx="695">
                  <c:v>1</c:v>
                </c:pt>
                <c:pt idx="696">
                  <c:v>1</c:v>
                </c:pt>
                <c:pt idx="697">
                  <c:v>1</c:v>
                </c:pt>
                <c:pt idx="698">
                  <c:v>1</c:v>
                </c:pt>
                <c:pt idx="699">
                  <c:v>1</c:v>
                </c:pt>
                <c:pt idx="700">
                  <c:v>1</c:v>
                </c:pt>
                <c:pt idx="701">
                  <c:v>1</c:v>
                </c:pt>
                <c:pt idx="702">
                  <c:v>1</c:v>
                </c:pt>
                <c:pt idx="703">
                  <c:v>1</c:v>
                </c:pt>
                <c:pt idx="704">
                  <c:v>1</c:v>
                </c:pt>
                <c:pt idx="705">
                  <c:v>1</c:v>
                </c:pt>
                <c:pt idx="706">
                  <c:v>1</c:v>
                </c:pt>
                <c:pt idx="707">
                  <c:v>1</c:v>
                </c:pt>
                <c:pt idx="708">
                  <c:v>1</c:v>
                </c:pt>
                <c:pt idx="709">
                  <c:v>1</c:v>
                </c:pt>
                <c:pt idx="710">
                  <c:v>1</c:v>
                </c:pt>
                <c:pt idx="711">
                  <c:v>1</c:v>
                </c:pt>
                <c:pt idx="712">
                  <c:v>1</c:v>
                </c:pt>
                <c:pt idx="713">
                  <c:v>1</c:v>
                </c:pt>
                <c:pt idx="714">
                  <c:v>1</c:v>
                </c:pt>
                <c:pt idx="715">
                  <c:v>1</c:v>
                </c:pt>
                <c:pt idx="716">
                  <c:v>1</c:v>
                </c:pt>
                <c:pt idx="717">
                  <c:v>1</c:v>
                </c:pt>
                <c:pt idx="718">
                  <c:v>1</c:v>
                </c:pt>
                <c:pt idx="719">
                  <c:v>1</c:v>
                </c:pt>
                <c:pt idx="720">
                  <c:v>1</c:v>
                </c:pt>
                <c:pt idx="721">
                  <c:v>1</c:v>
                </c:pt>
                <c:pt idx="722">
                  <c:v>1</c:v>
                </c:pt>
                <c:pt idx="723">
                  <c:v>1</c:v>
                </c:pt>
                <c:pt idx="724">
                  <c:v>1</c:v>
                </c:pt>
                <c:pt idx="725">
                  <c:v>1</c:v>
                </c:pt>
                <c:pt idx="726">
                  <c:v>1</c:v>
                </c:pt>
                <c:pt idx="727">
                  <c:v>1</c:v>
                </c:pt>
                <c:pt idx="728">
                  <c:v>1</c:v>
                </c:pt>
                <c:pt idx="729">
                  <c:v>1</c:v>
                </c:pt>
                <c:pt idx="730">
                  <c:v>1</c:v>
                </c:pt>
                <c:pt idx="731">
                  <c:v>1</c:v>
                </c:pt>
                <c:pt idx="732">
                  <c:v>1</c:v>
                </c:pt>
                <c:pt idx="733">
                  <c:v>1</c:v>
                </c:pt>
                <c:pt idx="734">
                  <c:v>1</c:v>
                </c:pt>
                <c:pt idx="735">
                  <c:v>1</c:v>
                </c:pt>
                <c:pt idx="736">
                  <c:v>1</c:v>
                </c:pt>
                <c:pt idx="737">
                  <c:v>1</c:v>
                </c:pt>
                <c:pt idx="738">
                  <c:v>1</c:v>
                </c:pt>
                <c:pt idx="739">
                  <c:v>1</c:v>
                </c:pt>
                <c:pt idx="740">
                  <c:v>1</c:v>
                </c:pt>
                <c:pt idx="741">
                  <c:v>1</c:v>
                </c:pt>
                <c:pt idx="742">
                  <c:v>1</c:v>
                </c:pt>
                <c:pt idx="743">
                  <c:v>1</c:v>
                </c:pt>
                <c:pt idx="744">
                  <c:v>1</c:v>
                </c:pt>
                <c:pt idx="745">
                  <c:v>1</c:v>
                </c:pt>
                <c:pt idx="746">
                  <c:v>1</c:v>
                </c:pt>
                <c:pt idx="747">
                  <c:v>1</c:v>
                </c:pt>
                <c:pt idx="748">
                  <c:v>1</c:v>
                </c:pt>
                <c:pt idx="749">
                  <c:v>1</c:v>
                </c:pt>
                <c:pt idx="750">
                  <c:v>1</c:v>
                </c:pt>
                <c:pt idx="751">
                  <c:v>1</c:v>
                </c:pt>
                <c:pt idx="752">
                  <c:v>1</c:v>
                </c:pt>
                <c:pt idx="753">
                  <c:v>1</c:v>
                </c:pt>
                <c:pt idx="754">
                  <c:v>1</c:v>
                </c:pt>
                <c:pt idx="755">
                  <c:v>1</c:v>
                </c:pt>
                <c:pt idx="756">
                  <c:v>1</c:v>
                </c:pt>
                <c:pt idx="757">
                  <c:v>1</c:v>
                </c:pt>
                <c:pt idx="758">
                  <c:v>1</c:v>
                </c:pt>
                <c:pt idx="759">
                  <c:v>1</c:v>
                </c:pt>
                <c:pt idx="760">
                  <c:v>1</c:v>
                </c:pt>
                <c:pt idx="761">
                  <c:v>1</c:v>
                </c:pt>
                <c:pt idx="762">
                  <c:v>1</c:v>
                </c:pt>
                <c:pt idx="763">
                  <c:v>1</c:v>
                </c:pt>
                <c:pt idx="764">
                  <c:v>1</c:v>
                </c:pt>
                <c:pt idx="765">
                  <c:v>1</c:v>
                </c:pt>
                <c:pt idx="766">
                  <c:v>1</c:v>
                </c:pt>
                <c:pt idx="767">
                  <c:v>1</c:v>
                </c:pt>
                <c:pt idx="768">
                  <c:v>1</c:v>
                </c:pt>
                <c:pt idx="769">
                  <c:v>1</c:v>
                </c:pt>
                <c:pt idx="770">
                  <c:v>1</c:v>
                </c:pt>
                <c:pt idx="771">
                  <c:v>1</c:v>
                </c:pt>
                <c:pt idx="772">
                  <c:v>1</c:v>
                </c:pt>
                <c:pt idx="773">
                  <c:v>1</c:v>
                </c:pt>
                <c:pt idx="774">
                  <c:v>1</c:v>
                </c:pt>
                <c:pt idx="775">
                  <c:v>1</c:v>
                </c:pt>
                <c:pt idx="776">
                  <c:v>1</c:v>
                </c:pt>
                <c:pt idx="777">
                  <c:v>1</c:v>
                </c:pt>
                <c:pt idx="778">
                  <c:v>1</c:v>
                </c:pt>
                <c:pt idx="779">
                  <c:v>1</c:v>
                </c:pt>
                <c:pt idx="780">
                  <c:v>1</c:v>
                </c:pt>
                <c:pt idx="781">
                  <c:v>1</c:v>
                </c:pt>
                <c:pt idx="782">
                  <c:v>1</c:v>
                </c:pt>
                <c:pt idx="783">
                  <c:v>1</c:v>
                </c:pt>
                <c:pt idx="784">
                  <c:v>1</c:v>
                </c:pt>
                <c:pt idx="785">
                  <c:v>1</c:v>
                </c:pt>
                <c:pt idx="786">
                  <c:v>1</c:v>
                </c:pt>
                <c:pt idx="787">
                  <c:v>1</c:v>
                </c:pt>
                <c:pt idx="788">
                  <c:v>1</c:v>
                </c:pt>
                <c:pt idx="789">
                  <c:v>1</c:v>
                </c:pt>
                <c:pt idx="790">
                  <c:v>1</c:v>
                </c:pt>
                <c:pt idx="791">
                  <c:v>1</c:v>
                </c:pt>
                <c:pt idx="792">
                  <c:v>1</c:v>
                </c:pt>
                <c:pt idx="793">
                  <c:v>1</c:v>
                </c:pt>
                <c:pt idx="794">
                  <c:v>1</c:v>
                </c:pt>
                <c:pt idx="795">
                  <c:v>1</c:v>
                </c:pt>
                <c:pt idx="796">
                  <c:v>1</c:v>
                </c:pt>
                <c:pt idx="797">
                  <c:v>1</c:v>
                </c:pt>
                <c:pt idx="798">
                  <c:v>1</c:v>
                </c:pt>
                <c:pt idx="799">
                  <c:v>1</c:v>
                </c:pt>
                <c:pt idx="800">
                  <c:v>1</c:v>
                </c:pt>
                <c:pt idx="801">
                  <c:v>1</c:v>
                </c:pt>
                <c:pt idx="802">
                  <c:v>1</c:v>
                </c:pt>
                <c:pt idx="803">
                  <c:v>1</c:v>
                </c:pt>
                <c:pt idx="804">
                  <c:v>1</c:v>
                </c:pt>
                <c:pt idx="805">
                  <c:v>1</c:v>
                </c:pt>
                <c:pt idx="806">
                  <c:v>1</c:v>
                </c:pt>
                <c:pt idx="807">
                  <c:v>1</c:v>
                </c:pt>
                <c:pt idx="808">
                  <c:v>1</c:v>
                </c:pt>
                <c:pt idx="809">
                  <c:v>1</c:v>
                </c:pt>
                <c:pt idx="810">
                  <c:v>1</c:v>
                </c:pt>
                <c:pt idx="811">
                  <c:v>1</c:v>
                </c:pt>
                <c:pt idx="812">
                  <c:v>1</c:v>
                </c:pt>
                <c:pt idx="813">
                  <c:v>1</c:v>
                </c:pt>
                <c:pt idx="814">
                  <c:v>1</c:v>
                </c:pt>
                <c:pt idx="815">
                  <c:v>1</c:v>
                </c:pt>
                <c:pt idx="816">
                  <c:v>1</c:v>
                </c:pt>
                <c:pt idx="817">
                  <c:v>1</c:v>
                </c:pt>
                <c:pt idx="818">
                  <c:v>1</c:v>
                </c:pt>
                <c:pt idx="819">
                  <c:v>1</c:v>
                </c:pt>
                <c:pt idx="820">
                  <c:v>1</c:v>
                </c:pt>
                <c:pt idx="821">
                  <c:v>1</c:v>
                </c:pt>
                <c:pt idx="822">
                  <c:v>1</c:v>
                </c:pt>
                <c:pt idx="823">
                  <c:v>1</c:v>
                </c:pt>
                <c:pt idx="824">
                  <c:v>1</c:v>
                </c:pt>
                <c:pt idx="825">
                  <c:v>1</c:v>
                </c:pt>
                <c:pt idx="826">
                  <c:v>1</c:v>
                </c:pt>
                <c:pt idx="827">
                  <c:v>1</c:v>
                </c:pt>
                <c:pt idx="828">
                  <c:v>1</c:v>
                </c:pt>
                <c:pt idx="829">
                  <c:v>1</c:v>
                </c:pt>
                <c:pt idx="830">
                  <c:v>1</c:v>
                </c:pt>
                <c:pt idx="831">
                  <c:v>1</c:v>
                </c:pt>
                <c:pt idx="832">
                  <c:v>1</c:v>
                </c:pt>
                <c:pt idx="833">
                  <c:v>1</c:v>
                </c:pt>
                <c:pt idx="834">
                  <c:v>1</c:v>
                </c:pt>
                <c:pt idx="835">
                  <c:v>1</c:v>
                </c:pt>
                <c:pt idx="836">
                  <c:v>1</c:v>
                </c:pt>
                <c:pt idx="837">
                  <c:v>1</c:v>
                </c:pt>
                <c:pt idx="838">
                  <c:v>1</c:v>
                </c:pt>
                <c:pt idx="839">
                  <c:v>1</c:v>
                </c:pt>
                <c:pt idx="840">
                  <c:v>1</c:v>
                </c:pt>
                <c:pt idx="841">
                  <c:v>1</c:v>
                </c:pt>
                <c:pt idx="842">
                  <c:v>1</c:v>
                </c:pt>
                <c:pt idx="843">
                  <c:v>1</c:v>
                </c:pt>
                <c:pt idx="844">
                  <c:v>1</c:v>
                </c:pt>
                <c:pt idx="845">
                  <c:v>1</c:v>
                </c:pt>
                <c:pt idx="846">
                  <c:v>1</c:v>
                </c:pt>
                <c:pt idx="847">
                  <c:v>1</c:v>
                </c:pt>
                <c:pt idx="848">
                  <c:v>1</c:v>
                </c:pt>
                <c:pt idx="849">
                  <c:v>1</c:v>
                </c:pt>
                <c:pt idx="850">
                  <c:v>1</c:v>
                </c:pt>
                <c:pt idx="851">
                  <c:v>1</c:v>
                </c:pt>
                <c:pt idx="852">
                  <c:v>1</c:v>
                </c:pt>
                <c:pt idx="853">
                  <c:v>1</c:v>
                </c:pt>
                <c:pt idx="854">
                  <c:v>1</c:v>
                </c:pt>
                <c:pt idx="855">
                  <c:v>1</c:v>
                </c:pt>
                <c:pt idx="856">
                  <c:v>1</c:v>
                </c:pt>
                <c:pt idx="857">
                  <c:v>1</c:v>
                </c:pt>
                <c:pt idx="858">
                  <c:v>1</c:v>
                </c:pt>
                <c:pt idx="859">
                  <c:v>1</c:v>
                </c:pt>
                <c:pt idx="860">
                  <c:v>1</c:v>
                </c:pt>
                <c:pt idx="861">
                  <c:v>1</c:v>
                </c:pt>
                <c:pt idx="862">
                  <c:v>1</c:v>
                </c:pt>
                <c:pt idx="863">
                  <c:v>1</c:v>
                </c:pt>
                <c:pt idx="864">
                  <c:v>1</c:v>
                </c:pt>
                <c:pt idx="865">
                  <c:v>1</c:v>
                </c:pt>
                <c:pt idx="866">
                  <c:v>1</c:v>
                </c:pt>
                <c:pt idx="867">
                  <c:v>1</c:v>
                </c:pt>
                <c:pt idx="868">
                  <c:v>1</c:v>
                </c:pt>
                <c:pt idx="869">
                  <c:v>1</c:v>
                </c:pt>
                <c:pt idx="870">
                  <c:v>1</c:v>
                </c:pt>
                <c:pt idx="871">
                  <c:v>1</c:v>
                </c:pt>
                <c:pt idx="872">
                  <c:v>1</c:v>
                </c:pt>
                <c:pt idx="873">
                  <c:v>1</c:v>
                </c:pt>
                <c:pt idx="874">
                  <c:v>1</c:v>
                </c:pt>
                <c:pt idx="875">
                  <c:v>1</c:v>
                </c:pt>
                <c:pt idx="876">
                  <c:v>1</c:v>
                </c:pt>
                <c:pt idx="877">
                  <c:v>1</c:v>
                </c:pt>
                <c:pt idx="878">
                  <c:v>1</c:v>
                </c:pt>
                <c:pt idx="879">
                  <c:v>1</c:v>
                </c:pt>
                <c:pt idx="880">
                  <c:v>1</c:v>
                </c:pt>
                <c:pt idx="881">
                  <c:v>1</c:v>
                </c:pt>
                <c:pt idx="882">
                  <c:v>1</c:v>
                </c:pt>
                <c:pt idx="883">
                  <c:v>1</c:v>
                </c:pt>
                <c:pt idx="884">
                  <c:v>1</c:v>
                </c:pt>
                <c:pt idx="885">
                  <c:v>1</c:v>
                </c:pt>
                <c:pt idx="886">
                  <c:v>1</c:v>
                </c:pt>
                <c:pt idx="887">
                  <c:v>1</c:v>
                </c:pt>
                <c:pt idx="888">
                  <c:v>1</c:v>
                </c:pt>
                <c:pt idx="889">
                  <c:v>1</c:v>
                </c:pt>
                <c:pt idx="890">
                  <c:v>1</c:v>
                </c:pt>
                <c:pt idx="891">
                  <c:v>1</c:v>
                </c:pt>
                <c:pt idx="892">
                  <c:v>1</c:v>
                </c:pt>
                <c:pt idx="893">
                  <c:v>1</c:v>
                </c:pt>
                <c:pt idx="894">
                  <c:v>1</c:v>
                </c:pt>
                <c:pt idx="895">
                  <c:v>1</c:v>
                </c:pt>
                <c:pt idx="896">
                  <c:v>1</c:v>
                </c:pt>
                <c:pt idx="897">
                  <c:v>1</c:v>
                </c:pt>
                <c:pt idx="898">
                  <c:v>1</c:v>
                </c:pt>
                <c:pt idx="899">
                  <c:v>1</c:v>
                </c:pt>
                <c:pt idx="900">
                  <c:v>1</c:v>
                </c:pt>
                <c:pt idx="901">
                  <c:v>1</c:v>
                </c:pt>
                <c:pt idx="902">
                  <c:v>1</c:v>
                </c:pt>
                <c:pt idx="903">
                  <c:v>1</c:v>
                </c:pt>
                <c:pt idx="904">
                  <c:v>1</c:v>
                </c:pt>
                <c:pt idx="905">
                  <c:v>1</c:v>
                </c:pt>
                <c:pt idx="906">
                  <c:v>1</c:v>
                </c:pt>
                <c:pt idx="907">
                  <c:v>1</c:v>
                </c:pt>
                <c:pt idx="908">
                  <c:v>1</c:v>
                </c:pt>
                <c:pt idx="909">
                  <c:v>1</c:v>
                </c:pt>
                <c:pt idx="910">
                  <c:v>1</c:v>
                </c:pt>
                <c:pt idx="911">
                  <c:v>1</c:v>
                </c:pt>
                <c:pt idx="912">
                  <c:v>1</c:v>
                </c:pt>
                <c:pt idx="913">
                  <c:v>1</c:v>
                </c:pt>
                <c:pt idx="914">
                  <c:v>1</c:v>
                </c:pt>
                <c:pt idx="915">
                  <c:v>1</c:v>
                </c:pt>
                <c:pt idx="916">
                  <c:v>1</c:v>
                </c:pt>
                <c:pt idx="917">
                  <c:v>1</c:v>
                </c:pt>
                <c:pt idx="918">
                  <c:v>1</c:v>
                </c:pt>
                <c:pt idx="919">
                  <c:v>1</c:v>
                </c:pt>
                <c:pt idx="920">
                  <c:v>1</c:v>
                </c:pt>
                <c:pt idx="921">
                  <c:v>1</c:v>
                </c:pt>
                <c:pt idx="922">
                  <c:v>1</c:v>
                </c:pt>
                <c:pt idx="923">
                  <c:v>1</c:v>
                </c:pt>
                <c:pt idx="924">
                  <c:v>1</c:v>
                </c:pt>
                <c:pt idx="925">
                  <c:v>1</c:v>
                </c:pt>
                <c:pt idx="926">
                  <c:v>1</c:v>
                </c:pt>
                <c:pt idx="927">
                  <c:v>1</c:v>
                </c:pt>
                <c:pt idx="928">
                  <c:v>1</c:v>
                </c:pt>
                <c:pt idx="929">
                  <c:v>1</c:v>
                </c:pt>
                <c:pt idx="930">
                  <c:v>1</c:v>
                </c:pt>
                <c:pt idx="931">
                  <c:v>1</c:v>
                </c:pt>
                <c:pt idx="932">
                  <c:v>1</c:v>
                </c:pt>
                <c:pt idx="933">
                  <c:v>1</c:v>
                </c:pt>
                <c:pt idx="934">
                  <c:v>1</c:v>
                </c:pt>
                <c:pt idx="935">
                  <c:v>1</c:v>
                </c:pt>
                <c:pt idx="936">
                  <c:v>1</c:v>
                </c:pt>
                <c:pt idx="937">
                  <c:v>1</c:v>
                </c:pt>
                <c:pt idx="938">
                  <c:v>1</c:v>
                </c:pt>
                <c:pt idx="939">
                  <c:v>1</c:v>
                </c:pt>
                <c:pt idx="940">
                  <c:v>1</c:v>
                </c:pt>
                <c:pt idx="941">
                  <c:v>1</c:v>
                </c:pt>
                <c:pt idx="942">
                  <c:v>1</c:v>
                </c:pt>
                <c:pt idx="943">
                  <c:v>1</c:v>
                </c:pt>
                <c:pt idx="944">
                  <c:v>1</c:v>
                </c:pt>
                <c:pt idx="945">
                  <c:v>1</c:v>
                </c:pt>
                <c:pt idx="946">
                  <c:v>1</c:v>
                </c:pt>
                <c:pt idx="947">
                  <c:v>1</c:v>
                </c:pt>
                <c:pt idx="948">
                  <c:v>1</c:v>
                </c:pt>
                <c:pt idx="949">
                  <c:v>1</c:v>
                </c:pt>
                <c:pt idx="950">
                  <c:v>1</c:v>
                </c:pt>
                <c:pt idx="951">
                  <c:v>1</c:v>
                </c:pt>
                <c:pt idx="952">
                  <c:v>1</c:v>
                </c:pt>
                <c:pt idx="953">
                  <c:v>1</c:v>
                </c:pt>
                <c:pt idx="954">
                  <c:v>1</c:v>
                </c:pt>
                <c:pt idx="955">
                  <c:v>1</c:v>
                </c:pt>
                <c:pt idx="956">
                  <c:v>1</c:v>
                </c:pt>
                <c:pt idx="957">
                  <c:v>1</c:v>
                </c:pt>
                <c:pt idx="958">
                  <c:v>1</c:v>
                </c:pt>
                <c:pt idx="959">
                  <c:v>1</c:v>
                </c:pt>
                <c:pt idx="960">
                  <c:v>1</c:v>
                </c:pt>
                <c:pt idx="961">
                  <c:v>1</c:v>
                </c:pt>
                <c:pt idx="962">
                  <c:v>1</c:v>
                </c:pt>
                <c:pt idx="963">
                  <c:v>1</c:v>
                </c:pt>
                <c:pt idx="964">
                  <c:v>1</c:v>
                </c:pt>
                <c:pt idx="965">
                  <c:v>1</c:v>
                </c:pt>
                <c:pt idx="966">
                  <c:v>1</c:v>
                </c:pt>
                <c:pt idx="967">
                  <c:v>1</c:v>
                </c:pt>
                <c:pt idx="968">
                  <c:v>1</c:v>
                </c:pt>
                <c:pt idx="969">
                  <c:v>1</c:v>
                </c:pt>
                <c:pt idx="970">
                  <c:v>1</c:v>
                </c:pt>
                <c:pt idx="971">
                  <c:v>1</c:v>
                </c:pt>
                <c:pt idx="972">
                  <c:v>1</c:v>
                </c:pt>
                <c:pt idx="973">
                  <c:v>1</c:v>
                </c:pt>
                <c:pt idx="974">
                  <c:v>1</c:v>
                </c:pt>
                <c:pt idx="975">
                  <c:v>1</c:v>
                </c:pt>
                <c:pt idx="976">
                  <c:v>1</c:v>
                </c:pt>
                <c:pt idx="977">
                  <c:v>1</c:v>
                </c:pt>
                <c:pt idx="978">
                  <c:v>1</c:v>
                </c:pt>
                <c:pt idx="979">
                  <c:v>1</c:v>
                </c:pt>
                <c:pt idx="980">
                  <c:v>1</c:v>
                </c:pt>
                <c:pt idx="981">
                  <c:v>1</c:v>
                </c:pt>
                <c:pt idx="982">
                  <c:v>1</c:v>
                </c:pt>
                <c:pt idx="983">
                  <c:v>1</c:v>
                </c:pt>
                <c:pt idx="984">
                  <c:v>1</c:v>
                </c:pt>
                <c:pt idx="985">
                  <c:v>1</c:v>
                </c:pt>
                <c:pt idx="986">
                  <c:v>1</c:v>
                </c:pt>
                <c:pt idx="987">
                  <c:v>1</c:v>
                </c:pt>
                <c:pt idx="988">
                  <c:v>1</c:v>
                </c:pt>
                <c:pt idx="989">
                  <c:v>1</c:v>
                </c:pt>
                <c:pt idx="990">
                  <c:v>1</c:v>
                </c:pt>
                <c:pt idx="991">
                  <c:v>1</c:v>
                </c:pt>
                <c:pt idx="992">
                  <c:v>1</c:v>
                </c:pt>
                <c:pt idx="993">
                  <c:v>1</c:v>
                </c:pt>
                <c:pt idx="994">
                  <c:v>1</c:v>
                </c:pt>
                <c:pt idx="995">
                  <c:v>1</c:v>
                </c:pt>
                <c:pt idx="996">
                  <c:v>1</c:v>
                </c:pt>
                <c:pt idx="997">
                  <c:v>1</c:v>
                </c:pt>
                <c:pt idx="998">
                  <c:v>1</c:v>
                </c:pt>
                <c:pt idx="999">
                  <c:v>1</c:v>
                </c:pt>
                <c:pt idx="1000">
                  <c:v>1</c:v>
                </c:pt>
                <c:pt idx="1001">
                  <c:v>1</c:v>
                </c:pt>
                <c:pt idx="1002">
                  <c:v>1</c:v>
                </c:pt>
                <c:pt idx="1003">
                  <c:v>1</c:v>
                </c:pt>
                <c:pt idx="1004">
                  <c:v>1</c:v>
                </c:pt>
                <c:pt idx="1005">
                  <c:v>1</c:v>
                </c:pt>
                <c:pt idx="1006">
                  <c:v>1</c:v>
                </c:pt>
                <c:pt idx="1007">
                  <c:v>1</c:v>
                </c:pt>
                <c:pt idx="1008">
                  <c:v>1</c:v>
                </c:pt>
                <c:pt idx="1009">
                  <c:v>1</c:v>
                </c:pt>
                <c:pt idx="1010">
                  <c:v>1</c:v>
                </c:pt>
                <c:pt idx="1011">
                  <c:v>1</c:v>
                </c:pt>
                <c:pt idx="1012">
                  <c:v>1</c:v>
                </c:pt>
                <c:pt idx="1013">
                  <c:v>1</c:v>
                </c:pt>
                <c:pt idx="1014">
                  <c:v>1</c:v>
                </c:pt>
                <c:pt idx="1015">
                  <c:v>1</c:v>
                </c:pt>
                <c:pt idx="1016">
                  <c:v>1</c:v>
                </c:pt>
                <c:pt idx="1017">
                  <c:v>1</c:v>
                </c:pt>
                <c:pt idx="1018">
                  <c:v>1</c:v>
                </c:pt>
                <c:pt idx="1019">
                  <c:v>1</c:v>
                </c:pt>
                <c:pt idx="1020">
                  <c:v>1</c:v>
                </c:pt>
                <c:pt idx="1021">
                  <c:v>1</c:v>
                </c:pt>
                <c:pt idx="1022">
                  <c:v>1</c:v>
                </c:pt>
                <c:pt idx="1023">
                  <c:v>1</c:v>
                </c:pt>
                <c:pt idx="1024">
                  <c:v>1</c:v>
                </c:pt>
                <c:pt idx="1025">
                  <c:v>1</c:v>
                </c:pt>
                <c:pt idx="1026">
                  <c:v>1</c:v>
                </c:pt>
                <c:pt idx="1027">
                  <c:v>1</c:v>
                </c:pt>
                <c:pt idx="1028">
                  <c:v>1</c:v>
                </c:pt>
                <c:pt idx="1029">
                  <c:v>1</c:v>
                </c:pt>
                <c:pt idx="1030">
                  <c:v>1</c:v>
                </c:pt>
                <c:pt idx="1031">
                  <c:v>1</c:v>
                </c:pt>
                <c:pt idx="1032">
                  <c:v>1</c:v>
                </c:pt>
                <c:pt idx="1033">
                  <c:v>1</c:v>
                </c:pt>
                <c:pt idx="1034">
                  <c:v>1</c:v>
                </c:pt>
                <c:pt idx="1035">
                  <c:v>1</c:v>
                </c:pt>
                <c:pt idx="1036">
                  <c:v>1</c:v>
                </c:pt>
                <c:pt idx="1037">
                  <c:v>1</c:v>
                </c:pt>
                <c:pt idx="1038">
                  <c:v>1</c:v>
                </c:pt>
                <c:pt idx="1039">
                  <c:v>1</c:v>
                </c:pt>
                <c:pt idx="1040">
                  <c:v>1</c:v>
                </c:pt>
                <c:pt idx="1041">
                  <c:v>1</c:v>
                </c:pt>
                <c:pt idx="1042">
                  <c:v>1</c:v>
                </c:pt>
                <c:pt idx="1043">
                  <c:v>1</c:v>
                </c:pt>
                <c:pt idx="1044">
                  <c:v>1</c:v>
                </c:pt>
                <c:pt idx="1045">
                  <c:v>1</c:v>
                </c:pt>
                <c:pt idx="1046">
                  <c:v>1</c:v>
                </c:pt>
                <c:pt idx="1047">
                  <c:v>1</c:v>
                </c:pt>
                <c:pt idx="1048">
                  <c:v>1</c:v>
                </c:pt>
                <c:pt idx="1049">
                  <c:v>1</c:v>
                </c:pt>
                <c:pt idx="1050">
                  <c:v>1</c:v>
                </c:pt>
                <c:pt idx="1051">
                  <c:v>1</c:v>
                </c:pt>
                <c:pt idx="1052">
                  <c:v>1</c:v>
                </c:pt>
                <c:pt idx="1053">
                  <c:v>1</c:v>
                </c:pt>
                <c:pt idx="1054">
                  <c:v>1</c:v>
                </c:pt>
                <c:pt idx="1055">
                  <c:v>1</c:v>
                </c:pt>
                <c:pt idx="1056">
                  <c:v>1</c:v>
                </c:pt>
                <c:pt idx="1057">
                  <c:v>1</c:v>
                </c:pt>
                <c:pt idx="1058">
                  <c:v>1</c:v>
                </c:pt>
                <c:pt idx="1059">
                  <c:v>1</c:v>
                </c:pt>
                <c:pt idx="1060">
                  <c:v>1</c:v>
                </c:pt>
                <c:pt idx="1061">
                  <c:v>1</c:v>
                </c:pt>
                <c:pt idx="1062">
                  <c:v>1</c:v>
                </c:pt>
                <c:pt idx="1063">
                  <c:v>1</c:v>
                </c:pt>
                <c:pt idx="1064">
                  <c:v>1</c:v>
                </c:pt>
                <c:pt idx="1065">
                  <c:v>1</c:v>
                </c:pt>
                <c:pt idx="1066">
                  <c:v>1</c:v>
                </c:pt>
                <c:pt idx="1067">
                  <c:v>1</c:v>
                </c:pt>
                <c:pt idx="1068">
                  <c:v>1</c:v>
                </c:pt>
                <c:pt idx="1069">
                  <c:v>1</c:v>
                </c:pt>
                <c:pt idx="1070">
                  <c:v>1</c:v>
                </c:pt>
                <c:pt idx="1071">
                  <c:v>1</c:v>
                </c:pt>
                <c:pt idx="1072">
                  <c:v>1</c:v>
                </c:pt>
                <c:pt idx="1073">
                  <c:v>1</c:v>
                </c:pt>
                <c:pt idx="1074">
                  <c:v>1</c:v>
                </c:pt>
                <c:pt idx="1075">
                  <c:v>1</c:v>
                </c:pt>
                <c:pt idx="1076">
                  <c:v>1</c:v>
                </c:pt>
                <c:pt idx="1077">
                  <c:v>1</c:v>
                </c:pt>
                <c:pt idx="1078">
                  <c:v>1</c:v>
                </c:pt>
                <c:pt idx="1079">
                  <c:v>1</c:v>
                </c:pt>
                <c:pt idx="1080">
                  <c:v>1</c:v>
                </c:pt>
                <c:pt idx="1081">
                  <c:v>1</c:v>
                </c:pt>
                <c:pt idx="1082">
                  <c:v>1</c:v>
                </c:pt>
                <c:pt idx="1083">
                  <c:v>1</c:v>
                </c:pt>
                <c:pt idx="1084">
                  <c:v>1</c:v>
                </c:pt>
                <c:pt idx="1085">
                  <c:v>1</c:v>
                </c:pt>
                <c:pt idx="1086">
                  <c:v>1</c:v>
                </c:pt>
                <c:pt idx="1087">
                  <c:v>1</c:v>
                </c:pt>
                <c:pt idx="1088">
                  <c:v>1</c:v>
                </c:pt>
                <c:pt idx="1089">
                  <c:v>1</c:v>
                </c:pt>
                <c:pt idx="1090">
                  <c:v>1</c:v>
                </c:pt>
                <c:pt idx="1091">
                  <c:v>1</c:v>
                </c:pt>
                <c:pt idx="1092">
                  <c:v>1</c:v>
                </c:pt>
                <c:pt idx="1093">
                  <c:v>1</c:v>
                </c:pt>
                <c:pt idx="1094">
                  <c:v>1</c:v>
                </c:pt>
                <c:pt idx="1095">
                  <c:v>1</c:v>
                </c:pt>
                <c:pt idx="1096">
                  <c:v>1</c:v>
                </c:pt>
                <c:pt idx="1097">
                  <c:v>1</c:v>
                </c:pt>
                <c:pt idx="1098">
                  <c:v>1</c:v>
                </c:pt>
                <c:pt idx="1099">
                  <c:v>1</c:v>
                </c:pt>
                <c:pt idx="1100">
                  <c:v>1</c:v>
                </c:pt>
                <c:pt idx="1101">
                  <c:v>1</c:v>
                </c:pt>
                <c:pt idx="1102">
                  <c:v>1</c:v>
                </c:pt>
                <c:pt idx="1103">
                  <c:v>1</c:v>
                </c:pt>
                <c:pt idx="1104">
                  <c:v>1</c:v>
                </c:pt>
                <c:pt idx="1105">
                  <c:v>1</c:v>
                </c:pt>
                <c:pt idx="1106">
                  <c:v>1</c:v>
                </c:pt>
                <c:pt idx="1107">
                  <c:v>1</c:v>
                </c:pt>
                <c:pt idx="1108">
                  <c:v>1</c:v>
                </c:pt>
                <c:pt idx="1109">
                  <c:v>1</c:v>
                </c:pt>
                <c:pt idx="1110">
                  <c:v>1</c:v>
                </c:pt>
                <c:pt idx="1111">
                  <c:v>1</c:v>
                </c:pt>
                <c:pt idx="1112">
                  <c:v>1</c:v>
                </c:pt>
                <c:pt idx="1113">
                  <c:v>1</c:v>
                </c:pt>
                <c:pt idx="1114">
                  <c:v>1</c:v>
                </c:pt>
                <c:pt idx="1115">
                  <c:v>1</c:v>
                </c:pt>
                <c:pt idx="1116">
                  <c:v>1</c:v>
                </c:pt>
                <c:pt idx="1117">
                  <c:v>1</c:v>
                </c:pt>
                <c:pt idx="1118">
                  <c:v>1</c:v>
                </c:pt>
                <c:pt idx="1119">
                  <c:v>1</c:v>
                </c:pt>
                <c:pt idx="1120">
                  <c:v>1</c:v>
                </c:pt>
                <c:pt idx="1121">
                  <c:v>1</c:v>
                </c:pt>
                <c:pt idx="1122">
                  <c:v>1</c:v>
                </c:pt>
                <c:pt idx="1123">
                  <c:v>1</c:v>
                </c:pt>
                <c:pt idx="1124">
                  <c:v>1</c:v>
                </c:pt>
                <c:pt idx="1125">
                  <c:v>1</c:v>
                </c:pt>
                <c:pt idx="1126">
                  <c:v>1</c:v>
                </c:pt>
                <c:pt idx="1127">
                  <c:v>1</c:v>
                </c:pt>
                <c:pt idx="1128">
                  <c:v>1</c:v>
                </c:pt>
                <c:pt idx="1129">
                  <c:v>1</c:v>
                </c:pt>
                <c:pt idx="1130">
                  <c:v>1</c:v>
                </c:pt>
                <c:pt idx="1131">
                  <c:v>1</c:v>
                </c:pt>
                <c:pt idx="1132">
                  <c:v>1</c:v>
                </c:pt>
                <c:pt idx="1133">
                  <c:v>1</c:v>
                </c:pt>
                <c:pt idx="1134">
                  <c:v>1</c:v>
                </c:pt>
                <c:pt idx="1135">
                  <c:v>1</c:v>
                </c:pt>
                <c:pt idx="1136">
                  <c:v>1</c:v>
                </c:pt>
                <c:pt idx="1137">
                  <c:v>1</c:v>
                </c:pt>
                <c:pt idx="1138">
                  <c:v>1</c:v>
                </c:pt>
                <c:pt idx="1139">
                  <c:v>1</c:v>
                </c:pt>
                <c:pt idx="1140">
                  <c:v>1</c:v>
                </c:pt>
                <c:pt idx="1141">
                  <c:v>1</c:v>
                </c:pt>
                <c:pt idx="1142">
                  <c:v>1</c:v>
                </c:pt>
                <c:pt idx="1143">
                  <c:v>1</c:v>
                </c:pt>
                <c:pt idx="1144">
                  <c:v>1</c:v>
                </c:pt>
                <c:pt idx="1145">
                  <c:v>1</c:v>
                </c:pt>
                <c:pt idx="1146">
                  <c:v>1</c:v>
                </c:pt>
                <c:pt idx="1147">
                  <c:v>1</c:v>
                </c:pt>
                <c:pt idx="1148">
                  <c:v>1</c:v>
                </c:pt>
                <c:pt idx="1149">
                  <c:v>1</c:v>
                </c:pt>
                <c:pt idx="1150">
                  <c:v>1</c:v>
                </c:pt>
                <c:pt idx="1151">
                  <c:v>1</c:v>
                </c:pt>
                <c:pt idx="1152">
                  <c:v>1</c:v>
                </c:pt>
                <c:pt idx="1153">
                  <c:v>1</c:v>
                </c:pt>
                <c:pt idx="1154">
                  <c:v>1</c:v>
                </c:pt>
                <c:pt idx="1155">
                  <c:v>1</c:v>
                </c:pt>
                <c:pt idx="1156">
                  <c:v>1</c:v>
                </c:pt>
                <c:pt idx="1157">
                  <c:v>1</c:v>
                </c:pt>
                <c:pt idx="1158">
                  <c:v>1</c:v>
                </c:pt>
                <c:pt idx="1159">
                  <c:v>1</c:v>
                </c:pt>
                <c:pt idx="1160">
                  <c:v>1</c:v>
                </c:pt>
                <c:pt idx="1161">
                  <c:v>1</c:v>
                </c:pt>
                <c:pt idx="1162">
                  <c:v>1</c:v>
                </c:pt>
                <c:pt idx="1163">
                  <c:v>1</c:v>
                </c:pt>
                <c:pt idx="1164">
                  <c:v>1</c:v>
                </c:pt>
                <c:pt idx="1165">
                  <c:v>1</c:v>
                </c:pt>
                <c:pt idx="1166">
                  <c:v>1</c:v>
                </c:pt>
                <c:pt idx="1167">
                  <c:v>1</c:v>
                </c:pt>
                <c:pt idx="1168">
                  <c:v>1</c:v>
                </c:pt>
                <c:pt idx="1169">
                  <c:v>1</c:v>
                </c:pt>
                <c:pt idx="1170">
                  <c:v>1</c:v>
                </c:pt>
                <c:pt idx="1171">
                  <c:v>1</c:v>
                </c:pt>
                <c:pt idx="1172">
                  <c:v>1</c:v>
                </c:pt>
                <c:pt idx="1173">
                  <c:v>1</c:v>
                </c:pt>
                <c:pt idx="1174">
                  <c:v>1</c:v>
                </c:pt>
                <c:pt idx="1175">
                  <c:v>1</c:v>
                </c:pt>
                <c:pt idx="1176">
                  <c:v>1</c:v>
                </c:pt>
                <c:pt idx="1177">
                  <c:v>1</c:v>
                </c:pt>
                <c:pt idx="1178">
                  <c:v>1</c:v>
                </c:pt>
                <c:pt idx="1179">
                  <c:v>1</c:v>
                </c:pt>
                <c:pt idx="1180">
                  <c:v>1</c:v>
                </c:pt>
                <c:pt idx="1181">
                  <c:v>1</c:v>
                </c:pt>
                <c:pt idx="1182">
                  <c:v>1</c:v>
                </c:pt>
                <c:pt idx="1183">
                  <c:v>1</c:v>
                </c:pt>
                <c:pt idx="1184">
                  <c:v>1</c:v>
                </c:pt>
                <c:pt idx="1185">
                  <c:v>1</c:v>
                </c:pt>
                <c:pt idx="1186">
                  <c:v>1</c:v>
                </c:pt>
                <c:pt idx="1187">
                  <c:v>1</c:v>
                </c:pt>
                <c:pt idx="1188">
                  <c:v>1</c:v>
                </c:pt>
                <c:pt idx="1189">
                  <c:v>1</c:v>
                </c:pt>
                <c:pt idx="1190">
                  <c:v>1</c:v>
                </c:pt>
                <c:pt idx="1191">
                  <c:v>1</c:v>
                </c:pt>
                <c:pt idx="1192">
                  <c:v>1</c:v>
                </c:pt>
                <c:pt idx="1193">
                  <c:v>1</c:v>
                </c:pt>
                <c:pt idx="1194">
                  <c:v>1</c:v>
                </c:pt>
                <c:pt idx="1195">
                  <c:v>1</c:v>
                </c:pt>
                <c:pt idx="1196">
                  <c:v>1</c:v>
                </c:pt>
                <c:pt idx="1197">
                  <c:v>1</c:v>
                </c:pt>
                <c:pt idx="1198">
                  <c:v>1</c:v>
                </c:pt>
                <c:pt idx="1199">
                  <c:v>1</c:v>
                </c:pt>
                <c:pt idx="1200">
                  <c:v>1</c:v>
                </c:pt>
                <c:pt idx="1201">
                  <c:v>1</c:v>
                </c:pt>
                <c:pt idx="1202">
                  <c:v>1</c:v>
                </c:pt>
                <c:pt idx="1203">
                  <c:v>1</c:v>
                </c:pt>
                <c:pt idx="1204">
                  <c:v>1</c:v>
                </c:pt>
                <c:pt idx="1205">
                  <c:v>1</c:v>
                </c:pt>
                <c:pt idx="1206">
                  <c:v>1</c:v>
                </c:pt>
                <c:pt idx="1207">
                  <c:v>1</c:v>
                </c:pt>
                <c:pt idx="1208">
                  <c:v>1</c:v>
                </c:pt>
                <c:pt idx="1209">
                  <c:v>1</c:v>
                </c:pt>
                <c:pt idx="1210">
                  <c:v>1</c:v>
                </c:pt>
                <c:pt idx="1211">
                  <c:v>1</c:v>
                </c:pt>
                <c:pt idx="1212">
                  <c:v>1</c:v>
                </c:pt>
                <c:pt idx="1213">
                  <c:v>1</c:v>
                </c:pt>
                <c:pt idx="1214">
                  <c:v>1</c:v>
                </c:pt>
                <c:pt idx="1215">
                  <c:v>1</c:v>
                </c:pt>
                <c:pt idx="1216">
                  <c:v>1</c:v>
                </c:pt>
                <c:pt idx="1217">
                  <c:v>1</c:v>
                </c:pt>
                <c:pt idx="1218">
                  <c:v>1</c:v>
                </c:pt>
                <c:pt idx="1219">
                  <c:v>1</c:v>
                </c:pt>
                <c:pt idx="1220">
                  <c:v>1</c:v>
                </c:pt>
                <c:pt idx="1221">
                  <c:v>1</c:v>
                </c:pt>
                <c:pt idx="1222">
                  <c:v>1</c:v>
                </c:pt>
                <c:pt idx="1223">
                  <c:v>1</c:v>
                </c:pt>
                <c:pt idx="1224">
                  <c:v>1</c:v>
                </c:pt>
                <c:pt idx="1225">
                  <c:v>1</c:v>
                </c:pt>
                <c:pt idx="1226">
                  <c:v>1</c:v>
                </c:pt>
                <c:pt idx="1227">
                  <c:v>1</c:v>
                </c:pt>
                <c:pt idx="1228">
                  <c:v>1</c:v>
                </c:pt>
                <c:pt idx="1229">
                  <c:v>1</c:v>
                </c:pt>
                <c:pt idx="1230">
                  <c:v>1</c:v>
                </c:pt>
                <c:pt idx="1231">
                  <c:v>1</c:v>
                </c:pt>
                <c:pt idx="1232">
                  <c:v>1</c:v>
                </c:pt>
                <c:pt idx="1233">
                  <c:v>1</c:v>
                </c:pt>
                <c:pt idx="1234">
                  <c:v>1</c:v>
                </c:pt>
                <c:pt idx="1235">
                  <c:v>1</c:v>
                </c:pt>
                <c:pt idx="1236">
                  <c:v>1</c:v>
                </c:pt>
                <c:pt idx="1237">
                  <c:v>1</c:v>
                </c:pt>
                <c:pt idx="1238">
                  <c:v>1</c:v>
                </c:pt>
                <c:pt idx="1239">
                  <c:v>1</c:v>
                </c:pt>
                <c:pt idx="1240">
                  <c:v>1</c:v>
                </c:pt>
                <c:pt idx="1241">
                  <c:v>1</c:v>
                </c:pt>
                <c:pt idx="1242">
                  <c:v>1</c:v>
                </c:pt>
                <c:pt idx="1243">
                  <c:v>1</c:v>
                </c:pt>
                <c:pt idx="1244">
                  <c:v>1</c:v>
                </c:pt>
                <c:pt idx="1245">
                  <c:v>1</c:v>
                </c:pt>
                <c:pt idx="1246">
                  <c:v>1</c:v>
                </c:pt>
                <c:pt idx="1247">
                  <c:v>1</c:v>
                </c:pt>
                <c:pt idx="1248">
                  <c:v>1</c:v>
                </c:pt>
                <c:pt idx="1249">
                  <c:v>1</c:v>
                </c:pt>
                <c:pt idx="1250">
                  <c:v>1</c:v>
                </c:pt>
                <c:pt idx="1251">
                  <c:v>1</c:v>
                </c:pt>
                <c:pt idx="1252">
                  <c:v>1</c:v>
                </c:pt>
                <c:pt idx="1253">
                  <c:v>1</c:v>
                </c:pt>
                <c:pt idx="1254">
                  <c:v>1</c:v>
                </c:pt>
                <c:pt idx="1255">
                  <c:v>1</c:v>
                </c:pt>
                <c:pt idx="1256">
                  <c:v>1</c:v>
                </c:pt>
                <c:pt idx="1257">
                  <c:v>1</c:v>
                </c:pt>
                <c:pt idx="1258">
                  <c:v>1</c:v>
                </c:pt>
                <c:pt idx="1259">
                  <c:v>1</c:v>
                </c:pt>
                <c:pt idx="1260">
                  <c:v>1</c:v>
                </c:pt>
                <c:pt idx="1261">
                  <c:v>1</c:v>
                </c:pt>
                <c:pt idx="1262">
                  <c:v>1</c:v>
                </c:pt>
                <c:pt idx="1263">
                  <c:v>1</c:v>
                </c:pt>
                <c:pt idx="1264">
                  <c:v>1</c:v>
                </c:pt>
                <c:pt idx="1265">
                  <c:v>1</c:v>
                </c:pt>
                <c:pt idx="1266">
                  <c:v>1</c:v>
                </c:pt>
                <c:pt idx="1267">
                  <c:v>1</c:v>
                </c:pt>
                <c:pt idx="1268">
                  <c:v>1</c:v>
                </c:pt>
                <c:pt idx="1269">
                  <c:v>1</c:v>
                </c:pt>
                <c:pt idx="1270">
                  <c:v>1</c:v>
                </c:pt>
                <c:pt idx="1271">
                  <c:v>1</c:v>
                </c:pt>
                <c:pt idx="1272">
                  <c:v>1</c:v>
                </c:pt>
                <c:pt idx="1273">
                  <c:v>1</c:v>
                </c:pt>
                <c:pt idx="1274">
                  <c:v>1</c:v>
                </c:pt>
                <c:pt idx="1275">
                  <c:v>1</c:v>
                </c:pt>
                <c:pt idx="1276">
                  <c:v>1</c:v>
                </c:pt>
                <c:pt idx="1277">
                  <c:v>1</c:v>
                </c:pt>
                <c:pt idx="1278">
                  <c:v>1</c:v>
                </c:pt>
                <c:pt idx="1279">
                  <c:v>1</c:v>
                </c:pt>
                <c:pt idx="1280">
                  <c:v>1</c:v>
                </c:pt>
                <c:pt idx="1281">
                  <c:v>1</c:v>
                </c:pt>
                <c:pt idx="1282">
                  <c:v>1</c:v>
                </c:pt>
                <c:pt idx="1283">
                  <c:v>1</c:v>
                </c:pt>
                <c:pt idx="1284">
                  <c:v>1</c:v>
                </c:pt>
                <c:pt idx="1285">
                  <c:v>1</c:v>
                </c:pt>
                <c:pt idx="1286">
                  <c:v>1</c:v>
                </c:pt>
                <c:pt idx="1287">
                  <c:v>1</c:v>
                </c:pt>
                <c:pt idx="1288">
                  <c:v>1</c:v>
                </c:pt>
                <c:pt idx="1289">
                  <c:v>1</c:v>
                </c:pt>
                <c:pt idx="1290">
                  <c:v>1</c:v>
                </c:pt>
                <c:pt idx="1291">
                  <c:v>1</c:v>
                </c:pt>
                <c:pt idx="1292">
                  <c:v>1</c:v>
                </c:pt>
                <c:pt idx="1293">
                  <c:v>1</c:v>
                </c:pt>
                <c:pt idx="1294">
                  <c:v>1</c:v>
                </c:pt>
                <c:pt idx="1295">
                  <c:v>1</c:v>
                </c:pt>
                <c:pt idx="1296">
                  <c:v>1</c:v>
                </c:pt>
                <c:pt idx="1297">
                  <c:v>1</c:v>
                </c:pt>
                <c:pt idx="1298">
                  <c:v>1</c:v>
                </c:pt>
                <c:pt idx="1299">
                  <c:v>1</c:v>
                </c:pt>
                <c:pt idx="1300">
                  <c:v>1</c:v>
                </c:pt>
                <c:pt idx="1301">
                  <c:v>1</c:v>
                </c:pt>
                <c:pt idx="1302">
                  <c:v>1</c:v>
                </c:pt>
                <c:pt idx="1303">
                  <c:v>1</c:v>
                </c:pt>
                <c:pt idx="1304">
                  <c:v>1</c:v>
                </c:pt>
                <c:pt idx="1305">
                  <c:v>1</c:v>
                </c:pt>
                <c:pt idx="1306">
                  <c:v>1</c:v>
                </c:pt>
                <c:pt idx="1307">
                  <c:v>1</c:v>
                </c:pt>
                <c:pt idx="1308">
                  <c:v>1</c:v>
                </c:pt>
                <c:pt idx="1309">
                  <c:v>1</c:v>
                </c:pt>
                <c:pt idx="1310">
                  <c:v>1</c:v>
                </c:pt>
                <c:pt idx="1311">
                  <c:v>1</c:v>
                </c:pt>
                <c:pt idx="1312">
                  <c:v>1</c:v>
                </c:pt>
                <c:pt idx="1313">
                  <c:v>1</c:v>
                </c:pt>
                <c:pt idx="1314">
                  <c:v>1</c:v>
                </c:pt>
                <c:pt idx="1315">
                  <c:v>1</c:v>
                </c:pt>
                <c:pt idx="1316">
                  <c:v>1</c:v>
                </c:pt>
                <c:pt idx="1317">
                  <c:v>1</c:v>
                </c:pt>
                <c:pt idx="1318">
                  <c:v>1</c:v>
                </c:pt>
                <c:pt idx="1319">
                  <c:v>1</c:v>
                </c:pt>
                <c:pt idx="1320">
                  <c:v>1</c:v>
                </c:pt>
                <c:pt idx="1321">
                  <c:v>1</c:v>
                </c:pt>
                <c:pt idx="1322">
                  <c:v>1</c:v>
                </c:pt>
                <c:pt idx="1323">
                  <c:v>1</c:v>
                </c:pt>
                <c:pt idx="1324">
                  <c:v>1</c:v>
                </c:pt>
                <c:pt idx="1325">
                  <c:v>1</c:v>
                </c:pt>
                <c:pt idx="1326">
                  <c:v>1</c:v>
                </c:pt>
                <c:pt idx="1327">
                  <c:v>1</c:v>
                </c:pt>
                <c:pt idx="1328">
                  <c:v>1</c:v>
                </c:pt>
                <c:pt idx="1329">
                  <c:v>1</c:v>
                </c:pt>
                <c:pt idx="1330">
                  <c:v>1</c:v>
                </c:pt>
                <c:pt idx="1331">
                  <c:v>1</c:v>
                </c:pt>
                <c:pt idx="1332">
                  <c:v>1</c:v>
                </c:pt>
                <c:pt idx="1333">
                  <c:v>1</c:v>
                </c:pt>
                <c:pt idx="1334">
                  <c:v>1</c:v>
                </c:pt>
                <c:pt idx="1335">
                  <c:v>1</c:v>
                </c:pt>
                <c:pt idx="1336">
                  <c:v>1</c:v>
                </c:pt>
                <c:pt idx="1337">
                  <c:v>1</c:v>
                </c:pt>
                <c:pt idx="1338">
                  <c:v>1</c:v>
                </c:pt>
                <c:pt idx="1339">
                  <c:v>1</c:v>
                </c:pt>
                <c:pt idx="1340">
                  <c:v>1</c:v>
                </c:pt>
                <c:pt idx="1341">
                  <c:v>1</c:v>
                </c:pt>
                <c:pt idx="1342">
                  <c:v>1</c:v>
                </c:pt>
                <c:pt idx="1343">
                  <c:v>1</c:v>
                </c:pt>
                <c:pt idx="1344">
                  <c:v>1</c:v>
                </c:pt>
                <c:pt idx="1345">
                  <c:v>1</c:v>
                </c:pt>
                <c:pt idx="1346">
                  <c:v>1</c:v>
                </c:pt>
                <c:pt idx="1347">
                  <c:v>1</c:v>
                </c:pt>
                <c:pt idx="1348">
                  <c:v>1</c:v>
                </c:pt>
                <c:pt idx="1349">
                  <c:v>1</c:v>
                </c:pt>
                <c:pt idx="1350">
                  <c:v>1</c:v>
                </c:pt>
                <c:pt idx="1351">
                  <c:v>1</c:v>
                </c:pt>
                <c:pt idx="1352">
                  <c:v>1</c:v>
                </c:pt>
                <c:pt idx="1353">
                  <c:v>1</c:v>
                </c:pt>
                <c:pt idx="1354">
                  <c:v>1</c:v>
                </c:pt>
                <c:pt idx="1355">
                  <c:v>1</c:v>
                </c:pt>
                <c:pt idx="1356">
                  <c:v>1</c:v>
                </c:pt>
                <c:pt idx="1357">
                  <c:v>1</c:v>
                </c:pt>
                <c:pt idx="1358">
                  <c:v>1</c:v>
                </c:pt>
                <c:pt idx="1359">
                  <c:v>1</c:v>
                </c:pt>
                <c:pt idx="1360">
                  <c:v>1</c:v>
                </c:pt>
                <c:pt idx="1361">
                  <c:v>1</c:v>
                </c:pt>
                <c:pt idx="1362">
                  <c:v>1</c:v>
                </c:pt>
                <c:pt idx="1363">
                  <c:v>1</c:v>
                </c:pt>
                <c:pt idx="1364">
                  <c:v>1</c:v>
                </c:pt>
                <c:pt idx="1365">
                  <c:v>1</c:v>
                </c:pt>
                <c:pt idx="1366">
                  <c:v>1</c:v>
                </c:pt>
                <c:pt idx="1367">
                  <c:v>1</c:v>
                </c:pt>
                <c:pt idx="1368">
                  <c:v>1</c:v>
                </c:pt>
                <c:pt idx="1369">
                  <c:v>1</c:v>
                </c:pt>
                <c:pt idx="1370">
                  <c:v>1</c:v>
                </c:pt>
                <c:pt idx="1371">
                  <c:v>1</c:v>
                </c:pt>
                <c:pt idx="1372">
                  <c:v>1</c:v>
                </c:pt>
                <c:pt idx="1373">
                  <c:v>1</c:v>
                </c:pt>
                <c:pt idx="1374">
                  <c:v>1</c:v>
                </c:pt>
                <c:pt idx="1375">
                  <c:v>1</c:v>
                </c:pt>
                <c:pt idx="1376">
                  <c:v>1</c:v>
                </c:pt>
                <c:pt idx="1377">
                  <c:v>1</c:v>
                </c:pt>
                <c:pt idx="1378">
                  <c:v>1</c:v>
                </c:pt>
                <c:pt idx="1379">
                  <c:v>1</c:v>
                </c:pt>
                <c:pt idx="1380">
                  <c:v>1</c:v>
                </c:pt>
                <c:pt idx="1381">
                  <c:v>1</c:v>
                </c:pt>
                <c:pt idx="1382">
                  <c:v>1</c:v>
                </c:pt>
                <c:pt idx="1383">
                  <c:v>1</c:v>
                </c:pt>
                <c:pt idx="1384">
                  <c:v>1</c:v>
                </c:pt>
                <c:pt idx="1385">
                  <c:v>1</c:v>
                </c:pt>
                <c:pt idx="1386">
                  <c:v>1</c:v>
                </c:pt>
                <c:pt idx="1387">
                  <c:v>1</c:v>
                </c:pt>
                <c:pt idx="1388">
                  <c:v>1</c:v>
                </c:pt>
                <c:pt idx="1389">
                  <c:v>1</c:v>
                </c:pt>
                <c:pt idx="1390">
                  <c:v>1</c:v>
                </c:pt>
                <c:pt idx="1391">
                  <c:v>1</c:v>
                </c:pt>
                <c:pt idx="1392">
                  <c:v>1</c:v>
                </c:pt>
                <c:pt idx="1393">
                  <c:v>1</c:v>
                </c:pt>
                <c:pt idx="1394">
                  <c:v>1</c:v>
                </c:pt>
                <c:pt idx="1395">
                  <c:v>1</c:v>
                </c:pt>
                <c:pt idx="1396">
                  <c:v>1</c:v>
                </c:pt>
                <c:pt idx="1397">
                  <c:v>1</c:v>
                </c:pt>
                <c:pt idx="1398">
                  <c:v>1</c:v>
                </c:pt>
                <c:pt idx="1399">
                  <c:v>1</c:v>
                </c:pt>
                <c:pt idx="1400">
                  <c:v>1</c:v>
                </c:pt>
                <c:pt idx="1401">
                  <c:v>1</c:v>
                </c:pt>
                <c:pt idx="1402">
                  <c:v>1</c:v>
                </c:pt>
                <c:pt idx="1403">
                  <c:v>1</c:v>
                </c:pt>
                <c:pt idx="1404">
                  <c:v>1</c:v>
                </c:pt>
                <c:pt idx="1405">
                  <c:v>1</c:v>
                </c:pt>
                <c:pt idx="1406">
                  <c:v>1</c:v>
                </c:pt>
                <c:pt idx="1407">
                  <c:v>1</c:v>
                </c:pt>
                <c:pt idx="1408">
                  <c:v>1</c:v>
                </c:pt>
                <c:pt idx="1409">
                  <c:v>1</c:v>
                </c:pt>
                <c:pt idx="1410">
                  <c:v>1</c:v>
                </c:pt>
                <c:pt idx="1411">
                  <c:v>1</c:v>
                </c:pt>
                <c:pt idx="1412">
                  <c:v>1</c:v>
                </c:pt>
                <c:pt idx="1413">
                  <c:v>1</c:v>
                </c:pt>
                <c:pt idx="1414">
                  <c:v>1</c:v>
                </c:pt>
                <c:pt idx="1415">
                  <c:v>1</c:v>
                </c:pt>
                <c:pt idx="1416">
                  <c:v>1</c:v>
                </c:pt>
                <c:pt idx="1417">
                  <c:v>1</c:v>
                </c:pt>
                <c:pt idx="1418">
                  <c:v>1</c:v>
                </c:pt>
                <c:pt idx="1419">
                  <c:v>1</c:v>
                </c:pt>
                <c:pt idx="1420">
                  <c:v>1</c:v>
                </c:pt>
                <c:pt idx="1421">
                  <c:v>1</c:v>
                </c:pt>
                <c:pt idx="1422">
                  <c:v>1</c:v>
                </c:pt>
                <c:pt idx="1423">
                  <c:v>1</c:v>
                </c:pt>
                <c:pt idx="1424">
                  <c:v>1</c:v>
                </c:pt>
                <c:pt idx="1425">
                  <c:v>1</c:v>
                </c:pt>
                <c:pt idx="1426">
                  <c:v>1</c:v>
                </c:pt>
                <c:pt idx="1427">
                  <c:v>1</c:v>
                </c:pt>
                <c:pt idx="1428">
                  <c:v>1</c:v>
                </c:pt>
                <c:pt idx="1429">
                  <c:v>1</c:v>
                </c:pt>
                <c:pt idx="1430">
                  <c:v>1</c:v>
                </c:pt>
                <c:pt idx="1431">
                  <c:v>1</c:v>
                </c:pt>
                <c:pt idx="1432">
                  <c:v>1</c:v>
                </c:pt>
                <c:pt idx="1433">
                  <c:v>1</c:v>
                </c:pt>
                <c:pt idx="1434">
                  <c:v>1</c:v>
                </c:pt>
                <c:pt idx="1435">
                  <c:v>1</c:v>
                </c:pt>
                <c:pt idx="1436">
                  <c:v>1</c:v>
                </c:pt>
                <c:pt idx="1437">
                  <c:v>1</c:v>
                </c:pt>
                <c:pt idx="1438">
                  <c:v>1</c:v>
                </c:pt>
                <c:pt idx="1439">
                  <c:v>1</c:v>
                </c:pt>
                <c:pt idx="1440">
                  <c:v>1</c:v>
                </c:pt>
                <c:pt idx="1441">
                  <c:v>1</c:v>
                </c:pt>
                <c:pt idx="1442">
                  <c:v>1</c:v>
                </c:pt>
                <c:pt idx="1443">
                  <c:v>1</c:v>
                </c:pt>
                <c:pt idx="1444">
                  <c:v>1</c:v>
                </c:pt>
                <c:pt idx="1445">
                  <c:v>1</c:v>
                </c:pt>
                <c:pt idx="1446">
                  <c:v>1</c:v>
                </c:pt>
                <c:pt idx="1447">
                  <c:v>1</c:v>
                </c:pt>
                <c:pt idx="1448">
                  <c:v>1</c:v>
                </c:pt>
                <c:pt idx="1449">
                  <c:v>1</c:v>
                </c:pt>
                <c:pt idx="1450">
                  <c:v>1</c:v>
                </c:pt>
                <c:pt idx="1451">
                  <c:v>1</c:v>
                </c:pt>
                <c:pt idx="1452">
                  <c:v>1</c:v>
                </c:pt>
                <c:pt idx="1453">
                  <c:v>1</c:v>
                </c:pt>
                <c:pt idx="1454">
                  <c:v>1</c:v>
                </c:pt>
                <c:pt idx="1455">
                  <c:v>1</c:v>
                </c:pt>
                <c:pt idx="1456">
                  <c:v>1</c:v>
                </c:pt>
                <c:pt idx="1457">
                  <c:v>1</c:v>
                </c:pt>
                <c:pt idx="1458">
                  <c:v>1</c:v>
                </c:pt>
                <c:pt idx="1459">
                  <c:v>1</c:v>
                </c:pt>
                <c:pt idx="1460">
                  <c:v>1</c:v>
                </c:pt>
                <c:pt idx="1461">
                  <c:v>1</c:v>
                </c:pt>
                <c:pt idx="1462">
                  <c:v>1</c:v>
                </c:pt>
                <c:pt idx="1463">
                  <c:v>1</c:v>
                </c:pt>
                <c:pt idx="1464">
                  <c:v>1</c:v>
                </c:pt>
                <c:pt idx="1465">
                  <c:v>1</c:v>
                </c:pt>
                <c:pt idx="1466">
                  <c:v>1</c:v>
                </c:pt>
                <c:pt idx="1467">
                  <c:v>1</c:v>
                </c:pt>
                <c:pt idx="1468">
                  <c:v>1</c:v>
                </c:pt>
                <c:pt idx="1469">
                  <c:v>1</c:v>
                </c:pt>
                <c:pt idx="1470">
                  <c:v>1</c:v>
                </c:pt>
                <c:pt idx="1471">
                  <c:v>1</c:v>
                </c:pt>
                <c:pt idx="1472">
                  <c:v>1</c:v>
                </c:pt>
                <c:pt idx="1473">
                  <c:v>1</c:v>
                </c:pt>
                <c:pt idx="1474">
                  <c:v>1</c:v>
                </c:pt>
                <c:pt idx="1475">
                  <c:v>1</c:v>
                </c:pt>
                <c:pt idx="1476">
                  <c:v>1</c:v>
                </c:pt>
                <c:pt idx="1477">
                  <c:v>1</c:v>
                </c:pt>
                <c:pt idx="1478">
                  <c:v>1</c:v>
                </c:pt>
                <c:pt idx="1479">
                  <c:v>1</c:v>
                </c:pt>
                <c:pt idx="1480">
                  <c:v>1</c:v>
                </c:pt>
                <c:pt idx="1481">
                  <c:v>1</c:v>
                </c:pt>
                <c:pt idx="1482">
                  <c:v>1</c:v>
                </c:pt>
                <c:pt idx="1483">
                  <c:v>1</c:v>
                </c:pt>
                <c:pt idx="1484">
                  <c:v>1</c:v>
                </c:pt>
                <c:pt idx="1485">
                  <c:v>1</c:v>
                </c:pt>
                <c:pt idx="1486">
                  <c:v>1</c:v>
                </c:pt>
                <c:pt idx="1487">
                  <c:v>1</c:v>
                </c:pt>
                <c:pt idx="1488">
                  <c:v>1</c:v>
                </c:pt>
                <c:pt idx="1489">
                  <c:v>1</c:v>
                </c:pt>
                <c:pt idx="1490">
                  <c:v>1</c:v>
                </c:pt>
                <c:pt idx="1491">
                  <c:v>1</c:v>
                </c:pt>
                <c:pt idx="1492">
                  <c:v>1</c:v>
                </c:pt>
                <c:pt idx="1493">
                  <c:v>1</c:v>
                </c:pt>
                <c:pt idx="1494">
                  <c:v>1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</c:v>
                </c:pt>
                <c:pt idx="1513">
                  <c:v>1</c:v>
                </c:pt>
                <c:pt idx="1514">
                  <c:v>1</c:v>
                </c:pt>
                <c:pt idx="1515">
                  <c:v>1</c:v>
                </c:pt>
                <c:pt idx="1516">
                  <c:v>1</c:v>
                </c:pt>
                <c:pt idx="1517">
                  <c:v>1</c:v>
                </c:pt>
                <c:pt idx="1518">
                  <c:v>1</c:v>
                </c:pt>
                <c:pt idx="1519">
                  <c:v>1</c:v>
                </c:pt>
                <c:pt idx="1520">
                  <c:v>1</c:v>
                </c:pt>
                <c:pt idx="1521">
                  <c:v>1</c:v>
                </c:pt>
                <c:pt idx="1522">
                  <c:v>1</c:v>
                </c:pt>
                <c:pt idx="1523">
                  <c:v>1</c:v>
                </c:pt>
                <c:pt idx="1524">
                  <c:v>1</c:v>
                </c:pt>
                <c:pt idx="1525">
                  <c:v>1</c:v>
                </c:pt>
                <c:pt idx="1526">
                  <c:v>1</c:v>
                </c:pt>
                <c:pt idx="1527">
                  <c:v>1</c:v>
                </c:pt>
                <c:pt idx="1528">
                  <c:v>1</c:v>
                </c:pt>
                <c:pt idx="1529">
                  <c:v>1</c:v>
                </c:pt>
                <c:pt idx="1530">
                  <c:v>1</c:v>
                </c:pt>
                <c:pt idx="1531">
                  <c:v>1</c:v>
                </c:pt>
                <c:pt idx="1532">
                  <c:v>1</c:v>
                </c:pt>
                <c:pt idx="1533">
                  <c:v>1</c:v>
                </c:pt>
                <c:pt idx="1534">
                  <c:v>1</c:v>
                </c:pt>
                <c:pt idx="1535">
                  <c:v>1</c:v>
                </c:pt>
                <c:pt idx="1536">
                  <c:v>1</c:v>
                </c:pt>
                <c:pt idx="1537">
                  <c:v>1</c:v>
                </c:pt>
                <c:pt idx="1538">
                  <c:v>1</c:v>
                </c:pt>
                <c:pt idx="1539">
                  <c:v>1</c:v>
                </c:pt>
                <c:pt idx="1540">
                  <c:v>1</c:v>
                </c:pt>
                <c:pt idx="1541">
                  <c:v>1</c:v>
                </c:pt>
                <c:pt idx="1542">
                  <c:v>1</c:v>
                </c:pt>
                <c:pt idx="1543">
                  <c:v>1</c:v>
                </c:pt>
                <c:pt idx="1544">
                  <c:v>1</c:v>
                </c:pt>
                <c:pt idx="1545">
                  <c:v>1</c:v>
                </c:pt>
                <c:pt idx="1546">
                  <c:v>1</c:v>
                </c:pt>
                <c:pt idx="1547">
                  <c:v>1</c:v>
                </c:pt>
                <c:pt idx="1548">
                  <c:v>1</c:v>
                </c:pt>
                <c:pt idx="1549">
                  <c:v>1</c:v>
                </c:pt>
                <c:pt idx="1550">
                  <c:v>1</c:v>
                </c:pt>
                <c:pt idx="1551">
                  <c:v>1</c:v>
                </c:pt>
                <c:pt idx="1552">
                  <c:v>1</c:v>
                </c:pt>
                <c:pt idx="1553">
                  <c:v>1</c:v>
                </c:pt>
                <c:pt idx="1554">
                  <c:v>1</c:v>
                </c:pt>
                <c:pt idx="1555">
                  <c:v>1</c:v>
                </c:pt>
                <c:pt idx="1556">
                  <c:v>1</c:v>
                </c:pt>
                <c:pt idx="1557">
                  <c:v>1</c:v>
                </c:pt>
                <c:pt idx="1558">
                  <c:v>1</c:v>
                </c:pt>
                <c:pt idx="1559">
                  <c:v>1</c:v>
                </c:pt>
                <c:pt idx="1560">
                  <c:v>1</c:v>
                </c:pt>
                <c:pt idx="1561">
                  <c:v>1</c:v>
                </c:pt>
                <c:pt idx="1562">
                  <c:v>1</c:v>
                </c:pt>
                <c:pt idx="1563">
                  <c:v>1</c:v>
                </c:pt>
                <c:pt idx="1564">
                  <c:v>1</c:v>
                </c:pt>
                <c:pt idx="1565">
                  <c:v>1</c:v>
                </c:pt>
                <c:pt idx="1566">
                  <c:v>1</c:v>
                </c:pt>
                <c:pt idx="1567">
                  <c:v>1</c:v>
                </c:pt>
                <c:pt idx="1568">
                  <c:v>1</c:v>
                </c:pt>
                <c:pt idx="1569">
                  <c:v>1</c:v>
                </c:pt>
                <c:pt idx="1570">
                  <c:v>1</c:v>
                </c:pt>
                <c:pt idx="1571">
                  <c:v>1</c:v>
                </c:pt>
                <c:pt idx="1572">
                  <c:v>1</c:v>
                </c:pt>
                <c:pt idx="1573">
                  <c:v>1</c:v>
                </c:pt>
                <c:pt idx="1574">
                  <c:v>1</c:v>
                </c:pt>
                <c:pt idx="1575">
                  <c:v>1</c:v>
                </c:pt>
                <c:pt idx="1576">
                  <c:v>1</c:v>
                </c:pt>
                <c:pt idx="1577">
                  <c:v>1</c:v>
                </c:pt>
                <c:pt idx="1578">
                  <c:v>1</c:v>
                </c:pt>
                <c:pt idx="1579">
                  <c:v>1</c:v>
                </c:pt>
                <c:pt idx="1580">
                  <c:v>1</c:v>
                </c:pt>
                <c:pt idx="1581">
                  <c:v>1</c:v>
                </c:pt>
                <c:pt idx="1582">
                  <c:v>1</c:v>
                </c:pt>
                <c:pt idx="1583">
                  <c:v>1</c:v>
                </c:pt>
                <c:pt idx="1584">
                  <c:v>1</c:v>
                </c:pt>
                <c:pt idx="1585">
                  <c:v>1</c:v>
                </c:pt>
                <c:pt idx="1586">
                  <c:v>1</c:v>
                </c:pt>
                <c:pt idx="1587">
                  <c:v>1</c:v>
                </c:pt>
                <c:pt idx="1588">
                  <c:v>1</c:v>
                </c:pt>
                <c:pt idx="1589">
                  <c:v>1</c:v>
                </c:pt>
                <c:pt idx="1590">
                  <c:v>1</c:v>
                </c:pt>
                <c:pt idx="1591">
                  <c:v>1</c:v>
                </c:pt>
                <c:pt idx="1592">
                  <c:v>1</c:v>
                </c:pt>
                <c:pt idx="1593">
                  <c:v>1</c:v>
                </c:pt>
                <c:pt idx="1594">
                  <c:v>1</c:v>
                </c:pt>
                <c:pt idx="1595">
                  <c:v>1</c:v>
                </c:pt>
                <c:pt idx="1596">
                  <c:v>1</c:v>
                </c:pt>
                <c:pt idx="1597">
                  <c:v>1</c:v>
                </c:pt>
                <c:pt idx="1598">
                  <c:v>1</c:v>
                </c:pt>
                <c:pt idx="1599">
                  <c:v>1</c:v>
                </c:pt>
                <c:pt idx="1600">
                  <c:v>1</c:v>
                </c:pt>
                <c:pt idx="1601">
                  <c:v>1</c:v>
                </c:pt>
                <c:pt idx="1602">
                  <c:v>1</c:v>
                </c:pt>
                <c:pt idx="1603">
                  <c:v>1</c:v>
                </c:pt>
                <c:pt idx="1604">
                  <c:v>1</c:v>
                </c:pt>
                <c:pt idx="1605">
                  <c:v>1</c:v>
                </c:pt>
                <c:pt idx="1606">
                  <c:v>1</c:v>
                </c:pt>
                <c:pt idx="1607">
                  <c:v>1</c:v>
                </c:pt>
                <c:pt idx="1608">
                  <c:v>1</c:v>
                </c:pt>
                <c:pt idx="1609">
                  <c:v>1</c:v>
                </c:pt>
                <c:pt idx="1610">
                  <c:v>1</c:v>
                </c:pt>
                <c:pt idx="1611">
                  <c:v>1</c:v>
                </c:pt>
                <c:pt idx="1612">
                  <c:v>1</c:v>
                </c:pt>
                <c:pt idx="1613">
                  <c:v>1</c:v>
                </c:pt>
                <c:pt idx="1614">
                  <c:v>1</c:v>
                </c:pt>
                <c:pt idx="1615">
                  <c:v>1</c:v>
                </c:pt>
                <c:pt idx="1616">
                  <c:v>1</c:v>
                </c:pt>
                <c:pt idx="1617">
                  <c:v>1</c:v>
                </c:pt>
                <c:pt idx="1618">
                  <c:v>1</c:v>
                </c:pt>
                <c:pt idx="1619">
                  <c:v>1</c:v>
                </c:pt>
                <c:pt idx="1620">
                  <c:v>1</c:v>
                </c:pt>
                <c:pt idx="1621">
                  <c:v>1</c:v>
                </c:pt>
                <c:pt idx="1622">
                  <c:v>1</c:v>
                </c:pt>
                <c:pt idx="1623">
                  <c:v>1</c:v>
                </c:pt>
                <c:pt idx="1624">
                  <c:v>1</c:v>
                </c:pt>
                <c:pt idx="1625">
                  <c:v>1</c:v>
                </c:pt>
                <c:pt idx="1626">
                  <c:v>1</c:v>
                </c:pt>
                <c:pt idx="1627">
                  <c:v>1</c:v>
                </c:pt>
                <c:pt idx="1628">
                  <c:v>1</c:v>
                </c:pt>
                <c:pt idx="1629">
                  <c:v>1</c:v>
                </c:pt>
                <c:pt idx="1630">
                  <c:v>1</c:v>
                </c:pt>
                <c:pt idx="1631">
                  <c:v>1</c:v>
                </c:pt>
                <c:pt idx="1632">
                  <c:v>1</c:v>
                </c:pt>
                <c:pt idx="1633">
                  <c:v>1</c:v>
                </c:pt>
                <c:pt idx="1634">
                  <c:v>1</c:v>
                </c:pt>
                <c:pt idx="1635">
                  <c:v>1</c:v>
                </c:pt>
                <c:pt idx="1636">
                  <c:v>1</c:v>
                </c:pt>
                <c:pt idx="1637">
                  <c:v>1</c:v>
                </c:pt>
                <c:pt idx="1638">
                  <c:v>1</c:v>
                </c:pt>
                <c:pt idx="1639">
                  <c:v>1</c:v>
                </c:pt>
                <c:pt idx="1640">
                  <c:v>1</c:v>
                </c:pt>
                <c:pt idx="1641">
                  <c:v>1</c:v>
                </c:pt>
                <c:pt idx="1642">
                  <c:v>1</c:v>
                </c:pt>
                <c:pt idx="1643">
                  <c:v>1</c:v>
                </c:pt>
                <c:pt idx="1644">
                  <c:v>1</c:v>
                </c:pt>
                <c:pt idx="1645">
                  <c:v>1</c:v>
                </c:pt>
                <c:pt idx="1646">
                  <c:v>1</c:v>
                </c:pt>
                <c:pt idx="1647">
                  <c:v>1</c:v>
                </c:pt>
                <c:pt idx="1648">
                  <c:v>1</c:v>
                </c:pt>
                <c:pt idx="1649">
                  <c:v>1</c:v>
                </c:pt>
                <c:pt idx="1650">
                  <c:v>1</c:v>
                </c:pt>
                <c:pt idx="1651">
                  <c:v>1</c:v>
                </c:pt>
                <c:pt idx="1652">
                  <c:v>1</c:v>
                </c:pt>
                <c:pt idx="1653">
                  <c:v>1</c:v>
                </c:pt>
                <c:pt idx="1654">
                  <c:v>1</c:v>
                </c:pt>
                <c:pt idx="1655">
                  <c:v>1</c:v>
                </c:pt>
                <c:pt idx="1656">
                  <c:v>1</c:v>
                </c:pt>
                <c:pt idx="1657">
                  <c:v>1</c:v>
                </c:pt>
                <c:pt idx="1658">
                  <c:v>1</c:v>
                </c:pt>
                <c:pt idx="1659">
                  <c:v>1</c:v>
                </c:pt>
                <c:pt idx="1660">
                  <c:v>1</c:v>
                </c:pt>
                <c:pt idx="1661">
                  <c:v>1</c:v>
                </c:pt>
                <c:pt idx="1662">
                  <c:v>1</c:v>
                </c:pt>
                <c:pt idx="1663">
                  <c:v>1</c:v>
                </c:pt>
                <c:pt idx="1664">
                  <c:v>1</c:v>
                </c:pt>
                <c:pt idx="1665">
                  <c:v>1</c:v>
                </c:pt>
                <c:pt idx="1666">
                  <c:v>1</c:v>
                </c:pt>
                <c:pt idx="1667">
                  <c:v>1</c:v>
                </c:pt>
                <c:pt idx="1668">
                  <c:v>1</c:v>
                </c:pt>
                <c:pt idx="1669">
                  <c:v>1</c:v>
                </c:pt>
                <c:pt idx="1670">
                  <c:v>1</c:v>
                </c:pt>
                <c:pt idx="1671">
                  <c:v>1</c:v>
                </c:pt>
                <c:pt idx="1672">
                  <c:v>1</c:v>
                </c:pt>
                <c:pt idx="1673">
                  <c:v>1</c:v>
                </c:pt>
                <c:pt idx="1674">
                  <c:v>1</c:v>
                </c:pt>
                <c:pt idx="1675">
                  <c:v>1</c:v>
                </c:pt>
                <c:pt idx="1676">
                  <c:v>1</c:v>
                </c:pt>
                <c:pt idx="1677">
                  <c:v>1</c:v>
                </c:pt>
                <c:pt idx="1678">
                  <c:v>1</c:v>
                </c:pt>
                <c:pt idx="1679">
                  <c:v>1</c:v>
                </c:pt>
                <c:pt idx="1680">
                  <c:v>1</c:v>
                </c:pt>
                <c:pt idx="1681">
                  <c:v>1</c:v>
                </c:pt>
                <c:pt idx="1682">
                  <c:v>1</c:v>
                </c:pt>
                <c:pt idx="1683">
                  <c:v>1</c:v>
                </c:pt>
                <c:pt idx="1684">
                  <c:v>1</c:v>
                </c:pt>
                <c:pt idx="1685">
                  <c:v>1</c:v>
                </c:pt>
                <c:pt idx="1686">
                  <c:v>1</c:v>
                </c:pt>
                <c:pt idx="1687">
                  <c:v>1</c:v>
                </c:pt>
                <c:pt idx="1688">
                  <c:v>1</c:v>
                </c:pt>
                <c:pt idx="1689">
                  <c:v>1</c:v>
                </c:pt>
                <c:pt idx="1690">
                  <c:v>1</c:v>
                </c:pt>
                <c:pt idx="1691">
                  <c:v>1</c:v>
                </c:pt>
                <c:pt idx="1692">
                  <c:v>1</c:v>
                </c:pt>
                <c:pt idx="1693">
                  <c:v>1</c:v>
                </c:pt>
                <c:pt idx="1694">
                  <c:v>1</c:v>
                </c:pt>
                <c:pt idx="1695">
                  <c:v>1</c:v>
                </c:pt>
                <c:pt idx="1696">
                  <c:v>1</c:v>
                </c:pt>
                <c:pt idx="1697">
                  <c:v>1</c:v>
                </c:pt>
                <c:pt idx="1698">
                  <c:v>1</c:v>
                </c:pt>
                <c:pt idx="1699">
                  <c:v>1</c:v>
                </c:pt>
                <c:pt idx="1700">
                  <c:v>1</c:v>
                </c:pt>
                <c:pt idx="1701">
                  <c:v>1</c:v>
                </c:pt>
                <c:pt idx="1702">
                  <c:v>1</c:v>
                </c:pt>
                <c:pt idx="1703">
                  <c:v>1</c:v>
                </c:pt>
                <c:pt idx="1704">
                  <c:v>1</c:v>
                </c:pt>
                <c:pt idx="1705">
                  <c:v>1</c:v>
                </c:pt>
                <c:pt idx="1706">
                  <c:v>1</c:v>
                </c:pt>
                <c:pt idx="1707">
                  <c:v>1</c:v>
                </c:pt>
                <c:pt idx="1708">
                  <c:v>1</c:v>
                </c:pt>
                <c:pt idx="1709">
                  <c:v>1</c:v>
                </c:pt>
                <c:pt idx="1710">
                  <c:v>1</c:v>
                </c:pt>
                <c:pt idx="1711">
                  <c:v>1</c:v>
                </c:pt>
                <c:pt idx="1712">
                  <c:v>1</c:v>
                </c:pt>
                <c:pt idx="1713">
                  <c:v>1</c:v>
                </c:pt>
                <c:pt idx="1714">
                  <c:v>1</c:v>
                </c:pt>
                <c:pt idx="1715">
                  <c:v>1</c:v>
                </c:pt>
                <c:pt idx="1716">
                  <c:v>1</c:v>
                </c:pt>
                <c:pt idx="1717">
                  <c:v>1</c:v>
                </c:pt>
                <c:pt idx="1718">
                  <c:v>1</c:v>
                </c:pt>
                <c:pt idx="1719">
                  <c:v>1</c:v>
                </c:pt>
                <c:pt idx="1720">
                  <c:v>1</c:v>
                </c:pt>
                <c:pt idx="1721">
                  <c:v>1</c:v>
                </c:pt>
                <c:pt idx="1722">
                  <c:v>1</c:v>
                </c:pt>
                <c:pt idx="1723">
                  <c:v>1</c:v>
                </c:pt>
                <c:pt idx="1724">
                  <c:v>1</c:v>
                </c:pt>
                <c:pt idx="1725">
                  <c:v>1</c:v>
                </c:pt>
                <c:pt idx="1726">
                  <c:v>1</c:v>
                </c:pt>
                <c:pt idx="1727">
                  <c:v>1</c:v>
                </c:pt>
                <c:pt idx="1728">
                  <c:v>1</c:v>
                </c:pt>
                <c:pt idx="1729">
                  <c:v>1</c:v>
                </c:pt>
                <c:pt idx="1730">
                  <c:v>1</c:v>
                </c:pt>
                <c:pt idx="1731">
                  <c:v>1</c:v>
                </c:pt>
                <c:pt idx="1732">
                  <c:v>1</c:v>
                </c:pt>
                <c:pt idx="1733">
                  <c:v>1</c:v>
                </c:pt>
                <c:pt idx="1734">
                  <c:v>1</c:v>
                </c:pt>
                <c:pt idx="1735">
                  <c:v>1</c:v>
                </c:pt>
                <c:pt idx="1736">
                  <c:v>1</c:v>
                </c:pt>
                <c:pt idx="1737">
                  <c:v>1</c:v>
                </c:pt>
                <c:pt idx="1738">
                  <c:v>1</c:v>
                </c:pt>
                <c:pt idx="1739">
                  <c:v>1</c:v>
                </c:pt>
                <c:pt idx="1740">
                  <c:v>1</c:v>
                </c:pt>
                <c:pt idx="1741">
                  <c:v>1</c:v>
                </c:pt>
                <c:pt idx="1742">
                  <c:v>1</c:v>
                </c:pt>
                <c:pt idx="1743">
                  <c:v>1</c:v>
                </c:pt>
                <c:pt idx="1744">
                  <c:v>1</c:v>
                </c:pt>
                <c:pt idx="1745">
                  <c:v>1</c:v>
                </c:pt>
                <c:pt idx="1746">
                  <c:v>1</c:v>
                </c:pt>
                <c:pt idx="1747">
                  <c:v>1</c:v>
                </c:pt>
                <c:pt idx="1748">
                  <c:v>1</c:v>
                </c:pt>
                <c:pt idx="1749">
                  <c:v>1</c:v>
                </c:pt>
                <c:pt idx="1750">
                  <c:v>1</c:v>
                </c:pt>
                <c:pt idx="1751">
                  <c:v>1</c:v>
                </c:pt>
                <c:pt idx="1752">
                  <c:v>1</c:v>
                </c:pt>
                <c:pt idx="1753">
                  <c:v>1</c:v>
                </c:pt>
                <c:pt idx="1754">
                  <c:v>1</c:v>
                </c:pt>
                <c:pt idx="1755">
                  <c:v>1</c:v>
                </c:pt>
                <c:pt idx="1756">
                  <c:v>1</c:v>
                </c:pt>
                <c:pt idx="1757">
                  <c:v>1</c:v>
                </c:pt>
                <c:pt idx="1758">
                  <c:v>1</c:v>
                </c:pt>
                <c:pt idx="1759">
                  <c:v>1</c:v>
                </c:pt>
                <c:pt idx="1760">
                  <c:v>1</c:v>
                </c:pt>
                <c:pt idx="1761">
                  <c:v>1</c:v>
                </c:pt>
                <c:pt idx="1762">
                  <c:v>1</c:v>
                </c:pt>
                <c:pt idx="1763">
                  <c:v>1</c:v>
                </c:pt>
                <c:pt idx="1764">
                  <c:v>1</c:v>
                </c:pt>
                <c:pt idx="1765">
                  <c:v>1</c:v>
                </c:pt>
                <c:pt idx="1766">
                  <c:v>1</c:v>
                </c:pt>
                <c:pt idx="1767">
                  <c:v>1</c:v>
                </c:pt>
                <c:pt idx="1768">
                  <c:v>1</c:v>
                </c:pt>
                <c:pt idx="1769">
                  <c:v>1</c:v>
                </c:pt>
                <c:pt idx="1770">
                  <c:v>1</c:v>
                </c:pt>
                <c:pt idx="1771">
                  <c:v>1</c:v>
                </c:pt>
                <c:pt idx="1772">
                  <c:v>1</c:v>
                </c:pt>
                <c:pt idx="1773">
                  <c:v>1</c:v>
                </c:pt>
                <c:pt idx="1774">
                  <c:v>1</c:v>
                </c:pt>
                <c:pt idx="1775">
                  <c:v>1</c:v>
                </c:pt>
                <c:pt idx="1776">
                  <c:v>1</c:v>
                </c:pt>
                <c:pt idx="1777">
                  <c:v>1</c:v>
                </c:pt>
                <c:pt idx="1778">
                  <c:v>1</c:v>
                </c:pt>
                <c:pt idx="1779">
                  <c:v>1</c:v>
                </c:pt>
                <c:pt idx="1780">
                  <c:v>1</c:v>
                </c:pt>
                <c:pt idx="1781">
                  <c:v>1</c:v>
                </c:pt>
                <c:pt idx="1782">
                  <c:v>1</c:v>
                </c:pt>
                <c:pt idx="1783">
                  <c:v>1</c:v>
                </c:pt>
                <c:pt idx="1784">
                  <c:v>1</c:v>
                </c:pt>
                <c:pt idx="1785">
                  <c:v>1</c:v>
                </c:pt>
                <c:pt idx="1786">
                  <c:v>1</c:v>
                </c:pt>
                <c:pt idx="1787">
                  <c:v>1</c:v>
                </c:pt>
                <c:pt idx="1788">
                  <c:v>1</c:v>
                </c:pt>
                <c:pt idx="1789">
                  <c:v>1</c:v>
                </c:pt>
                <c:pt idx="1790">
                  <c:v>1</c:v>
                </c:pt>
                <c:pt idx="1791">
                  <c:v>1</c:v>
                </c:pt>
                <c:pt idx="1792">
                  <c:v>1</c:v>
                </c:pt>
                <c:pt idx="1793">
                  <c:v>1</c:v>
                </c:pt>
                <c:pt idx="1794">
                  <c:v>1</c:v>
                </c:pt>
                <c:pt idx="1795">
                  <c:v>1</c:v>
                </c:pt>
                <c:pt idx="1796">
                  <c:v>1</c:v>
                </c:pt>
                <c:pt idx="1797">
                  <c:v>1</c:v>
                </c:pt>
                <c:pt idx="1798">
                  <c:v>1</c:v>
                </c:pt>
                <c:pt idx="1799">
                  <c:v>1</c:v>
                </c:pt>
                <c:pt idx="1800">
                  <c:v>1</c:v>
                </c:pt>
                <c:pt idx="1801">
                  <c:v>1</c:v>
                </c:pt>
                <c:pt idx="1802">
                  <c:v>1</c:v>
                </c:pt>
                <c:pt idx="1803">
                  <c:v>1</c:v>
                </c:pt>
                <c:pt idx="1804">
                  <c:v>1</c:v>
                </c:pt>
                <c:pt idx="1805">
                  <c:v>1</c:v>
                </c:pt>
                <c:pt idx="1806">
                  <c:v>1</c:v>
                </c:pt>
                <c:pt idx="1807">
                  <c:v>1</c:v>
                </c:pt>
                <c:pt idx="1808">
                  <c:v>1</c:v>
                </c:pt>
                <c:pt idx="1809">
                  <c:v>1</c:v>
                </c:pt>
                <c:pt idx="1810">
                  <c:v>1</c:v>
                </c:pt>
                <c:pt idx="1811">
                  <c:v>1</c:v>
                </c:pt>
                <c:pt idx="1812">
                  <c:v>1</c:v>
                </c:pt>
                <c:pt idx="1813">
                  <c:v>1</c:v>
                </c:pt>
                <c:pt idx="1814">
                  <c:v>1</c:v>
                </c:pt>
                <c:pt idx="1815">
                  <c:v>1</c:v>
                </c:pt>
                <c:pt idx="1816">
                  <c:v>1</c:v>
                </c:pt>
                <c:pt idx="1817">
                  <c:v>1</c:v>
                </c:pt>
                <c:pt idx="1818">
                  <c:v>1</c:v>
                </c:pt>
                <c:pt idx="1819">
                  <c:v>1</c:v>
                </c:pt>
                <c:pt idx="1820">
                  <c:v>1</c:v>
                </c:pt>
                <c:pt idx="1821">
                  <c:v>1</c:v>
                </c:pt>
                <c:pt idx="1822">
                  <c:v>1</c:v>
                </c:pt>
                <c:pt idx="1823">
                  <c:v>1</c:v>
                </c:pt>
                <c:pt idx="1824">
                  <c:v>1</c:v>
                </c:pt>
                <c:pt idx="1825">
                  <c:v>1</c:v>
                </c:pt>
                <c:pt idx="1826">
                  <c:v>1</c:v>
                </c:pt>
                <c:pt idx="1827">
                  <c:v>1</c:v>
                </c:pt>
                <c:pt idx="1828">
                  <c:v>1</c:v>
                </c:pt>
                <c:pt idx="1829">
                  <c:v>1</c:v>
                </c:pt>
                <c:pt idx="1830">
                  <c:v>1</c:v>
                </c:pt>
                <c:pt idx="1831">
                  <c:v>1</c:v>
                </c:pt>
                <c:pt idx="1832">
                  <c:v>1</c:v>
                </c:pt>
                <c:pt idx="1833">
                  <c:v>1</c:v>
                </c:pt>
                <c:pt idx="1834">
                  <c:v>1</c:v>
                </c:pt>
                <c:pt idx="1835">
                  <c:v>1</c:v>
                </c:pt>
                <c:pt idx="1836">
                  <c:v>1</c:v>
                </c:pt>
                <c:pt idx="1837">
                  <c:v>1</c:v>
                </c:pt>
                <c:pt idx="1838">
                  <c:v>1</c:v>
                </c:pt>
                <c:pt idx="1839">
                  <c:v>1</c:v>
                </c:pt>
                <c:pt idx="1840">
                  <c:v>1</c:v>
                </c:pt>
                <c:pt idx="1841">
                  <c:v>1</c:v>
                </c:pt>
                <c:pt idx="1842">
                  <c:v>1</c:v>
                </c:pt>
                <c:pt idx="1843">
                  <c:v>1</c:v>
                </c:pt>
                <c:pt idx="1844">
                  <c:v>1</c:v>
                </c:pt>
                <c:pt idx="1845">
                  <c:v>1</c:v>
                </c:pt>
                <c:pt idx="1846">
                  <c:v>1</c:v>
                </c:pt>
                <c:pt idx="1847">
                  <c:v>1</c:v>
                </c:pt>
                <c:pt idx="1848">
                  <c:v>1</c:v>
                </c:pt>
                <c:pt idx="1849">
                  <c:v>1</c:v>
                </c:pt>
                <c:pt idx="1850">
                  <c:v>1</c:v>
                </c:pt>
                <c:pt idx="1851">
                  <c:v>1</c:v>
                </c:pt>
                <c:pt idx="1852">
                  <c:v>1</c:v>
                </c:pt>
                <c:pt idx="1853">
                  <c:v>1</c:v>
                </c:pt>
                <c:pt idx="1854">
                  <c:v>1</c:v>
                </c:pt>
                <c:pt idx="1855">
                  <c:v>1</c:v>
                </c:pt>
                <c:pt idx="1856">
                  <c:v>1</c:v>
                </c:pt>
                <c:pt idx="1857">
                  <c:v>1</c:v>
                </c:pt>
                <c:pt idx="1858">
                  <c:v>1</c:v>
                </c:pt>
                <c:pt idx="1859">
                  <c:v>1</c:v>
                </c:pt>
                <c:pt idx="1860">
                  <c:v>1</c:v>
                </c:pt>
                <c:pt idx="1861">
                  <c:v>1</c:v>
                </c:pt>
                <c:pt idx="1862">
                  <c:v>1</c:v>
                </c:pt>
                <c:pt idx="1863">
                  <c:v>1</c:v>
                </c:pt>
                <c:pt idx="1864">
                  <c:v>1</c:v>
                </c:pt>
                <c:pt idx="1865">
                  <c:v>1</c:v>
                </c:pt>
                <c:pt idx="1866">
                  <c:v>1</c:v>
                </c:pt>
                <c:pt idx="1867">
                  <c:v>1</c:v>
                </c:pt>
                <c:pt idx="1868">
                  <c:v>1</c:v>
                </c:pt>
                <c:pt idx="1869">
                  <c:v>1</c:v>
                </c:pt>
                <c:pt idx="1870">
                  <c:v>1</c:v>
                </c:pt>
                <c:pt idx="1871">
                  <c:v>1</c:v>
                </c:pt>
                <c:pt idx="1872">
                  <c:v>1</c:v>
                </c:pt>
                <c:pt idx="1873">
                  <c:v>1</c:v>
                </c:pt>
                <c:pt idx="1874">
                  <c:v>1</c:v>
                </c:pt>
                <c:pt idx="1875">
                  <c:v>1</c:v>
                </c:pt>
                <c:pt idx="1876">
                  <c:v>1</c:v>
                </c:pt>
                <c:pt idx="1877">
                  <c:v>1</c:v>
                </c:pt>
                <c:pt idx="1878">
                  <c:v>1</c:v>
                </c:pt>
                <c:pt idx="1879">
                  <c:v>1</c:v>
                </c:pt>
                <c:pt idx="1880">
                  <c:v>1</c:v>
                </c:pt>
                <c:pt idx="1881">
                  <c:v>1</c:v>
                </c:pt>
                <c:pt idx="1882">
                  <c:v>1</c:v>
                </c:pt>
                <c:pt idx="1883">
                  <c:v>1</c:v>
                </c:pt>
                <c:pt idx="1884">
                  <c:v>1</c:v>
                </c:pt>
                <c:pt idx="1885">
                  <c:v>1</c:v>
                </c:pt>
                <c:pt idx="1886">
                  <c:v>1</c:v>
                </c:pt>
                <c:pt idx="1887">
                  <c:v>1</c:v>
                </c:pt>
                <c:pt idx="1888">
                  <c:v>1</c:v>
                </c:pt>
                <c:pt idx="1889">
                  <c:v>1</c:v>
                </c:pt>
                <c:pt idx="1890">
                  <c:v>1</c:v>
                </c:pt>
                <c:pt idx="1891">
                  <c:v>1</c:v>
                </c:pt>
                <c:pt idx="1892">
                  <c:v>1</c:v>
                </c:pt>
                <c:pt idx="1893">
                  <c:v>1</c:v>
                </c:pt>
                <c:pt idx="1894">
                  <c:v>1</c:v>
                </c:pt>
                <c:pt idx="1895">
                  <c:v>1</c:v>
                </c:pt>
                <c:pt idx="1896">
                  <c:v>1</c:v>
                </c:pt>
                <c:pt idx="1897">
                  <c:v>1</c:v>
                </c:pt>
                <c:pt idx="1898">
                  <c:v>1</c:v>
                </c:pt>
                <c:pt idx="1899">
                  <c:v>1</c:v>
                </c:pt>
                <c:pt idx="1900">
                  <c:v>1</c:v>
                </c:pt>
                <c:pt idx="1901">
                  <c:v>1</c:v>
                </c:pt>
                <c:pt idx="1902">
                  <c:v>1</c:v>
                </c:pt>
                <c:pt idx="1903">
                  <c:v>1</c:v>
                </c:pt>
                <c:pt idx="1904">
                  <c:v>1</c:v>
                </c:pt>
                <c:pt idx="1905">
                  <c:v>1</c:v>
                </c:pt>
                <c:pt idx="1906">
                  <c:v>1</c:v>
                </c:pt>
                <c:pt idx="1907">
                  <c:v>1</c:v>
                </c:pt>
                <c:pt idx="1908">
                  <c:v>1</c:v>
                </c:pt>
                <c:pt idx="1909">
                  <c:v>1</c:v>
                </c:pt>
                <c:pt idx="1910">
                  <c:v>1</c:v>
                </c:pt>
                <c:pt idx="1911">
                  <c:v>1</c:v>
                </c:pt>
                <c:pt idx="1912">
                  <c:v>1</c:v>
                </c:pt>
                <c:pt idx="1913">
                  <c:v>1</c:v>
                </c:pt>
                <c:pt idx="1914">
                  <c:v>1</c:v>
                </c:pt>
                <c:pt idx="1915">
                  <c:v>1</c:v>
                </c:pt>
                <c:pt idx="1916">
                  <c:v>1</c:v>
                </c:pt>
                <c:pt idx="1917">
                  <c:v>1</c:v>
                </c:pt>
                <c:pt idx="1918">
                  <c:v>1</c:v>
                </c:pt>
                <c:pt idx="1919">
                  <c:v>1</c:v>
                </c:pt>
                <c:pt idx="1920">
                  <c:v>1</c:v>
                </c:pt>
                <c:pt idx="1921">
                  <c:v>1</c:v>
                </c:pt>
                <c:pt idx="1922">
                  <c:v>1</c:v>
                </c:pt>
                <c:pt idx="1923">
                  <c:v>1</c:v>
                </c:pt>
                <c:pt idx="1924">
                  <c:v>1</c:v>
                </c:pt>
                <c:pt idx="1925">
                  <c:v>1</c:v>
                </c:pt>
                <c:pt idx="1926">
                  <c:v>1</c:v>
                </c:pt>
                <c:pt idx="1927">
                  <c:v>1</c:v>
                </c:pt>
                <c:pt idx="1928">
                  <c:v>1</c:v>
                </c:pt>
                <c:pt idx="1929">
                  <c:v>1</c:v>
                </c:pt>
                <c:pt idx="1930">
                  <c:v>1</c:v>
                </c:pt>
                <c:pt idx="1931">
                  <c:v>1</c:v>
                </c:pt>
                <c:pt idx="1932">
                  <c:v>1</c:v>
                </c:pt>
                <c:pt idx="1933">
                  <c:v>1</c:v>
                </c:pt>
                <c:pt idx="1934">
                  <c:v>1</c:v>
                </c:pt>
                <c:pt idx="1935">
                  <c:v>1</c:v>
                </c:pt>
                <c:pt idx="1936">
                  <c:v>1</c:v>
                </c:pt>
                <c:pt idx="1937">
                  <c:v>1</c:v>
                </c:pt>
                <c:pt idx="1938">
                  <c:v>1</c:v>
                </c:pt>
                <c:pt idx="1939">
                  <c:v>1</c:v>
                </c:pt>
                <c:pt idx="1940">
                  <c:v>1</c:v>
                </c:pt>
                <c:pt idx="1941">
                  <c:v>1</c:v>
                </c:pt>
                <c:pt idx="1942">
                  <c:v>1</c:v>
                </c:pt>
                <c:pt idx="1943">
                  <c:v>1</c:v>
                </c:pt>
                <c:pt idx="1944">
                  <c:v>1</c:v>
                </c:pt>
                <c:pt idx="1945">
                  <c:v>1</c:v>
                </c:pt>
                <c:pt idx="1946">
                  <c:v>1</c:v>
                </c:pt>
                <c:pt idx="1947">
                  <c:v>1</c:v>
                </c:pt>
                <c:pt idx="1948">
                  <c:v>1</c:v>
                </c:pt>
                <c:pt idx="1949">
                  <c:v>1</c:v>
                </c:pt>
                <c:pt idx="1950">
                  <c:v>1</c:v>
                </c:pt>
                <c:pt idx="1951">
                  <c:v>1</c:v>
                </c:pt>
                <c:pt idx="1952">
                  <c:v>1</c:v>
                </c:pt>
                <c:pt idx="1953">
                  <c:v>1</c:v>
                </c:pt>
                <c:pt idx="1954">
                  <c:v>1</c:v>
                </c:pt>
                <c:pt idx="1955">
                  <c:v>1</c:v>
                </c:pt>
                <c:pt idx="1956">
                  <c:v>1</c:v>
                </c:pt>
                <c:pt idx="1957">
                  <c:v>1</c:v>
                </c:pt>
                <c:pt idx="1958">
                  <c:v>1</c:v>
                </c:pt>
                <c:pt idx="1959">
                  <c:v>1</c:v>
                </c:pt>
                <c:pt idx="1960">
                  <c:v>1</c:v>
                </c:pt>
                <c:pt idx="1961">
                  <c:v>1</c:v>
                </c:pt>
                <c:pt idx="1962">
                  <c:v>1</c:v>
                </c:pt>
                <c:pt idx="1963">
                  <c:v>1</c:v>
                </c:pt>
                <c:pt idx="1964">
                  <c:v>1</c:v>
                </c:pt>
                <c:pt idx="1965">
                  <c:v>1</c:v>
                </c:pt>
                <c:pt idx="1966">
                  <c:v>1</c:v>
                </c:pt>
                <c:pt idx="1967">
                  <c:v>1</c:v>
                </c:pt>
                <c:pt idx="1968">
                  <c:v>1</c:v>
                </c:pt>
                <c:pt idx="1969">
                  <c:v>1</c:v>
                </c:pt>
                <c:pt idx="1970">
                  <c:v>1</c:v>
                </c:pt>
                <c:pt idx="1971">
                  <c:v>1</c:v>
                </c:pt>
                <c:pt idx="1972">
                  <c:v>1</c:v>
                </c:pt>
                <c:pt idx="1973">
                  <c:v>1</c:v>
                </c:pt>
                <c:pt idx="1974">
                  <c:v>1</c:v>
                </c:pt>
                <c:pt idx="1975">
                  <c:v>1</c:v>
                </c:pt>
                <c:pt idx="1976">
                  <c:v>1</c:v>
                </c:pt>
                <c:pt idx="1977">
                  <c:v>1</c:v>
                </c:pt>
                <c:pt idx="1978">
                  <c:v>1</c:v>
                </c:pt>
                <c:pt idx="1979">
                  <c:v>1</c:v>
                </c:pt>
                <c:pt idx="1980">
                  <c:v>1</c:v>
                </c:pt>
                <c:pt idx="1981">
                  <c:v>1</c:v>
                </c:pt>
                <c:pt idx="1982">
                  <c:v>1</c:v>
                </c:pt>
                <c:pt idx="1983">
                  <c:v>1</c:v>
                </c:pt>
                <c:pt idx="1984">
                  <c:v>1</c:v>
                </c:pt>
                <c:pt idx="1985">
                  <c:v>1</c:v>
                </c:pt>
                <c:pt idx="1986">
                  <c:v>1</c:v>
                </c:pt>
                <c:pt idx="1987">
                  <c:v>1</c:v>
                </c:pt>
                <c:pt idx="1988">
                  <c:v>1</c:v>
                </c:pt>
                <c:pt idx="1989">
                  <c:v>1</c:v>
                </c:pt>
                <c:pt idx="1990">
                  <c:v>1</c:v>
                </c:pt>
                <c:pt idx="1991">
                  <c:v>1</c:v>
                </c:pt>
                <c:pt idx="1992">
                  <c:v>1</c:v>
                </c:pt>
                <c:pt idx="1993">
                  <c:v>1</c:v>
                </c:pt>
                <c:pt idx="1994">
                  <c:v>1</c:v>
                </c:pt>
                <c:pt idx="1995">
                  <c:v>1</c:v>
                </c:pt>
                <c:pt idx="1996">
                  <c:v>1</c:v>
                </c:pt>
                <c:pt idx="1997">
                  <c:v>1</c:v>
                </c:pt>
                <c:pt idx="1998">
                  <c:v>1</c:v>
                </c:pt>
                <c:pt idx="1999">
                  <c:v>1</c:v>
                </c:pt>
                <c:pt idx="2000">
                  <c:v>1</c:v>
                </c:pt>
              </c:numCache>
            </c:numRef>
          </c:yVal>
        </c:ser>
        <c:ser>
          <c:idx val="2"/>
          <c:order val="2"/>
          <c:tx>
            <c:v>濾波後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Data'!$E$2:$E$2002</c:f>
              <c:numCache>
                <c:formatCode>General</c:formatCode>
                <c:ptCount val="2001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  <c:pt idx="5">
                  <c:v>0.0025</c:v>
                </c:pt>
                <c:pt idx="6">
                  <c:v>0.003</c:v>
                </c:pt>
                <c:pt idx="7">
                  <c:v>0.0035</c:v>
                </c:pt>
                <c:pt idx="8">
                  <c:v>0.004</c:v>
                </c:pt>
                <c:pt idx="9">
                  <c:v>0.0045</c:v>
                </c:pt>
                <c:pt idx="10">
                  <c:v>0.005</c:v>
                </c:pt>
                <c:pt idx="11">
                  <c:v>0.0055</c:v>
                </c:pt>
                <c:pt idx="12">
                  <c:v>0.006</c:v>
                </c:pt>
                <c:pt idx="13">
                  <c:v>0.0065</c:v>
                </c:pt>
                <c:pt idx="14">
                  <c:v>0.007</c:v>
                </c:pt>
                <c:pt idx="15">
                  <c:v>0.0075</c:v>
                </c:pt>
                <c:pt idx="16">
                  <c:v>0.008</c:v>
                </c:pt>
                <c:pt idx="17">
                  <c:v>0.0085</c:v>
                </c:pt>
                <c:pt idx="18">
                  <c:v>0.009</c:v>
                </c:pt>
                <c:pt idx="19">
                  <c:v>0.0095</c:v>
                </c:pt>
                <c:pt idx="20">
                  <c:v>0.01</c:v>
                </c:pt>
                <c:pt idx="21">
                  <c:v>0.0105</c:v>
                </c:pt>
                <c:pt idx="22">
                  <c:v>0.011</c:v>
                </c:pt>
                <c:pt idx="23">
                  <c:v>0.0115</c:v>
                </c:pt>
                <c:pt idx="24">
                  <c:v>0.012</c:v>
                </c:pt>
                <c:pt idx="25">
                  <c:v>0.0125</c:v>
                </c:pt>
                <c:pt idx="26">
                  <c:v>0.013</c:v>
                </c:pt>
                <c:pt idx="27">
                  <c:v>0.0135</c:v>
                </c:pt>
                <c:pt idx="28">
                  <c:v>0.014</c:v>
                </c:pt>
                <c:pt idx="29">
                  <c:v>0.0145</c:v>
                </c:pt>
                <c:pt idx="30">
                  <c:v>0.015</c:v>
                </c:pt>
                <c:pt idx="31">
                  <c:v>0.0155</c:v>
                </c:pt>
                <c:pt idx="32">
                  <c:v>0.016</c:v>
                </c:pt>
                <c:pt idx="33">
                  <c:v>0.0165</c:v>
                </c:pt>
                <c:pt idx="34">
                  <c:v>0.017</c:v>
                </c:pt>
                <c:pt idx="35">
                  <c:v>0.0175</c:v>
                </c:pt>
                <c:pt idx="36">
                  <c:v>0.018</c:v>
                </c:pt>
                <c:pt idx="37">
                  <c:v>0.0185</c:v>
                </c:pt>
                <c:pt idx="38">
                  <c:v>0.019</c:v>
                </c:pt>
                <c:pt idx="39">
                  <c:v>0.0195</c:v>
                </c:pt>
                <c:pt idx="40">
                  <c:v>0.02</c:v>
                </c:pt>
                <c:pt idx="41">
                  <c:v>0.0205</c:v>
                </c:pt>
                <c:pt idx="42">
                  <c:v>0.021</c:v>
                </c:pt>
                <c:pt idx="43">
                  <c:v>0.0215</c:v>
                </c:pt>
                <c:pt idx="44">
                  <c:v>0.022</c:v>
                </c:pt>
                <c:pt idx="45">
                  <c:v>0.0225</c:v>
                </c:pt>
                <c:pt idx="46">
                  <c:v>0.023</c:v>
                </c:pt>
                <c:pt idx="47">
                  <c:v>0.0235</c:v>
                </c:pt>
                <c:pt idx="48">
                  <c:v>0.024</c:v>
                </c:pt>
                <c:pt idx="49">
                  <c:v>0.0245</c:v>
                </c:pt>
                <c:pt idx="50">
                  <c:v>0.025</c:v>
                </c:pt>
                <c:pt idx="51">
                  <c:v>0.0255</c:v>
                </c:pt>
                <c:pt idx="52">
                  <c:v>0.026</c:v>
                </c:pt>
                <c:pt idx="53">
                  <c:v>0.0265</c:v>
                </c:pt>
                <c:pt idx="54">
                  <c:v>0.027</c:v>
                </c:pt>
                <c:pt idx="55">
                  <c:v>0.0275</c:v>
                </c:pt>
                <c:pt idx="56">
                  <c:v>0.028</c:v>
                </c:pt>
                <c:pt idx="57">
                  <c:v>0.0285</c:v>
                </c:pt>
                <c:pt idx="58">
                  <c:v>0.029</c:v>
                </c:pt>
                <c:pt idx="59">
                  <c:v>0.0295</c:v>
                </c:pt>
                <c:pt idx="60">
                  <c:v>0.03</c:v>
                </c:pt>
                <c:pt idx="61">
                  <c:v>0.0305</c:v>
                </c:pt>
                <c:pt idx="62">
                  <c:v>0.031</c:v>
                </c:pt>
                <c:pt idx="63">
                  <c:v>0.0315</c:v>
                </c:pt>
                <c:pt idx="64">
                  <c:v>0.032</c:v>
                </c:pt>
                <c:pt idx="65">
                  <c:v>0.0325</c:v>
                </c:pt>
                <c:pt idx="66">
                  <c:v>0.033</c:v>
                </c:pt>
                <c:pt idx="67">
                  <c:v>0.0335</c:v>
                </c:pt>
                <c:pt idx="68">
                  <c:v>0.034</c:v>
                </c:pt>
                <c:pt idx="69">
                  <c:v>0.0345</c:v>
                </c:pt>
                <c:pt idx="70">
                  <c:v>0.035</c:v>
                </c:pt>
                <c:pt idx="71">
                  <c:v>0.0355</c:v>
                </c:pt>
                <c:pt idx="72">
                  <c:v>0.036</c:v>
                </c:pt>
                <c:pt idx="73">
                  <c:v>0.0365</c:v>
                </c:pt>
                <c:pt idx="74">
                  <c:v>0.037</c:v>
                </c:pt>
                <c:pt idx="75">
                  <c:v>0.0375</c:v>
                </c:pt>
                <c:pt idx="76">
                  <c:v>0.038</c:v>
                </c:pt>
                <c:pt idx="77">
                  <c:v>0.0385</c:v>
                </c:pt>
                <c:pt idx="78">
                  <c:v>0.039</c:v>
                </c:pt>
                <c:pt idx="79">
                  <c:v>0.0395</c:v>
                </c:pt>
                <c:pt idx="80">
                  <c:v>0.04</c:v>
                </c:pt>
                <c:pt idx="81">
                  <c:v>0.0405</c:v>
                </c:pt>
                <c:pt idx="82">
                  <c:v>0.041</c:v>
                </c:pt>
                <c:pt idx="83">
                  <c:v>0.0415</c:v>
                </c:pt>
                <c:pt idx="84">
                  <c:v>0.042</c:v>
                </c:pt>
                <c:pt idx="85">
                  <c:v>0.0425</c:v>
                </c:pt>
                <c:pt idx="86">
                  <c:v>0.043</c:v>
                </c:pt>
                <c:pt idx="87">
                  <c:v>0.0435</c:v>
                </c:pt>
                <c:pt idx="88">
                  <c:v>0.044</c:v>
                </c:pt>
                <c:pt idx="89">
                  <c:v>0.0445</c:v>
                </c:pt>
                <c:pt idx="90">
                  <c:v>0.045</c:v>
                </c:pt>
                <c:pt idx="91">
                  <c:v>0.0455</c:v>
                </c:pt>
                <c:pt idx="92">
                  <c:v>0.046</c:v>
                </c:pt>
                <c:pt idx="93">
                  <c:v>0.0465</c:v>
                </c:pt>
                <c:pt idx="94">
                  <c:v>0.047</c:v>
                </c:pt>
                <c:pt idx="95">
                  <c:v>0.0475</c:v>
                </c:pt>
                <c:pt idx="96">
                  <c:v>0.048</c:v>
                </c:pt>
                <c:pt idx="97">
                  <c:v>0.0485</c:v>
                </c:pt>
                <c:pt idx="98">
                  <c:v>0.049</c:v>
                </c:pt>
                <c:pt idx="99">
                  <c:v>0.0495</c:v>
                </c:pt>
                <c:pt idx="100">
                  <c:v>0.05</c:v>
                </c:pt>
                <c:pt idx="101">
                  <c:v>0.0505</c:v>
                </c:pt>
                <c:pt idx="102">
                  <c:v>0.051</c:v>
                </c:pt>
                <c:pt idx="103">
                  <c:v>0.0515</c:v>
                </c:pt>
                <c:pt idx="104">
                  <c:v>0.052</c:v>
                </c:pt>
                <c:pt idx="105">
                  <c:v>0.0525</c:v>
                </c:pt>
                <c:pt idx="106">
                  <c:v>0.053</c:v>
                </c:pt>
                <c:pt idx="107">
                  <c:v>0.0535</c:v>
                </c:pt>
                <c:pt idx="108">
                  <c:v>0.054</c:v>
                </c:pt>
                <c:pt idx="109">
                  <c:v>0.0545</c:v>
                </c:pt>
                <c:pt idx="110">
                  <c:v>0.055</c:v>
                </c:pt>
                <c:pt idx="111">
                  <c:v>0.0555</c:v>
                </c:pt>
                <c:pt idx="112">
                  <c:v>0.056</c:v>
                </c:pt>
                <c:pt idx="113">
                  <c:v>0.0565</c:v>
                </c:pt>
                <c:pt idx="114">
                  <c:v>0.057</c:v>
                </c:pt>
                <c:pt idx="115">
                  <c:v>0.0575</c:v>
                </c:pt>
                <c:pt idx="116">
                  <c:v>0.058</c:v>
                </c:pt>
                <c:pt idx="117">
                  <c:v>0.0585</c:v>
                </c:pt>
                <c:pt idx="118">
                  <c:v>0.059</c:v>
                </c:pt>
                <c:pt idx="119">
                  <c:v>0.0595</c:v>
                </c:pt>
                <c:pt idx="120">
                  <c:v>0.06</c:v>
                </c:pt>
                <c:pt idx="121">
                  <c:v>0.0605</c:v>
                </c:pt>
                <c:pt idx="122">
                  <c:v>0.061</c:v>
                </c:pt>
                <c:pt idx="123">
                  <c:v>0.0615</c:v>
                </c:pt>
                <c:pt idx="124">
                  <c:v>0.062</c:v>
                </c:pt>
                <c:pt idx="125">
                  <c:v>0.0625</c:v>
                </c:pt>
                <c:pt idx="126">
                  <c:v>0.063</c:v>
                </c:pt>
                <c:pt idx="127">
                  <c:v>0.0635</c:v>
                </c:pt>
                <c:pt idx="128">
                  <c:v>0.064</c:v>
                </c:pt>
                <c:pt idx="129">
                  <c:v>0.0645</c:v>
                </c:pt>
                <c:pt idx="130">
                  <c:v>0.065</c:v>
                </c:pt>
                <c:pt idx="131">
                  <c:v>0.0655</c:v>
                </c:pt>
                <c:pt idx="132">
                  <c:v>0.066</c:v>
                </c:pt>
                <c:pt idx="133">
                  <c:v>0.0665</c:v>
                </c:pt>
                <c:pt idx="134">
                  <c:v>0.067</c:v>
                </c:pt>
                <c:pt idx="135">
                  <c:v>0.0675</c:v>
                </c:pt>
                <c:pt idx="136">
                  <c:v>0.068</c:v>
                </c:pt>
                <c:pt idx="137">
                  <c:v>0.0685</c:v>
                </c:pt>
                <c:pt idx="138">
                  <c:v>0.069</c:v>
                </c:pt>
                <c:pt idx="139">
                  <c:v>0.0695</c:v>
                </c:pt>
                <c:pt idx="140">
                  <c:v>0.07</c:v>
                </c:pt>
                <c:pt idx="141">
                  <c:v>0.0705</c:v>
                </c:pt>
                <c:pt idx="142">
                  <c:v>0.071</c:v>
                </c:pt>
                <c:pt idx="143">
                  <c:v>0.0715</c:v>
                </c:pt>
                <c:pt idx="144">
                  <c:v>0.072</c:v>
                </c:pt>
                <c:pt idx="145">
                  <c:v>0.0725</c:v>
                </c:pt>
                <c:pt idx="146">
                  <c:v>0.073</c:v>
                </c:pt>
                <c:pt idx="147">
                  <c:v>0.0735</c:v>
                </c:pt>
                <c:pt idx="148">
                  <c:v>0.074</c:v>
                </c:pt>
                <c:pt idx="149">
                  <c:v>0.0745</c:v>
                </c:pt>
                <c:pt idx="150">
                  <c:v>0.075</c:v>
                </c:pt>
                <c:pt idx="151">
                  <c:v>0.0755</c:v>
                </c:pt>
                <c:pt idx="152">
                  <c:v>0.076</c:v>
                </c:pt>
                <c:pt idx="153">
                  <c:v>0.0765</c:v>
                </c:pt>
                <c:pt idx="154">
                  <c:v>0.077</c:v>
                </c:pt>
                <c:pt idx="155">
                  <c:v>0.0775</c:v>
                </c:pt>
                <c:pt idx="156">
                  <c:v>0.078</c:v>
                </c:pt>
                <c:pt idx="157">
                  <c:v>0.0785</c:v>
                </c:pt>
                <c:pt idx="158">
                  <c:v>0.079</c:v>
                </c:pt>
                <c:pt idx="159">
                  <c:v>0.0795</c:v>
                </c:pt>
                <c:pt idx="160">
                  <c:v>0.08</c:v>
                </c:pt>
                <c:pt idx="161">
                  <c:v>0.0805</c:v>
                </c:pt>
                <c:pt idx="162">
                  <c:v>0.081</c:v>
                </c:pt>
                <c:pt idx="163">
                  <c:v>0.0815</c:v>
                </c:pt>
                <c:pt idx="164">
                  <c:v>0.082</c:v>
                </c:pt>
                <c:pt idx="165">
                  <c:v>0.0825</c:v>
                </c:pt>
                <c:pt idx="166">
                  <c:v>0.083</c:v>
                </c:pt>
                <c:pt idx="167">
                  <c:v>0.0835</c:v>
                </c:pt>
                <c:pt idx="168">
                  <c:v>0.084</c:v>
                </c:pt>
                <c:pt idx="169">
                  <c:v>0.0845</c:v>
                </c:pt>
                <c:pt idx="170">
                  <c:v>0.085</c:v>
                </c:pt>
                <c:pt idx="171">
                  <c:v>0.0855</c:v>
                </c:pt>
                <c:pt idx="172">
                  <c:v>0.086</c:v>
                </c:pt>
                <c:pt idx="173">
                  <c:v>0.0865</c:v>
                </c:pt>
                <c:pt idx="174">
                  <c:v>0.087</c:v>
                </c:pt>
                <c:pt idx="175">
                  <c:v>0.0875</c:v>
                </c:pt>
                <c:pt idx="176">
                  <c:v>0.088</c:v>
                </c:pt>
                <c:pt idx="177">
                  <c:v>0.0885</c:v>
                </c:pt>
                <c:pt idx="178">
                  <c:v>0.089</c:v>
                </c:pt>
                <c:pt idx="179">
                  <c:v>0.0895</c:v>
                </c:pt>
                <c:pt idx="180">
                  <c:v>0.09</c:v>
                </c:pt>
                <c:pt idx="181">
                  <c:v>0.0905</c:v>
                </c:pt>
                <c:pt idx="182">
                  <c:v>0.091</c:v>
                </c:pt>
                <c:pt idx="183">
                  <c:v>0.0915</c:v>
                </c:pt>
                <c:pt idx="184">
                  <c:v>0.092</c:v>
                </c:pt>
                <c:pt idx="185">
                  <c:v>0.0925</c:v>
                </c:pt>
                <c:pt idx="186">
                  <c:v>0.093</c:v>
                </c:pt>
                <c:pt idx="187">
                  <c:v>0.0935</c:v>
                </c:pt>
                <c:pt idx="188">
                  <c:v>0.094</c:v>
                </c:pt>
                <c:pt idx="189">
                  <c:v>0.0945</c:v>
                </c:pt>
                <c:pt idx="190">
                  <c:v>0.095</c:v>
                </c:pt>
                <c:pt idx="191">
                  <c:v>0.0955</c:v>
                </c:pt>
                <c:pt idx="192">
                  <c:v>0.096</c:v>
                </c:pt>
                <c:pt idx="193">
                  <c:v>0.0965</c:v>
                </c:pt>
                <c:pt idx="194">
                  <c:v>0.097</c:v>
                </c:pt>
                <c:pt idx="195">
                  <c:v>0.0975</c:v>
                </c:pt>
                <c:pt idx="196">
                  <c:v>0.098</c:v>
                </c:pt>
                <c:pt idx="197">
                  <c:v>0.0985</c:v>
                </c:pt>
                <c:pt idx="198">
                  <c:v>0.099</c:v>
                </c:pt>
                <c:pt idx="199">
                  <c:v>0.0995</c:v>
                </c:pt>
                <c:pt idx="200">
                  <c:v>0.1</c:v>
                </c:pt>
                <c:pt idx="201">
                  <c:v>0.1005</c:v>
                </c:pt>
                <c:pt idx="202">
                  <c:v>0.101</c:v>
                </c:pt>
                <c:pt idx="203">
                  <c:v>0.1015</c:v>
                </c:pt>
                <c:pt idx="204">
                  <c:v>0.102</c:v>
                </c:pt>
                <c:pt idx="205">
                  <c:v>0.1025</c:v>
                </c:pt>
                <c:pt idx="206">
                  <c:v>0.103</c:v>
                </c:pt>
                <c:pt idx="207">
                  <c:v>0.1035</c:v>
                </c:pt>
                <c:pt idx="208">
                  <c:v>0.104</c:v>
                </c:pt>
                <c:pt idx="209">
                  <c:v>0.1045</c:v>
                </c:pt>
                <c:pt idx="210">
                  <c:v>0.105</c:v>
                </c:pt>
                <c:pt idx="211">
                  <c:v>0.1055</c:v>
                </c:pt>
                <c:pt idx="212">
                  <c:v>0.106</c:v>
                </c:pt>
                <c:pt idx="213">
                  <c:v>0.1065</c:v>
                </c:pt>
                <c:pt idx="214">
                  <c:v>0.107</c:v>
                </c:pt>
                <c:pt idx="215">
                  <c:v>0.1075</c:v>
                </c:pt>
                <c:pt idx="216">
                  <c:v>0.108</c:v>
                </c:pt>
                <c:pt idx="217">
                  <c:v>0.1085</c:v>
                </c:pt>
                <c:pt idx="218">
                  <c:v>0.109</c:v>
                </c:pt>
                <c:pt idx="219">
                  <c:v>0.1095</c:v>
                </c:pt>
                <c:pt idx="220">
                  <c:v>0.11</c:v>
                </c:pt>
                <c:pt idx="221">
                  <c:v>0.1105</c:v>
                </c:pt>
                <c:pt idx="222">
                  <c:v>0.111</c:v>
                </c:pt>
                <c:pt idx="223">
                  <c:v>0.1115</c:v>
                </c:pt>
                <c:pt idx="224">
                  <c:v>0.112</c:v>
                </c:pt>
                <c:pt idx="225">
                  <c:v>0.1125</c:v>
                </c:pt>
                <c:pt idx="226">
                  <c:v>0.113</c:v>
                </c:pt>
                <c:pt idx="227">
                  <c:v>0.1135</c:v>
                </c:pt>
                <c:pt idx="228">
                  <c:v>0.114</c:v>
                </c:pt>
                <c:pt idx="229">
                  <c:v>0.1145</c:v>
                </c:pt>
                <c:pt idx="230">
                  <c:v>0.115</c:v>
                </c:pt>
                <c:pt idx="231">
                  <c:v>0.1155</c:v>
                </c:pt>
                <c:pt idx="232">
                  <c:v>0.116</c:v>
                </c:pt>
                <c:pt idx="233">
                  <c:v>0.1165</c:v>
                </c:pt>
                <c:pt idx="234">
                  <c:v>0.117</c:v>
                </c:pt>
                <c:pt idx="235">
                  <c:v>0.1175</c:v>
                </c:pt>
                <c:pt idx="236">
                  <c:v>0.118</c:v>
                </c:pt>
                <c:pt idx="237">
                  <c:v>0.1185</c:v>
                </c:pt>
                <c:pt idx="238">
                  <c:v>0.119</c:v>
                </c:pt>
                <c:pt idx="239">
                  <c:v>0.1195</c:v>
                </c:pt>
                <c:pt idx="240">
                  <c:v>0.12</c:v>
                </c:pt>
                <c:pt idx="241">
                  <c:v>0.1205</c:v>
                </c:pt>
                <c:pt idx="242">
                  <c:v>0.121</c:v>
                </c:pt>
                <c:pt idx="243">
                  <c:v>0.1215</c:v>
                </c:pt>
                <c:pt idx="244">
                  <c:v>0.122</c:v>
                </c:pt>
                <c:pt idx="245">
                  <c:v>0.1225</c:v>
                </c:pt>
                <c:pt idx="246">
                  <c:v>0.123</c:v>
                </c:pt>
                <c:pt idx="247">
                  <c:v>0.1235</c:v>
                </c:pt>
                <c:pt idx="248">
                  <c:v>0.124</c:v>
                </c:pt>
                <c:pt idx="249">
                  <c:v>0.1245</c:v>
                </c:pt>
                <c:pt idx="250">
                  <c:v>0.125</c:v>
                </c:pt>
                <c:pt idx="251">
                  <c:v>0.1255</c:v>
                </c:pt>
                <c:pt idx="252">
                  <c:v>0.126</c:v>
                </c:pt>
                <c:pt idx="253">
                  <c:v>0.1265</c:v>
                </c:pt>
                <c:pt idx="254">
                  <c:v>0.127</c:v>
                </c:pt>
                <c:pt idx="255">
                  <c:v>0.1275</c:v>
                </c:pt>
                <c:pt idx="256">
                  <c:v>0.128</c:v>
                </c:pt>
                <c:pt idx="257">
                  <c:v>0.1285</c:v>
                </c:pt>
                <c:pt idx="258">
                  <c:v>0.129</c:v>
                </c:pt>
                <c:pt idx="259">
                  <c:v>0.1295</c:v>
                </c:pt>
                <c:pt idx="260">
                  <c:v>0.13</c:v>
                </c:pt>
                <c:pt idx="261">
                  <c:v>0.1305</c:v>
                </c:pt>
                <c:pt idx="262">
                  <c:v>0.131</c:v>
                </c:pt>
                <c:pt idx="263">
                  <c:v>0.1315</c:v>
                </c:pt>
                <c:pt idx="264">
                  <c:v>0.132</c:v>
                </c:pt>
                <c:pt idx="265">
                  <c:v>0.1325</c:v>
                </c:pt>
                <c:pt idx="266">
                  <c:v>0.133</c:v>
                </c:pt>
                <c:pt idx="267">
                  <c:v>0.1335</c:v>
                </c:pt>
                <c:pt idx="268">
                  <c:v>0.134</c:v>
                </c:pt>
                <c:pt idx="269">
                  <c:v>0.1345</c:v>
                </c:pt>
                <c:pt idx="270">
                  <c:v>0.135</c:v>
                </c:pt>
                <c:pt idx="271">
                  <c:v>0.1355</c:v>
                </c:pt>
                <c:pt idx="272">
                  <c:v>0.136</c:v>
                </c:pt>
                <c:pt idx="273">
                  <c:v>0.1365</c:v>
                </c:pt>
                <c:pt idx="274">
                  <c:v>0.137</c:v>
                </c:pt>
                <c:pt idx="275">
                  <c:v>0.1375</c:v>
                </c:pt>
                <c:pt idx="276">
                  <c:v>0.138</c:v>
                </c:pt>
                <c:pt idx="277">
                  <c:v>0.1385</c:v>
                </c:pt>
                <c:pt idx="278">
                  <c:v>0.139</c:v>
                </c:pt>
                <c:pt idx="279">
                  <c:v>0.1395</c:v>
                </c:pt>
                <c:pt idx="280">
                  <c:v>0.14</c:v>
                </c:pt>
                <c:pt idx="281">
                  <c:v>0.1405</c:v>
                </c:pt>
                <c:pt idx="282">
                  <c:v>0.141</c:v>
                </c:pt>
                <c:pt idx="283">
                  <c:v>0.1415</c:v>
                </c:pt>
                <c:pt idx="284">
                  <c:v>0.142</c:v>
                </c:pt>
                <c:pt idx="285">
                  <c:v>0.1425</c:v>
                </c:pt>
                <c:pt idx="286">
                  <c:v>0.143</c:v>
                </c:pt>
                <c:pt idx="287">
                  <c:v>0.1435</c:v>
                </c:pt>
                <c:pt idx="288">
                  <c:v>0.144</c:v>
                </c:pt>
                <c:pt idx="289">
                  <c:v>0.1445</c:v>
                </c:pt>
                <c:pt idx="290">
                  <c:v>0.145</c:v>
                </c:pt>
                <c:pt idx="291">
                  <c:v>0.1455</c:v>
                </c:pt>
                <c:pt idx="292">
                  <c:v>0.146</c:v>
                </c:pt>
                <c:pt idx="293">
                  <c:v>0.1465</c:v>
                </c:pt>
                <c:pt idx="294">
                  <c:v>0.147</c:v>
                </c:pt>
                <c:pt idx="295">
                  <c:v>0.1475</c:v>
                </c:pt>
                <c:pt idx="296">
                  <c:v>0.148</c:v>
                </c:pt>
                <c:pt idx="297">
                  <c:v>0.1485</c:v>
                </c:pt>
                <c:pt idx="298">
                  <c:v>0.149</c:v>
                </c:pt>
                <c:pt idx="299">
                  <c:v>0.1495</c:v>
                </c:pt>
                <c:pt idx="300">
                  <c:v>0.15</c:v>
                </c:pt>
                <c:pt idx="301">
                  <c:v>0.1505</c:v>
                </c:pt>
                <c:pt idx="302">
                  <c:v>0.151</c:v>
                </c:pt>
                <c:pt idx="303">
                  <c:v>0.1515</c:v>
                </c:pt>
                <c:pt idx="304">
                  <c:v>0.152</c:v>
                </c:pt>
                <c:pt idx="305">
                  <c:v>0.1525</c:v>
                </c:pt>
                <c:pt idx="306">
                  <c:v>0.153</c:v>
                </c:pt>
                <c:pt idx="307">
                  <c:v>0.1535</c:v>
                </c:pt>
                <c:pt idx="308">
                  <c:v>0.154</c:v>
                </c:pt>
                <c:pt idx="309">
                  <c:v>0.1545</c:v>
                </c:pt>
                <c:pt idx="310">
                  <c:v>0.155</c:v>
                </c:pt>
                <c:pt idx="311">
                  <c:v>0.1555</c:v>
                </c:pt>
                <c:pt idx="312">
                  <c:v>0.156</c:v>
                </c:pt>
                <c:pt idx="313">
                  <c:v>0.1565</c:v>
                </c:pt>
                <c:pt idx="314">
                  <c:v>0.157</c:v>
                </c:pt>
                <c:pt idx="315">
                  <c:v>0.1575</c:v>
                </c:pt>
                <c:pt idx="316">
                  <c:v>0.158</c:v>
                </c:pt>
                <c:pt idx="317">
                  <c:v>0.1585</c:v>
                </c:pt>
                <c:pt idx="318">
                  <c:v>0.159</c:v>
                </c:pt>
                <c:pt idx="319">
                  <c:v>0.1595</c:v>
                </c:pt>
                <c:pt idx="320">
                  <c:v>0.16</c:v>
                </c:pt>
                <c:pt idx="321">
                  <c:v>0.1605</c:v>
                </c:pt>
                <c:pt idx="322">
                  <c:v>0.161</c:v>
                </c:pt>
                <c:pt idx="323">
                  <c:v>0.1615</c:v>
                </c:pt>
                <c:pt idx="324">
                  <c:v>0.162</c:v>
                </c:pt>
                <c:pt idx="325">
                  <c:v>0.1625</c:v>
                </c:pt>
                <c:pt idx="326">
                  <c:v>0.163</c:v>
                </c:pt>
                <c:pt idx="327">
                  <c:v>0.1635</c:v>
                </c:pt>
                <c:pt idx="328">
                  <c:v>0.164</c:v>
                </c:pt>
                <c:pt idx="329">
                  <c:v>0.1645</c:v>
                </c:pt>
                <c:pt idx="330">
                  <c:v>0.165</c:v>
                </c:pt>
                <c:pt idx="331">
                  <c:v>0.1655</c:v>
                </c:pt>
                <c:pt idx="332">
                  <c:v>0.166</c:v>
                </c:pt>
                <c:pt idx="333">
                  <c:v>0.1665</c:v>
                </c:pt>
                <c:pt idx="334">
                  <c:v>0.167</c:v>
                </c:pt>
                <c:pt idx="335">
                  <c:v>0.1675</c:v>
                </c:pt>
                <c:pt idx="336">
                  <c:v>0.168</c:v>
                </c:pt>
                <c:pt idx="337">
                  <c:v>0.1685</c:v>
                </c:pt>
                <c:pt idx="338">
                  <c:v>0.169</c:v>
                </c:pt>
                <c:pt idx="339">
                  <c:v>0.1695</c:v>
                </c:pt>
                <c:pt idx="340">
                  <c:v>0.17</c:v>
                </c:pt>
                <c:pt idx="341">
                  <c:v>0.1705</c:v>
                </c:pt>
                <c:pt idx="342">
                  <c:v>0.171</c:v>
                </c:pt>
                <c:pt idx="343">
                  <c:v>0.1715</c:v>
                </c:pt>
                <c:pt idx="344">
                  <c:v>0.172</c:v>
                </c:pt>
                <c:pt idx="345">
                  <c:v>0.1725</c:v>
                </c:pt>
                <c:pt idx="346">
                  <c:v>0.173</c:v>
                </c:pt>
                <c:pt idx="347">
                  <c:v>0.1735</c:v>
                </c:pt>
                <c:pt idx="348">
                  <c:v>0.174</c:v>
                </c:pt>
                <c:pt idx="349">
                  <c:v>0.1745</c:v>
                </c:pt>
                <c:pt idx="350">
                  <c:v>0.175</c:v>
                </c:pt>
                <c:pt idx="351">
                  <c:v>0.1755</c:v>
                </c:pt>
                <c:pt idx="352">
                  <c:v>0.176</c:v>
                </c:pt>
                <c:pt idx="353">
                  <c:v>0.1765</c:v>
                </c:pt>
                <c:pt idx="354">
                  <c:v>0.177</c:v>
                </c:pt>
                <c:pt idx="355">
                  <c:v>0.1775</c:v>
                </c:pt>
                <c:pt idx="356">
                  <c:v>0.178</c:v>
                </c:pt>
                <c:pt idx="357">
                  <c:v>0.1785</c:v>
                </c:pt>
                <c:pt idx="358">
                  <c:v>0.179</c:v>
                </c:pt>
                <c:pt idx="359">
                  <c:v>0.1795</c:v>
                </c:pt>
                <c:pt idx="360">
                  <c:v>0.18</c:v>
                </c:pt>
                <c:pt idx="361">
                  <c:v>0.1805</c:v>
                </c:pt>
                <c:pt idx="362">
                  <c:v>0.181</c:v>
                </c:pt>
                <c:pt idx="363">
                  <c:v>0.1815</c:v>
                </c:pt>
                <c:pt idx="364">
                  <c:v>0.182</c:v>
                </c:pt>
                <c:pt idx="365">
                  <c:v>0.1825</c:v>
                </c:pt>
                <c:pt idx="366">
                  <c:v>0.183</c:v>
                </c:pt>
                <c:pt idx="367">
                  <c:v>0.1835</c:v>
                </c:pt>
                <c:pt idx="368">
                  <c:v>0.184</c:v>
                </c:pt>
                <c:pt idx="369">
                  <c:v>0.1845</c:v>
                </c:pt>
                <c:pt idx="370">
                  <c:v>0.185</c:v>
                </c:pt>
                <c:pt idx="371">
                  <c:v>0.1855</c:v>
                </c:pt>
                <c:pt idx="372">
                  <c:v>0.186</c:v>
                </c:pt>
                <c:pt idx="373">
                  <c:v>0.1865</c:v>
                </c:pt>
                <c:pt idx="374">
                  <c:v>0.187</c:v>
                </c:pt>
                <c:pt idx="375">
                  <c:v>0.1875</c:v>
                </c:pt>
                <c:pt idx="376">
                  <c:v>0.188</c:v>
                </c:pt>
                <c:pt idx="377">
                  <c:v>0.1885</c:v>
                </c:pt>
                <c:pt idx="378">
                  <c:v>0.189</c:v>
                </c:pt>
                <c:pt idx="379">
                  <c:v>0.1895</c:v>
                </c:pt>
                <c:pt idx="380">
                  <c:v>0.19</c:v>
                </c:pt>
                <c:pt idx="381">
                  <c:v>0.1905</c:v>
                </c:pt>
                <c:pt idx="382">
                  <c:v>0.191</c:v>
                </c:pt>
                <c:pt idx="383">
                  <c:v>0.1915</c:v>
                </c:pt>
                <c:pt idx="384">
                  <c:v>0.192</c:v>
                </c:pt>
                <c:pt idx="385">
                  <c:v>0.1925</c:v>
                </c:pt>
                <c:pt idx="386">
                  <c:v>0.193</c:v>
                </c:pt>
                <c:pt idx="387">
                  <c:v>0.1935</c:v>
                </c:pt>
                <c:pt idx="388">
                  <c:v>0.194</c:v>
                </c:pt>
                <c:pt idx="389">
                  <c:v>0.1945</c:v>
                </c:pt>
                <c:pt idx="390">
                  <c:v>0.195</c:v>
                </c:pt>
                <c:pt idx="391">
                  <c:v>0.1955</c:v>
                </c:pt>
                <c:pt idx="392">
                  <c:v>0.196</c:v>
                </c:pt>
                <c:pt idx="393">
                  <c:v>0.1965</c:v>
                </c:pt>
                <c:pt idx="394">
                  <c:v>0.197</c:v>
                </c:pt>
                <c:pt idx="395">
                  <c:v>0.1975</c:v>
                </c:pt>
                <c:pt idx="396">
                  <c:v>0.198</c:v>
                </c:pt>
                <c:pt idx="397">
                  <c:v>0.1985</c:v>
                </c:pt>
                <c:pt idx="398">
                  <c:v>0.199</c:v>
                </c:pt>
                <c:pt idx="399">
                  <c:v>0.1995</c:v>
                </c:pt>
                <c:pt idx="400">
                  <c:v>0.2</c:v>
                </c:pt>
                <c:pt idx="401">
                  <c:v>0.2005</c:v>
                </c:pt>
                <c:pt idx="402">
                  <c:v>0.201</c:v>
                </c:pt>
                <c:pt idx="403">
                  <c:v>0.2015</c:v>
                </c:pt>
                <c:pt idx="404">
                  <c:v>0.202</c:v>
                </c:pt>
                <c:pt idx="405">
                  <c:v>0.2025</c:v>
                </c:pt>
                <c:pt idx="406">
                  <c:v>0.203</c:v>
                </c:pt>
                <c:pt idx="407">
                  <c:v>0.2035</c:v>
                </c:pt>
                <c:pt idx="408">
                  <c:v>0.204</c:v>
                </c:pt>
                <c:pt idx="409">
                  <c:v>0.2045</c:v>
                </c:pt>
                <c:pt idx="410">
                  <c:v>0.205</c:v>
                </c:pt>
                <c:pt idx="411">
                  <c:v>0.2055</c:v>
                </c:pt>
                <c:pt idx="412">
                  <c:v>0.206</c:v>
                </c:pt>
                <c:pt idx="413">
                  <c:v>0.2065</c:v>
                </c:pt>
                <c:pt idx="414">
                  <c:v>0.207</c:v>
                </c:pt>
                <c:pt idx="415">
                  <c:v>0.2075</c:v>
                </c:pt>
                <c:pt idx="416">
                  <c:v>0.208</c:v>
                </c:pt>
                <c:pt idx="417">
                  <c:v>0.2085</c:v>
                </c:pt>
                <c:pt idx="418">
                  <c:v>0.209</c:v>
                </c:pt>
                <c:pt idx="419">
                  <c:v>0.2095</c:v>
                </c:pt>
                <c:pt idx="420">
                  <c:v>0.21</c:v>
                </c:pt>
                <c:pt idx="421">
                  <c:v>0.2105</c:v>
                </c:pt>
                <c:pt idx="422">
                  <c:v>0.211</c:v>
                </c:pt>
                <c:pt idx="423">
                  <c:v>0.2115</c:v>
                </c:pt>
                <c:pt idx="424">
                  <c:v>0.212</c:v>
                </c:pt>
                <c:pt idx="425">
                  <c:v>0.2125</c:v>
                </c:pt>
                <c:pt idx="426">
                  <c:v>0.213</c:v>
                </c:pt>
                <c:pt idx="427">
                  <c:v>0.2135</c:v>
                </c:pt>
                <c:pt idx="428">
                  <c:v>0.214</c:v>
                </c:pt>
                <c:pt idx="429">
                  <c:v>0.2145</c:v>
                </c:pt>
                <c:pt idx="430">
                  <c:v>0.215</c:v>
                </c:pt>
                <c:pt idx="431">
                  <c:v>0.2155</c:v>
                </c:pt>
                <c:pt idx="432">
                  <c:v>0.216</c:v>
                </c:pt>
                <c:pt idx="433">
                  <c:v>0.2165</c:v>
                </c:pt>
                <c:pt idx="434">
                  <c:v>0.217</c:v>
                </c:pt>
                <c:pt idx="435">
                  <c:v>0.2175</c:v>
                </c:pt>
                <c:pt idx="436">
                  <c:v>0.218</c:v>
                </c:pt>
                <c:pt idx="437">
                  <c:v>0.2185</c:v>
                </c:pt>
                <c:pt idx="438">
                  <c:v>0.219</c:v>
                </c:pt>
                <c:pt idx="439">
                  <c:v>0.2195</c:v>
                </c:pt>
                <c:pt idx="440">
                  <c:v>0.22</c:v>
                </c:pt>
                <c:pt idx="441">
                  <c:v>0.2205</c:v>
                </c:pt>
                <c:pt idx="442">
                  <c:v>0.221</c:v>
                </c:pt>
                <c:pt idx="443">
                  <c:v>0.2215</c:v>
                </c:pt>
                <c:pt idx="444">
                  <c:v>0.222</c:v>
                </c:pt>
                <c:pt idx="445">
                  <c:v>0.2225</c:v>
                </c:pt>
                <c:pt idx="446">
                  <c:v>0.223</c:v>
                </c:pt>
                <c:pt idx="447">
                  <c:v>0.2235</c:v>
                </c:pt>
                <c:pt idx="448">
                  <c:v>0.224</c:v>
                </c:pt>
                <c:pt idx="449">
                  <c:v>0.2245</c:v>
                </c:pt>
                <c:pt idx="450">
                  <c:v>0.225</c:v>
                </c:pt>
                <c:pt idx="451">
                  <c:v>0.2255</c:v>
                </c:pt>
                <c:pt idx="452">
                  <c:v>0.226</c:v>
                </c:pt>
                <c:pt idx="453">
                  <c:v>0.2265</c:v>
                </c:pt>
                <c:pt idx="454">
                  <c:v>0.227</c:v>
                </c:pt>
                <c:pt idx="455">
                  <c:v>0.2275</c:v>
                </c:pt>
                <c:pt idx="456">
                  <c:v>0.228</c:v>
                </c:pt>
                <c:pt idx="457">
                  <c:v>0.2285</c:v>
                </c:pt>
                <c:pt idx="458">
                  <c:v>0.229</c:v>
                </c:pt>
                <c:pt idx="459">
                  <c:v>0.2295</c:v>
                </c:pt>
                <c:pt idx="460">
                  <c:v>0.23</c:v>
                </c:pt>
                <c:pt idx="461">
                  <c:v>0.2305</c:v>
                </c:pt>
                <c:pt idx="462">
                  <c:v>0.231</c:v>
                </c:pt>
                <c:pt idx="463">
                  <c:v>0.2315</c:v>
                </c:pt>
                <c:pt idx="464">
                  <c:v>0.232</c:v>
                </c:pt>
                <c:pt idx="465">
                  <c:v>0.2325</c:v>
                </c:pt>
                <c:pt idx="466">
                  <c:v>0.233</c:v>
                </c:pt>
                <c:pt idx="467">
                  <c:v>0.2335</c:v>
                </c:pt>
                <c:pt idx="468">
                  <c:v>0.234</c:v>
                </c:pt>
                <c:pt idx="469">
                  <c:v>0.2345</c:v>
                </c:pt>
                <c:pt idx="470">
                  <c:v>0.235</c:v>
                </c:pt>
                <c:pt idx="471">
                  <c:v>0.2355</c:v>
                </c:pt>
                <c:pt idx="472">
                  <c:v>0.236</c:v>
                </c:pt>
                <c:pt idx="473">
                  <c:v>0.2365</c:v>
                </c:pt>
                <c:pt idx="474">
                  <c:v>0.237</c:v>
                </c:pt>
                <c:pt idx="475">
                  <c:v>0.2375</c:v>
                </c:pt>
                <c:pt idx="476">
                  <c:v>0.238</c:v>
                </c:pt>
                <c:pt idx="477">
                  <c:v>0.2385</c:v>
                </c:pt>
                <c:pt idx="478">
                  <c:v>0.239</c:v>
                </c:pt>
                <c:pt idx="479">
                  <c:v>0.2395</c:v>
                </c:pt>
                <c:pt idx="480">
                  <c:v>0.24</c:v>
                </c:pt>
                <c:pt idx="481">
                  <c:v>0.2405</c:v>
                </c:pt>
                <c:pt idx="482">
                  <c:v>0.241</c:v>
                </c:pt>
                <c:pt idx="483">
                  <c:v>0.2415</c:v>
                </c:pt>
                <c:pt idx="484">
                  <c:v>0.242</c:v>
                </c:pt>
                <c:pt idx="485">
                  <c:v>0.2425</c:v>
                </c:pt>
                <c:pt idx="486">
                  <c:v>0.243</c:v>
                </c:pt>
                <c:pt idx="487">
                  <c:v>0.2435</c:v>
                </c:pt>
                <c:pt idx="488">
                  <c:v>0.244</c:v>
                </c:pt>
                <c:pt idx="489">
                  <c:v>0.2445</c:v>
                </c:pt>
                <c:pt idx="490">
                  <c:v>0.245</c:v>
                </c:pt>
                <c:pt idx="491">
                  <c:v>0.2455</c:v>
                </c:pt>
                <c:pt idx="492">
                  <c:v>0.246</c:v>
                </c:pt>
                <c:pt idx="493">
                  <c:v>0.2465</c:v>
                </c:pt>
                <c:pt idx="494">
                  <c:v>0.247</c:v>
                </c:pt>
                <c:pt idx="495">
                  <c:v>0.2475</c:v>
                </c:pt>
                <c:pt idx="496">
                  <c:v>0.248</c:v>
                </c:pt>
                <c:pt idx="497">
                  <c:v>0.2485</c:v>
                </c:pt>
                <c:pt idx="498">
                  <c:v>0.249</c:v>
                </c:pt>
                <c:pt idx="499">
                  <c:v>0.2495</c:v>
                </c:pt>
                <c:pt idx="500">
                  <c:v>0.25</c:v>
                </c:pt>
                <c:pt idx="501">
                  <c:v>0.2505</c:v>
                </c:pt>
                <c:pt idx="502">
                  <c:v>0.251</c:v>
                </c:pt>
                <c:pt idx="503">
                  <c:v>0.2515</c:v>
                </c:pt>
                <c:pt idx="504">
                  <c:v>0.252</c:v>
                </c:pt>
                <c:pt idx="505">
                  <c:v>0.2525</c:v>
                </c:pt>
                <c:pt idx="506">
                  <c:v>0.253</c:v>
                </c:pt>
                <c:pt idx="507">
                  <c:v>0.2535</c:v>
                </c:pt>
                <c:pt idx="508">
                  <c:v>0.254</c:v>
                </c:pt>
                <c:pt idx="509">
                  <c:v>0.2545</c:v>
                </c:pt>
                <c:pt idx="510">
                  <c:v>0.255</c:v>
                </c:pt>
                <c:pt idx="511">
                  <c:v>0.2555</c:v>
                </c:pt>
                <c:pt idx="512">
                  <c:v>0.256</c:v>
                </c:pt>
                <c:pt idx="513">
                  <c:v>0.2565</c:v>
                </c:pt>
                <c:pt idx="514">
                  <c:v>0.257</c:v>
                </c:pt>
                <c:pt idx="515">
                  <c:v>0.2575</c:v>
                </c:pt>
                <c:pt idx="516">
                  <c:v>0.258</c:v>
                </c:pt>
                <c:pt idx="517">
                  <c:v>0.2585</c:v>
                </c:pt>
                <c:pt idx="518">
                  <c:v>0.259</c:v>
                </c:pt>
                <c:pt idx="519">
                  <c:v>0.2595</c:v>
                </c:pt>
                <c:pt idx="520">
                  <c:v>0.26</c:v>
                </c:pt>
                <c:pt idx="521">
                  <c:v>0.2605</c:v>
                </c:pt>
                <c:pt idx="522">
                  <c:v>0.261</c:v>
                </c:pt>
                <c:pt idx="523">
                  <c:v>0.2615</c:v>
                </c:pt>
                <c:pt idx="524">
                  <c:v>0.262</c:v>
                </c:pt>
                <c:pt idx="525">
                  <c:v>0.2625</c:v>
                </c:pt>
                <c:pt idx="526">
                  <c:v>0.263</c:v>
                </c:pt>
                <c:pt idx="527">
                  <c:v>0.2635</c:v>
                </c:pt>
                <c:pt idx="528">
                  <c:v>0.264</c:v>
                </c:pt>
                <c:pt idx="529">
                  <c:v>0.2645</c:v>
                </c:pt>
                <c:pt idx="530">
                  <c:v>0.265</c:v>
                </c:pt>
                <c:pt idx="531">
                  <c:v>0.2655</c:v>
                </c:pt>
                <c:pt idx="532">
                  <c:v>0.266</c:v>
                </c:pt>
                <c:pt idx="533">
                  <c:v>0.2665</c:v>
                </c:pt>
                <c:pt idx="534">
                  <c:v>0.267</c:v>
                </c:pt>
                <c:pt idx="535">
                  <c:v>0.2675</c:v>
                </c:pt>
                <c:pt idx="536">
                  <c:v>0.268</c:v>
                </c:pt>
                <c:pt idx="537">
                  <c:v>0.2685</c:v>
                </c:pt>
                <c:pt idx="538">
                  <c:v>0.269</c:v>
                </c:pt>
                <c:pt idx="539">
                  <c:v>0.2695</c:v>
                </c:pt>
                <c:pt idx="540">
                  <c:v>0.27</c:v>
                </c:pt>
                <c:pt idx="541">
                  <c:v>0.2705</c:v>
                </c:pt>
                <c:pt idx="542">
                  <c:v>0.271</c:v>
                </c:pt>
                <c:pt idx="543">
                  <c:v>0.2715</c:v>
                </c:pt>
                <c:pt idx="544">
                  <c:v>0.272</c:v>
                </c:pt>
                <c:pt idx="545">
                  <c:v>0.2725</c:v>
                </c:pt>
                <c:pt idx="546">
                  <c:v>0.273</c:v>
                </c:pt>
                <c:pt idx="547">
                  <c:v>0.2735</c:v>
                </c:pt>
                <c:pt idx="548">
                  <c:v>0.274</c:v>
                </c:pt>
                <c:pt idx="549">
                  <c:v>0.2745</c:v>
                </c:pt>
                <c:pt idx="550">
                  <c:v>0.275</c:v>
                </c:pt>
                <c:pt idx="551">
                  <c:v>0.2755</c:v>
                </c:pt>
                <c:pt idx="552">
                  <c:v>0.276</c:v>
                </c:pt>
                <c:pt idx="553">
                  <c:v>0.2765</c:v>
                </c:pt>
                <c:pt idx="554">
                  <c:v>0.277</c:v>
                </c:pt>
                <c:pt idx="555">
                  <c:v>0.2775</c:v>
                </c:pt>
                <c:pt idx="556">
                  <c:v>0.278</c:v>
                </c:pt>
                <c:pt idx="557">
                  <c:v>0.2785</c:v>
                </c:pt>
                <c:pt idx="558">
                  <c:v>0.279</c:v>
                </c:pt>
                <c:pt idx="559">
                  <c:v>0.2795</c:v>
                </c:pt>
                <c:pt idx="560">
                  <c:v>0.28</c:v>
                </c:pt>
                <c:pt idx="561">
                  <c:v>0.2805</c:v>
                </c:pt>
                <c:pt idx="562">
                  <c:v>0.281</c:v>
                </c:pt>
                <c:pt idx="563">
                  <c:v>0.2815</c:v>
                </c:pt>
                <c:pt idx="564">
                  <c:v>0.282</c:v>
                </c:pt>
                <c:pt idx="565">
                  <c:v>0.2825</c:v>
                </c:pt>
                <c:pt idx="566">
                  <c:v>0.283</c:v>
                </c:pt>
                <c:pt idx="567">
                  <c:v>0.2835</c:v>
                </c:pt>
                <c:pt idx="568">
                  <c:v>0.284</c:v>
                </c:pt>
                <c:pt idx="569">
                  <c:v>0.2845</c:v>
                </c:pt>
                <c:pt idx="570">
                  <c:v>0.285</c:v>
                </c:pt>
                <c:pt idx="571">
                  <c:v>0.2855</c:v>
                </c:pt>
                <c:pt idx="572">
                  <c:v>0.286</c:v>
                </c:pt>
                <c:pt idx="573">
                  <c:v>0.2865</c:v>
                </c:pt>
                <c:pt idx="574">
                  <c:v>0.287</c:v>
                </c:pt>
                <c:pt idx="575">
                  <c:v>0.2875</c:v>
                </c:pt>
                <c:pt idx="576">
                  <c:v>0.288</c:v>
                </c:pt>
                <c:pt idx="577">
                  <c:v>0.2885</c:v>
                </c:pt>
                <c:pt idx="578">
                  <c:v>0.289</c:v>
                </c:pt>
                <c:pt idx="579">
                  <c:v>0.2895</c:v>
                </c:pt>
                <c:pt idx="580">
                  <c:v>0.29</c:v>
                </c:pt>
                <c:pt idx="581">
                  <c:v>0.2905</c:v>
                </c:pt>
                <c:pt idx="582">
                  <c:v>0.291</c:v>
                </c:pt>
                <c:pt idx="583">
                  <c:v>0.2915</c:v>
                </c:pt>
                <c:pt idx="584">
                  <c:v>0.292</c:v>
                </c:pt>
                <c:pt idx="585">
                  <c:v>0.2925</c:v>
                </c:pt>
                <c:pt idx="586">
                  <c:v>0.293</c:v>
                </c:pt>
                <c:pt idx="587">
                  <c:v>0.2935</c:v>
                </c:pt>
                <c:pt idx="588">
                  <c:v>0.294</c:v>
                </c:pt>
                <c:pt idx="589">
                  <c:v>0.2945</c:v>
                </c:pt>
                <c:pt idx="590">
                  <c:v>0.295</c:v>
                </c:pt>
                <c:pt idx="591">
                  <c:v>0.2955</c:v>
                </c:pt>
                <c:pt idx="592">
                  <c:v>0.296</c:v>
                </c:pt>
                <c:pt idx="593">
                  <c:v>0.2965</c:v>
                </c:pt>
                <c:pt idx="594">
                  <c:v>0.297</c:v>
                </c:pt>
                <c:pt idx="595">
                  <c:v>0.2975</c:v>
                </c:pt>
                <c:pt idx="596">
                  <c:v>0.298</c:v>
                </c:pt>
                <c:pt idx="597">
                  <c:v>0.2985</c:v>
                </c:pt>
                <c:pt idx="598">
                  <c:v>0.299</c:v>
                </c:pt>
                <c:pt idx="599">
                  <c:v>0.2995</c:v>
                </c:pt>
                <c:pt idx="600">
                  <c:v>0.3</c:v>
                </c:pt>
                <c:pt idx="601">
                  <c:v>0.3005</c:v>
                </c:pt>
                <c:pt idx="602">
                  <c:v>0.301</c:v>
                </c:pt>
                <c:pt idx="603">
                  <c:v>0.3015</c:v>
                </c:pt>
                <c:pt idx="604">
                  <c:v>0.302</c:v>
                </c:pt>
                <c:pt idx="605">
                  <c:v>0.3025</c:v>
                </c:pt>
                <c:pt idx="606">
                  <c:v>0.303</c:v>
                </c:pt>
                <c:pt idx="607">
                  <c:v>0.3035</c:v>
                </c:pt>
                <c:pt idx="608">
                  <c:v>0.304</c:v>
                </c:pt>
                <c:pt idx="609">
                  <c:v>0.3045</c:v>
                </c:pt>
                <c:pt idx="610">
                  <c:v>0.305</c:v>
                </c:pt>
                <c:pt idx="611">
                  <c:v>0.3055</c:v>
                </c:pt>
                <c:pt idx="612">
                  <c:v>0.306</c:v>
                </c:pt>
                <c:pt idx="613">
                  <c:v>0.3065</c:v>
                </c:pt>
                <c:pt idx="614">
                  <c:v>0.307</c:v>
                </c:pt>
                <c:pt idx="615">
                  <c:v>0.3075</c:v>
                </c:pt>
                <c:pt idx="616">
                  <c:v>0.308</c:v>
                </c:pt>
                <c:pt idx="617">
                  <c:v>0.3085</c:v>
                </c:pt>
                <c:pt idx="618">
                  <c:v>0.309</c:v>
                </c:pt>
                <c:pt idx="619">
                  <c:v>0.3095</c:v>
                </c:pt>
                <c:pt idx="620">
                  <c:v>0.31</c:v>
                </c:pt>
                <c:pt idx="621">
                  <c:v>0.3105</c:v>
                </c:pt>
                <c:pt idx="622">
                  <c:v>0.311</c:v>
                </c:pt>
                <c:pt idx="623">
                  <c:v>0.3115</c:v>
                </c:pt>
                <c:pt idx="624">
                  <c:v>0.312</c:v>
                </c:pt>
                <c:pt idx="625">
                  <c:v>0.3125</c:v>
                </c:pt>
                <c:pt idx="626">
                  <c:v>0.313</c:v>
                </c:pt>
                <c:pt idx="627">
                  <c:v>0.3135</c:v>
                </c:pt>
                <c:pt idx="628">
                  <c:v>0.314</c:v>
                </c:pt>
                <c:pt idx="629">
                  <c:v>0.3145</c:v>
                </c:pt>
                <c:pt idx="630">
                  <c:v>0.315</c:v>
                </c:pt>
                <c:pt idx="631">
                  <c:v>0.3155</c:v>
                </c:pt>
                <c:pt idx="632">
                  <c:v>0.316</c:v>
                </c:pt>
                <c:pt idx="633">
                  <c:v>0.3165</c:v>
                </c:pt>
                <c:pt idx="634">
                  <c:v>0.317</c:v>
                </c:pt>
                <c:pt idx="635">
                  <c:v>0.3175</c:v>
                </c:pt>
                <c:pt idx="636">
                  <c:v>0.318</c:v>
                </c:pt>
                <c:pt idx="637">
                  <c:v>0.3185</c:v>
                </c:pt>
                <c:pt idx="638">
                  <c:v>0.319</c:v>
                </c:pt>
                <c:pt idx="639">
                  <c:v>0.3195</c:v>
                </c:pt>
                <c:pt idx="640">
                  <c:v>0.32</c:v>
                </c:pt>
                <c:pt idx="641">
                  <c:v>0.3205</c:v>
                </c:pt>
                <c:pt idx="642">
                  <c:v>0.321</c:v>
                </c:pt>
                <c:pt idx="643">
                  <c:v>0.3215</c:v>
                </c:pt>
                <c:pt idx="644">
                  <c:v>0.322</c:v>
                </c:pt>
                <c:pt idx="645">
                  <c:v>0.3225</c:v>
                </c:pt>
                <c:pt idx="646">
                  <c:v>0.323</c:v>
                </c:pt>
                <c:pt idx="647">
                  <c:v>0.3235</c:v>
                </c:pt>
                <c:pt idx="648">
                  <c:v>0.324</c:v>
                </c:pt>
                <c:pt idx="649">
                  <c:v>0.3245</c:v>
                </c:pt>
                <c:pt idx="650">
                  <c:v>0.325</c:v>
                </c:pt>
                <c:pt idx="651">
                  <c:v>0.3255</c:v>
                </c:pt>
                <c:pt idx="652">
                  <c:v>0.326</c:v>
                </c:pt>
                <c:pt idx="653">
                  <c:v>0.3265</c:v>
                </c:pt>
                <c:pt idx="654">
                  <c:v>0.327</c:v>
                </c:pt>
                <c:pt idx="655">
                  <c:v>0.3275</c:v>
                </c:pt>
                <c:pt idx="656">
                  <c:v>0.328</c:v>
                </c:pt>
                <c:pt idx="657">
                  <c:v>0.3285</c:v>
                </c:pt>
                <c:pt idx="658">
                  <c:v>0.329</c:v>
                </c:pt>
                <c:pt idx="659">
                  <c:v>0.3295</c:v>
                </c:pt>
                <c:pt idx="660">
                  <c:v>0.33</c:v>
                </c:pt>
                <c:pt idx="661">
                  <c:v>0.3305</c:v>
                </c:pt>
                <c:pt idx="662">
                  <c:v>0.331</c:v>
                </c:pt>
                <c:pt idx="663">
                  <c:v>0.3315</c:v>
                </c:pt>
                <c:pt idx="664">
                  <c:v>0.332</c:v>
                </c:pt>
                <c:pt idx="665">
                  <c:v>0.3325</c:v>
                </c:pt>
                <c:pt idx="666">
                  <c:v>0.333</c:v>
                </c:pt>
                <c:pt idx="667">
                  <c:v>0.3335</c:v>
                </c:pt>
                <c:pt idx="668">
                  <c:v>0.334</c:v>
                </c:pt>
                <c:pt idx="669">
                  <c:v>0.3345</c:v>
                </c:pt>
                <c:pt idx="670">
                  <c:v>0.335</c:v>
                </c:pt>
                <c:pt idx="671">
                  <c:v>0.3355</c:v>
                </c:pt>
                <c:pt idx="672">
                  <c:v>0.336</c:v>
                </c:pt>
                <c:pt idx="673">
                  <c:v>0.3365</c:v>
                </c:pt>
                <c:pt idx="674">
                  <c:v>0.337</c:v>
                </c:pt>
                <c:pt idx="675">
                  <c:v>0.3375</c:v>
                </c:pt>
                <c:pt idx="676">
                  <c:v>0.338</c:v>
                </c:pt>
                <c:pt idx="677">
                  <c:v>0.3385</c:v>
                </c:pt>
                <c:pt idx="678">
                  <c:v>0.339</c:v>
                </c:pt>
                <c:pt idx="679">
                  <c:v>0.3395</c:v>
                </c:pt>
                <c:pt idx="680">
                  <c:v>0.34</c:v>
                </c:pt>
                <c:pt idx="681">
                  <c:v>0.3405</c:v>
                </c:pt>
                <c:pt idx="682">
                  <c:v>0.341</c:v>
                </c:pt>
                <c:pt idx="683">
                  <c:v>0.3415</c:v>
                </c:pt>
                <c:pt idx="684">
                  <c:v>0.342</c:v>
                </c:pt>
                <c:pt idx="685">
                  <c:v>0.3425</c:v>
                </c:pt>
                <c:pt idx="686">
                  <c:v>0.343</c:v>
                </c:pt>
                <c:pt idx="687">
                  <c:v>0.3435</c:v>
                </c:pt>
                <c:pt idx="688">
                  <c:v>0.344</c:v>
                </c:pt>
                <c:pt idx="689">
                  <c:v>0.3445</c:v>
                </c:pt>
                <c:pt idx="690">
                  <c:v>0.345</c:v>
                </c:pt>
                <c:pt idx="691">
                  <c:v>0.3455</c:v>
                </c:pt>
                <c:pt idx="692">
                  <c:v>0.346</c:v>
                </c:pt>
                <c:pt idx="693">
                  <c:v>0.3465</c:v>
                </c:pt>
                <c:pt idx="694">
                  <c:v>0.347</c:v>
                </c:pt>
                <c:pt idx="695">
                  <c:v>0.3475</c:v>
                </c:pt>
                <c:pt idx="696">
                  <c:v>0.348</c:v>
                </c:pt>
                <c:pt idx="697">
                  <c:v>0.3485</c:v>
                </c:pt>
                <c:pt idx="698">
                  <c:v>0.349</c:v>
                </c:pt>
                <c:pt idx="699">
                  <c:v>0.3495</c:v>
                </c:pt>
                <c:pt idx="700">
                  <c:v>0.35</c:v>
                </c:pt>
                <c:pt idx="701">
                  <c:v>0.3505</c:v>
                </c:pt>
                <c:pt idx="702">
                  <c:v>0.351</c:v>
                </c:pt>
                <c:pt idx="703">
                  <c:v>0.3515</c:v>
                </c:pt>
                <c:pt idx="704">
                  <c:v>0.352</c:v>
                </c:pt>
                <c:pt idx="705">
                  <c:v>0.3525</c:v>
                </c:pt>
                <c:pt idx="706">
                  <c:v>0.353</c:v>
                </c:pt>
                <c:pt idx="707">
                  <c:v>0.3535</c:v>
                </c:pt>
                <c:pt idx="708">
                  <c:v>0.354</c:v>
                </c:pt>
                <c:pt idx="709">
                  <c:v>0.3545</c:v>
                </c:pt>
                <c:pt idx="710">
                  <c:v>0.355</c:v>
                </c:pt>
                <c:pt idx="711">
                  <c:v>0.3555</c:v>
                </c:pt>
                <c:pt idx="712">
                  <c:v>0.356</c:v>
                </c:pt>
                <c:pt idx="713">
                  <c:v>0.3565</c:v>
                </c:pt>
                <c:pt idx="714">
                  <c:v>0.357</c:v>
                </c:pt>
                <c:pt idx="715">
                  <c:v>0.3575</c:v>
                </c:pt>
                <c:pt idx="716">
                  <c:v>0.358</c:v>
                </c:pt>
                <c:pt idx="717">
                  <c:v>0.3585</c:v>
                </c:pt>
                <c:pt idx="718">
                  <c:v>0.359</c:v>
                </c:pt>
                <c:pt idx="719">
                  <c:v>0.3595</c:v>
                </c:pt>
                <c:pt idx="720">
                  <c:v>0.36</c:v>
                </c:pt>
                <c:pt idx="721">
                  <c:v>0.3605</c:v>
                </c:pt>
                <c:pt idx="722">
                  <c:v>0.361</c:v>
                </c:pt>
                <c:pt idx="723">
                  <c:v>0.3615</c:v>
                </c:pt>
                <c:pt idx="724">
                  <c:v>0.362</c:v>
                </c:pt>
                <c:pt idx="725">
                  <c:v>0.3625</c:v>
                </c:pt>
                <c:pt idx="726">
                  <c:v>0.363</c:v>
                </c:pt>
                <c:pt idx="727">
                  <c:v>0.3635</c:v>
                </c:pt>
                <c:pt idx="728">
                  <c:v>0.364</c:v>
                </c:pt>
                <c:pt idx="729">
                  <c:v>0.3645</c:v>
                </c:pt>
                <c:pt idx="730">
                  <c:v>0.365</c:v>
                </c:pt>
                <c:pt idx="731">
                  <c:v>0.3655</c:v>
                </c:pt>
                <c:pt idx="732">
                  <c:v>0.366</c:v>
                </c:pt>
                <c:pt idx="733">
                  <c:v>0.3665</c:v>
                </c:pt>
                <c:pt idx="734">
                  <c:v>0.367</c:v>
                </c:pt>
                <c:pt idx="735">
                  <c:v>0.3675</c:v>
                </c:pt>
                <c:pt idx="736">
                  <c:v>0.368</c:v>
                </c:pt>
                <c:pt idx="737">
                  <c:v>0.3685</c:v>
                </c:pt>
                <c:pt idx="738">
                  <c:v>0.369</c:v>
                </c:pt>
                <c:pt idx="739">
                  <c:v>0.3695</c:v>
                </c:pt>
                <c:pt idx="740">
                  <c:v>0.37</c:v>
                </c:pt>
                <c:pt idx="741">
                  <c:v>0.3705</c:v>
                </c:pt>
                <c:pt idx="742">
                  <c:v>0.371</c:v>
                </c:pt>
                <c:pt idx="743">
                  <c:v>0.3715</c:v>
                </c:pt>
                <c:pt idx="744">
                  <c:v>0.372</c:v>
                </c:pt>
                <c:pt idx="745">
                  <c:v>0.3725</c:v>
                </c:pt>
                <c:pt idx="746">
                  <c:v>0.373</c:v>
                </c:pt>
                <c:pt idx="747">
                  <c:v>0.3735</c:v>
                </c:pt>
                <c:pt idx="748">
                  <c:v>0.374</c:v>
                </c:pt>
                <c:pt idx="749">
                  <c:v>0.3745</c:v>
                </c:pt>
                <c:pt idx="750">
                  <c:v>0.375</c:v>
                </c:pt>
                <c:pt idx="751">
                  <c:v>0.3755</c:v>
                </c:pt>
                <c:pt idx="752">
                  <c:v>0.376</c:v>
                </c:pt>
                <c:pt idx="753">
                  <c:v>0.3765</c:v>
                </c:pt>
                <c:pt idx="754">
                  <c:v>0.377</c:v>
                </c:pt>
                <c:pt idx="755">
                  <c:v>0.3775</c:v>
                </c:pt>
                <c:pt idx="756">
                  <c:v>0.378</c:v>
                </c:pt>
                <c:pt idx="757">
                  <c:v>0.3785</c:v>
                </c:pt>
                <c:pt idx="758">
                  <c:v>0.379</c:v>
                </c:pt>
                <c:pt idx="759">
                  <c:v>0.3795</c:v>
                </c:pt>
                <c:pt idx="760">
                  <c:v>0.38</c:v>
                </c:pt>
                <c:pt idx="761">
                  <c:v>0.3805</c:v>
                </c:pt>
                <c:pt idx="762">
                  <c:v>0.381</c:v>
                </c:pt>
                <c:pt idx="763">
                  <c:v>0.3815</c:v>
                </c:pt>
                <c:pt idx="764">
                  <c:v>0.382</c:v>
                </c:pt>
                <c:pt idx="765">
                  <c:v>0.3825</c:v>
                </c:pt>
                <c:pt idx="766">
                  <c:v>0.383</c:v>
                </c:pt>
                <c:pt idx="767">
                  <c:v>0.3835</c:v>
                </c:pt>
                <c:pt idx="768">
                  <c:v>0.384</c:v>
                </c:pt>
                <c:pt idx="769">
                  <c:v>0.3845</c:v>
                </c:pt>
                <c:pt idx="770">
                  <c:v>0.385</c:v>
                </c:pt>
                <c:pt idx="771">
                  <c:v>0.3855</c:v>
                </c:pt>
                <c:pt idx="772">
                  <c:v>0.386</c:v>
                </c:pt>
                <c:pt idx="773">
                  <c:v>0.3865</c:v>
                </c:pt>
                <c:pt idx="774">
                  <c:v>0.387</c:v>
                </c:pt>
                <c:pt idx="775">
                  <c:v>0.3875</c:v>
                </c:pt>
                <c:pt idx="776">
                  <c:v>0.388</c:v>
                </c:pt>
                <c:pt idx="777">
                  <c:v>0.3885</c:v>
                </c:pt>
                <c:pt idx="778">
                  <c:v>0.389</c:v>
                </c:pt>
                <c:pt idx="779">
                  <c:v>0.3895</c:v>
                </c:pt>
                <c:pt idx="780">
                  <c:v>0.39</c:v>
                </c:pt>
                <c:pt idx="781">
                  <c:v>0.3905</c:v>
                </c:pt>
                <c:pt idx="782">
                  <c:v>0.391</c:v>
                </c:pt>
                <c:pt idx="783">
                  <c:v>0.3915</c:v>
                </c:pt>
                <c:pt idx="784">
                  <c:v>0.392</c:v>
                </c:pt>
                <c:pt idx="785">
                  <c:v>0.3925</c:v>
                </c:pt>
                <c:pt idx="786">
                  <c:v>0.393</c:v>
                </c:pt>
                <c:pt idx="787">
                  <c:v>0.3935</c:v>
                </c:pt>
                <c:pt idx="788">
                  <c:v>0.394</c:v>
                </c:pt>
                <c:pt idx="789">
                  <c:v>0.3945</c:v>
                </c:pt>
                <c:pt idx="790">
                  <c:v>0.395</c:v>
                </c:pt>
                <c:pt idx="791">
                  <c:v>0.3955</c:v>
                </c:pt>
                <c:pt idx="792">
                  <c:v>0.396</c:v>
                </c:pt>
                <c:pt idx="793">
                  <c:v>0.3965</c:v>
                </c:pt>
                <c:pt idx="794">
                  <c:v>0.397</c:v>
                </c:pt>
                <c:pt idx="795">
                  <c:v>0.3975</c:v>
                </c:pt>
                <c:pt idx="796">
                  <c:v>0.398</c:v>
                </c:pt>
                <c:pt idx="797">
                  <c:v>0.3985</c:v>
                </c:pt>
                <c:pt idx="798">
                  <c:v>0.399</c:v>
                </c:pt>
                <c:pt idx="799">
                  <c:v>0.3995</c:v>
                </c:pt>
                <c:pt idx="800">
                  <c:v>0.4</c:v>
                </c:pt>
                <c:pt idx="801">
                  <c:v>0.4005</c:v>
                </c:pt>
                <c:pt idx="802">
                  <c:v>0.401</c:v>
                </c:pt>
                <c:pt idx="803">
                  <c:v>0.4015</c:v>
                </c:pt>
                <c:pt idx="804">
                  <c:v>0.402</c:v>
                </c:pt>
                <c:pt idx="805">
                  <c:v>0.4025</c:v>
                </c:pt>
                <c:pt idx="806">
                  <c:v>0.403</c:v>
                </c:pt>
                <c:pt idx="807">
                  <c:v>0.4035</c:v>
                </c:pt>
                <c:pt idx="808">
                  <c:v>0.404</c:v>
                </c:pt>
                <c:pt idx="809">
                  <c:v>0.4045</c:v>
                </c:pt>
                <c:pt idx="810">
                  <c:v>0.405</c:v>
                </c:pt>
                <c:pt idx="811">
                  <c:v>0.4055</c:v>
                </c:pt>
                <c:pt idx="812">
                  <c:v>0.406</c:v>
                </c:pt>
                <c:pt idx="813">
                  <c:v>0.4065</c:v>
                </c:pt>
                <c:pt idx="814">
                  <c:v>0.407</c:v>
                </c:pt>
                <c:pt idx="815">
                  <c:v>0.4075</c:v>
                </c:pt>
                <c:pt idx="816">
                  <c:v>0.408</c:v>
                </c:pt>
                <c:pt idx="817">
                  <c:v>0.4085</c:v>
                </c:pt>
                <c:pt idx="818">
                  <c:v>0.409</c:v>
                </c:pt>
                <c:pt idx="819">
                  <c:v>0.4095</c:v>
                </c:pt>
                <c:pt idx="820">
                  <c:v>0.41</c:v>
                </c:pt>
                <c:pt idx="821">
                  <c:v>0.4105</c:v>
                </c:pt>
                <c:pt idx="822">
                  <c:v>0.411</c:v>
                </c:pt>
                <c:pt idx="823">
                  <c:v>0.4115</c:v>
                </c:pt>
                <c:pt idx="824">
                  <c:v>0.412</c:v>
                </c:pt>
                <c:pt idx="825">
                  <c:v>0.4125</c:v>
                </c:pt>
                <c:pt idx="826">
                  <c:v>0.413</c:v>
                </c:pt>
                <c:pt idx="827">
                  <c:v>0.4135</c:v>
                </c:pt>
                <c:pt idx="828">
                  <c:v>0.414</c:v>
                </c:pt>
                <c:pt idx="829">
                  <c:v>0.4145</c:v>
                </c:pt>
                <c:pt idx="830">
                  <c:v>0.415</c:v>
                </c:pt>
                <c:pt idx="831">
                  <c:v>0.4155</c:v>
                </c:pt>
                <c:pt idx="832">
                  <c:v>0.416</c:v>
                </c:pt>
                <c:pt idx="833">
                  <c:v>0.4165</c:v>
                </c:pt>
                <c:pt idx="834">
                  <c:v>0.417</c:v>
                </c:pt>
                <c:pt idx="835">
                  <c:v>0.4175</c:v>
                </c:pt>
                <c:pt idx="836">
                  <c:v>0.418</c:v>
                </c:pt>
                <c:pt idx="837">
                  <c:v>0.4185</c:v>
                </c:pt>
                <c:pt idx="838">
                  <c:v>0.419</c:v>
                </c:pt>
                <c:pt idx="839">
                  <c:v>0.4195</c:v>
                </c:pt>
                <c:pt idx="840">
                  <c:v>0.42</c:v>
                </c:pt>
                <c:pt idx="841">
                  <c:v>0.4205</c:v>
                </c:pt>
                <c:pt idx="842">
                  <c:v>0.421</c:v>
                </c:pt>
                <c:pt idx="843">
                  <c:v>0.4215</c:v>
                </c:pt>
                <c:pt idx="844">
                  <c:v>0.422</c:v>
                </c:pt>
                <c:pt idx="845">
                  <c:v>0.4225</c:v>
                </c:pt>
                <c:pt idx="846">
                  <c:v>0.423</c:v>
                </c:pt>
                <c:pt idx="847">
                  <c:v>0.4235</c:v>
                </c:pt>
                <c:pt idx="848">
                  <c:v>0.424</c:v>
                </c:pt>
                <c:pt idx="849">
                  <c:v>0.4245</c:v>
                </c:pt>
                <c:pt idx="850">
                  <c:v>0.425</c:v>
                </c:pt>
                <c:pt idx="851">
                  <c:v>0.4255</c:v>
                </c:pt>
                <c:pt idx="852">
                  <c:v>0.426</c:v>
                </c:pt>
                <c:pt idx="853">
                  <c:v>0.4265</c:v>
                </c:pt>
                <c:pt idx="854">
                  <c:v>0.427</c:v>
                </c:pt>
                <c:pt idx="855">
                  <c:v>0.4275</c:v>
                </c:pt>
                <c:pt idx="856">
                  <c:v>0.428</c:v>
                </c:pt>
                <c:pt idx="857">
                  <c:v>0.4285</c:v>
                </c:pt>
                <c:pt idx="858">
                  <c:v>0.429</c:v>
                </c:pt>
                <c:pt idx="859">
                  <c:v>0.4295</c:v>
                </c:pt>
                <c:pt idx="860">
                  <c:v>0.43</c:v>
                </c:pt>
                <c:pt idx="861">
                  <c:v>0.4305</c:v>
                </c:pt>
                <c:pt idx="862">
                  <c:v>0.431</c:v>
                </c:pt>
                <c:pt idx="863">
                  <c:v>0.4315</c:v>
                </c:pt>
                <c:pt idx="864">
                  <c:v>0.432</c:v>
                </c:pt>
                <c:pt idx="865">
                  <c:v>0.4325</c:v>
                </c:pt>
                <c:pt idx="866">
                  <c:v>0.433</c:v>
                </c:pt>
                <c:pt idx="867">
                  <c:v>0.4335</c:v>
                </c:pt>
                <c:pt idx="868">
                  <c:v>0.434</c:v>
                </c:pt>
                <c:pt idx="869">
                  <c:v>0.4345</c:v>
                </c:pt>
                <c:pt idx="870">
                  <c:v>0.435</c:v>
                </c:pt>
                <c:pt idx="871">
                  <c:v>0.4355</c:v>
                </c:pt>
                <c:pt idx="872">
                  <c:v>0.436</c:v>
                </c:pt>
                <c:pt idx="873">
                  <c:v>0.4365</c:v>
                </c:pt>
                <c:pt idx="874">
                  <c:v>0.437</c:v>
                </c:pt>
                <c:pt idx="875">
                  <c:v>0.4375</c:v>
                </c:pt>
                <c:pt idx="876">
                  <c:v>0.438</c:v>
                </c:pt>
                <c:pt idx="877">
                  <c:v>0.4385</c:v>
                </c:pt>
                <c:pt idx="878">
                  <c:v>0.439</c:v>
                </c:pt>
                <c:pt idx="879">
                  <c:v>0.4395</c:v>
                </c:pt>
                <c:pt idx="880">
                  <c:v>0.44</c:v>
                </c:pt>
                <c:pt idx="881">
                  <c:v>0.4405</c:v>
                </c:pt>
                <c:pt idx="882">
                  <c:v>0.441</c:v>
                </c:pt>
                <c:pt idx="883">
                  <c:v>0.4415</c:v>
                </c:pt>
                <c:pt idx="884">
                  <c:v>0.442</c:v>
                </c:pt>
                <c:pt idx="885">
                  <c:v>0.4425</c:v>
                </c:pt>
                <c:pt idx="886">
                  <c:v>0.443</c:v>
                </c:pt>
                <c:pt idx="887">
                  <c:v>0.4435</c:v>
                </c:pt>
                <c:pt idx="888">
                  <c:v>0.444</c:v>
                </c:pt>
                <c:pt idx="889">
                  <c:v>0.4445</c:v>
                </c:pt>
                <c:pt idx="890">
                  <c:v>0.445</c:v>
                </c:pt>
                <c:pt idx="891">
                  <c:v>0.4455</c:v>
                </c:pt>
                <c:pt idx="892">
                  <c:v>0.446</c:v>
                </c:pt>
                <c:pt idx="893">
                  <c:v>0.4465</c:v>
                </c:pt>
                <c:pt idx="894">
                  <c:v>0.447</c:v>
                </c:pt>
                <c:pt idx="895">
                  <c:v>0.4475</c:v>
                </c:pt>
                <c:pt idx="896">
                  <c:v>0.448</c:v>
                </c:pt>
                <c:pt idx="897">
                  <c:v>0.4485</c:v>
                </c:pt>
                <c:pt idx="898">
                  <c:v>0.449</c:v>
                </c:pt>
                <c:pt idx="899">
                  <c:v>0.4495</c:v>
                </c:pt>
                <c:pt idx="900">
                  <c:v>0.45</c:v>
                </c:pt>
                <c:pt idx="901">
                  <c:v>0.4505</c:v>
                </c:pt>
                <c:pt idx="902">
                  <c:v>0.451</c:v>
                </c:pt>
                <c:pt idx="903">
                  <c:v>0.4515</c:v>
                </c:pt>
                <c:pt idx="904">
                  <c:v>0.452</c:v>
                </c:pt>
                <c:pt idx="905">
                  <c:v>0.4525</c:v>
                </c:pt>
                <c:pt idx="906">
                  <c:v>0.453</c:v>
                </c:pt>
                <c:pt idx="907">
                  <c:v>0.4535</c:v>
                </c:pt>
                <c:pt idx="908">
                  <c:v>0.454</c:v>
                </c:pt>
                <c:pt idx="909">
                  <c:v>0.4545</c:v>
                </c:pt>
                <c:pt idx="910">
                  <c:v>0.455</c:v>
                </c:pt>
                <c:pt idx="911">
                  <c:v>0.4555</c:v>
                </c:pt>
                <c:pt idx="912">
                  <c:v>0.456</c:v>
                </c:pt>
                <c:pt idx="913">
                  <c:v>0.4565</c:v>
                </c:pt>
                <c:pt idx="914">
                  <c:v>0.457</c:v>
                </c:pt>
                <c:pt idx="915">
                  <c:v>0.4575</c:v>
                </c:pt>
                <c:pt idx="916">
                  <c:v>0.458</c:v>
                </c:pt>
                <c:pt idx="917">
                  <c:v>0.4585</c:v>
                </c:pt>
                <c:pt idx="918">
                  <c:v>0.459</c:v>
                </c:pt>
                <c:pt idx="919">
                  <c:v>0.4595</c:v>
                </c:pt>
                <c:pt idx="920">
                  <c:v>0.46</c:v>
                </c:pt>
                <c:pt idx="921">
                  <c:v>0.4605</c:v>
                </c:pt>
                <c:pt idx="922">
                  <c:v>0.461</c:v>
                </c:pt>
                <c:pt idx="923">
                  <c:v>0.4615</c:v>
                </c:pt>
                <c:pt idx="924">
                  <c:v>0.462</c:v>
                </c:pt>
                <c:pt idx="925">
                  <c:v>0.4625</c:v>
                </c:pt>
                <c:pt idx="926">
                  <c:v>0.463</c:v>
                </c:pt>
                <c:pt idx="927">
                  <c:v>0.4635</c:v>
                </c:pt>
                <c:pt idx="928">
                  <c:v>0.464</c:v>
                </c:pt>
                <c:pt idx="929">
                  <c:v>0.4645</c:v>
                </c:pt>
                <c:pt idx="930">
                  <c:v>0.465</c:v>
                </c:pt>
                <c:pt idx="931">
                  <c:v>0.4655</c:v>
                </c:pt>
                <c:pt idx="932">
                  <c:v>0.466</c:v>
                </c:pt>
                <c:pt idx="933">
                  <c:v>0.4665</c:v>
                </c:pt>
                <c:pt idx="934">
                  <c:v>0.467</c:v>
                </c:pt>
                <c:pt idx="935">
                  <c:v>0.4675</c:v>
                </c:pt>
                <c:pt idx="936">
                  <c:v>0.468</c:v>
                </c:pt>
                <c:pt idx="937">
                  <c:v>0.4685</c:v>
                </c:pt>
                <c:pt idx="938">
                  <c:v>0.469</c:v>
                </c:pt>
                <c:pt idx="939">
                  <c:v>0.4695</c:v>
                </c:pt>
                <c:pt idx="940">
                  <c:v>0.47</c:v>
                </c:pt>
                <c:pt idx="941">
                  <c:v>0.4705</c:v>
                </c:pt>
                <c:pt idx="942">
                  <c:v>0.471</c:v>
                </c:pt>
                <c:pt idx="943">
                  <c:v>0.4715</c:v>
                </c:pt>
                <c:pt idx="944">
                  <c:v>0.472</c:v>
                </c:pt>
                <c:pt idx="945">
                  <c:v>0.4725</c:v>
                </c:pt>
                <c:pt idx="946">
                  <c:v>0.473</c:v>
                </c:pt>
                <c:pt idx="947">
                  <c:v>0.4735</c:v>
                </c:pt>
                <c:pt idx="948">
                  <c:v>0.474</c:v>
                </c:pt>
                <c:pt idx="949">
                  <c:v>0.4745</c:v>
                </c:pt>
                <c:pt idx="950">
                  <c:v>0.475</c:v>
                </c:pt>
                <c:pt idx="951">
                  <c:v>0.4755</c:v>
                </c:pt>
                <c:pt idx="952">
                  <c:v>0.476</c:v>
                </c:pt>
                <c:pt idx="953">
                  <c:v>0.4765</c:v>
                </c:pt>
                <c:pt idx="954">
                  <c:v>0.477</c:v>
                </c:pt>
                <c:pt idx="955">
                  <c:v>0.4775</c:v>
                </c:pt>
                <c:pt idx="956">
                  <c:v>0.478</c:v>
                </c:pt>
                <c:pt idx="957">
                  <c:v>0.4785</c:v>
                </c:pt>
                <c:pt idx="958">
                  <c:v>0.479</c:v>
                </c:pt>
                <c:pt idx="959">
                  <c:v>0.4795</c:v>
                </c:pt>
                <c:pt idx="960">
                  <c:v>0.48</c:v>
                </c:pt>
                <c:pt idx="961">
                  <c:v>0.4805</c:v>
                </c:pt>
                <c:pt idx="962">
                  <c:v>0.481</c:v>
                </c:pt>
                <c:pt idx="963">
                  <c:v>0.4815</c:v>
                </c:pt>
                <c:pt idx="964">
                  <c:v>0.482</c:v>
                </c:pt>
                <c:pt idx="965">
                  <c:v>0.4825</c:v>
                </c:pt>
                <c:pt idx="966">
                  <c:v>0.483</c:v>
                </c:pt>
                <c:pt idx="967">
                  <c:v>0.4835</c:v>
                </c:pt>
                <c:pt idx="968">
                  <c:v>0.484</c:v>
                </c:pt>
                <c:pt idx="969">
                  <c:v>0.4845</c:v>
                </c:pt>
                <c:pt idx="970">
                  <c:v>0.485</c:v>
                </c:pt>
                <c:pt idx="971">
                  <c:v>0.4855</c:v>
                </c:pt>
                <c:pt idx="972">
                  <c:v>0.486</c:v>
                </c:pt>
                <c:pt idx="973">
                  <c:v>0.4865</c:v>
                </c:pt>
                <c:pt idx="974">
                  <c:v>0.487</c:v>
                </c:pt>
                <c:pt idx="975">
                  <c:v>0.4875</c:v>
                </c:pt>
                <c:pt idx="976">
                  <c:v>0.488</c:v>
                </c:pt>
                <c:pt idx="977">
                  <c:v>0.4885</c:v>
                </c:pt>
                <c:pt idx="978">
                  <c:v>0.489</c:v>
                </c:pt>
                <c:pt idx="979">
                  <c:v>0.4895</c:v>
                </c:pt>
                <c:pt idx="980">
                  <c:v>0.49</c:v>
                </c:pt>
                <c:pt idx="981">
                  <c:v>0.4905</c:v>
                </c:pt>
                <c:pt idx="982">
                  <c:v>0.491</c:v>
                </c:pt>
                <c:pt idx="983">
                  <c:v>0.4915</c:v>
                </c:pt>
                <c:pt idx="984">
                  <c:v>0.492</c:v>
                </c:pt>
                <c:pt idx="985">
                  <c:v>0.4925</c:v>
                </c:pt>
                <c:pt idx="986">
                  <c:v>0.493</c:v>
                </c:pt>
                <c:pt idx="987">
                  <c:v>0.4935</c:v>
                </c:pt>
                <c:pt idx="988">
                  <c:v>0.494</c:v>
                </c:pt>
                <c:pt idx="989">
                  <c:v>0.4945</c:v>
                </c:pt>
                <c:pt idx="990">
                  <c:v>0.495</c:v>
                </c:pt>
                <c:pt idx="991">
                  <c:v>0.4955</c:v>
                </c:pt>
                <c:pt idx="992">
                  <c:v>0.496</c:v>
                </c:pt>
                <c:pt idx="993">
                  <c:v>0.4965</c:v>
                </c:pt>
                <c:pt idx="994">
                  <c:v>0.497</c:v>
                </c:pt>
                <c:pt idx="995">
                  <c:v>0.4975</c:v>
                </c:pt>
                <c:pt idx="996">
                  <c:v>0.498</c:v>
                </c:pt>
                <c:pt idx="997">
                  <c:v>0.4985</c:v>
                </c:pt>
                <c:pt idx="998">
                  <c:v>0.499</c:v>
                </c:pt>
                <c:pt idx="999">
                  <c:v>0.4995</c:v>
                </c:pt>
                <c:pt idx="1000">
                  <c:v>0.5</c:v>
                </c:pt>
                <c:pt idx="1001">
                  <c:v>0.5005</c:v>
                </c:pt>
                <c:pt idx="1002">
                  <c:v>0.501</c:v>
                </c:pt>
                <c:pt idx="1003">
                  <c:v>0.5015</c:v>
                </c:pt>
                <c:pt idx="1004">
                  <c:v>0.502</c:v>
                </c:pt>
                <c:pt idx="1005">
                  <c:v>0.5025</c:v>
                </c:pt>
                <c:pt idx="1006">
                  <c:v>0.503</c:v>
                </c:pt>
                <c:pt idx="1007">
                  <c:v>0.5035</c:v>
                </c:pt>
                <c:pt idx="1008">
                  <c:v>0.504</c:v>
                </c:pt>
                <c:pt idx="1009">
                  <c:v>0.5045</c:v>
                </c:pt>
                <c:pt idx="1010">
                  <c:v>0.505</c:v>
                </c:pt>
                <c:pt idx="1011">
                  <c:v>0.5055</c:v>
                </c:pt>
                <c:pt idx="1012">
                  <c:v>0.506</c:v>
                </c:pt>
                <c:pt idx="1013">
                  <c:v>0.5065</c:v>
                </c:pt>
                <c:pt idx="1014">
                  <c:v>0.507</c:v>
                </c:pt>
                <c:pt idx="1015">
                  <c:v>0.5075</c:v>
                </c:pt>
                <c:pt idx="1016">
                  <c:v>0.508</c:v>
                </c:pt>
                <c:pt idx="1017">
                  <c:v>0.5085</c:v>
                </c:pt>
                <c:pt idx="1018">
                  <c:v>0.509</c:v>
                </c:pt>
                <c:pt idx="1019">
                  <c:v>0.5095</c:v>
                </c:pt>
                <c:pt idx="1020">
                  <c:v>0.51</c:v>
                </c:pt>
                <c:pt idx="1021">
                  <c:v>0.5105</c:v>
                </c:pt>
                <c:pt idx="1022">
                  <c:v>0.511</c:v>
                </c:pt>
                <c:pt idx="1023">
                  <c:v>0.5115</c:v>
                </c:pt>
                <c:pt idx="1024">
                  <c:v>0.512</c:v>
                </c:pt>
                <c:pt idx="1025">
                  <c:v>0.5125</c:v>
                </c:pt>
                <c:pt idx="1026">
                  <c:v>0.513</c:v>
                </c:pt>
                <c:pt idx="1027">
                  <c:v>0.5135</c:v>
                </c:pt>
                <c:pt idx="1028">
                  <c:v>0.514</c:v>
                </c:pt>
                <c:pt idx="1029">
                  <c:v>0.5145</c:v>
                </c:pt>
                <c:pt idx="1030">
                  <c:v>0.515</c:v>
                </c:pt>
                <c:pt idx="1031">
                  <c:v>0.5155</c:v>
                </c:pt>
                <c:pt idx="1032">
                  <c:v>0.516</c:v>
                </c:pt>
                <c:pt idx="1033">
                  <c:v>0.5165</c:v>
                </c:pt>
                <c:pt idx="1034">
                  <c:v>0.517</c:v>
                </c:pt>
                <c:pt idx="1035">
                  <c:v>0.5175</c:v>
                </c:pt>
                <c:pt idx="1036">
                  <c:v>0.518</c:v>
                </c:pt>
                <c:pt idx="1037">
                  <c:v>0.5185</c:v>
                </c:pt>
                <c:pt idx="1038">
                  <c:v>0.519</c:v>
                </c:pt>
                <c:pt idx="1039">
                  <c:v>0.5195</c:v>
                </c:pt>
                <c:pt idx="1040">
                  <c:v>0.52</c:v>
                </c:pt>
                <c:pt idx="1041">
                  <c:v>0.5205</c:v>
                </c:pt>
                <c:pt idx="1042">
                  <c:v>0.521</c:v>
                </c:pt>
                <c:pt idx="1043">
                  <c:v>0.5215</c:v>
                </c:pt>
                <c:pt idx="1044">
                  <c:v>0.522</c:v>
                </c:pt>
                <c:pt idx="1045">
                  <c:v>0.5225</c:v>
                </c:pt>
                <c:pt idx="1046">
                  <c:v>0.523</c:v>
                </c:pt>
                <c:pt idx="1047">
                  <c:v>0.5235</c:v>
                </c:pt>
                <c:pt idx="1048">
                  <c:v>0.524</c:v>
                </c:pt>
                <c:pt idx="1049">
                  <c:v>0.5245</c:v>
                </c:pt>
                <c:pt idx="1050">
                  <c:v>0.525</c:v>
                </c:pt>
                <c:pt idx="1051">
                  <c:v>0.5255</c:v>
                </c:pt>
                <c:pt idx="1052">
                  <c:v>0.526</c:v>
                </c:pt>
                <c:pt idx="1053">
                  <c:v>0.5265</c:v>
                </c:pt>
                <c:pt idx="1054">
                  <c:v>0.527</c:v>
                </c:pt>
                <c:pt idx="1055">
                  <c:v>0.5275</c:v>
                </c:pt>
                <c:pt idx="1056">
                  <c:v>0.528</c:v>
                </c:pt>
                <c:pt idx="1057">
                  <c:v>0.5285</c:v>
                </c:pt>
                <c:pt idx="1058">
                  <c:v>0.529</c:v>
                </c:pt>
                <c:pt idx="1059">
                  <c:v>0.5295</c:v>
                </c:pt>
                <c:pt idx="1060">
                  <c:v>0.53</c:v>
                </c:pt>
                <c:pt idx="1061">
                  <c:v>0.5305</c:v>
                </c:pt>
                <c:pt idx="1062">
                  <c:v>0.531</c:v>
                </c:pt>
                <c:pt idx="1063">
                  <c:v>0.5315</c:v>
                </c:pt>
                <c:pt idx="1064">
                  <c:v>0.532</c:v>
                </c:pt>
                <c:pt idx="1065">
                  <c:v>0.5325</c:v>
                </c:pt>
                <c:pt idx="1066">
                  <c:v>0.533</c:v>
                </c:pt>
                <c:pt idx="1067">
                  <c:v>0.5335</c:v>
                </c:pt>
                <c:pt idx="1068">
                  <c:v>0.534</c:v>
                </c:pt>
                <c:pt idx="1069">
                  <c:v>0.5345</c:v>
                </c:pt>
                <c:pt idx="1070">
                  <c:v>0.535</c:v>
                </c:pt>
                <c:pt idx="1071">
                  <c:v>0.5355</c:v>
                </c:pt>
                <c:pt idx="1072">
                  <c:v>0.536</c:v>
                </c:pt>
                <c:pt idx="1073">
                  <c:v>0.5365</c:v>
                </c:pt>
                <c:pt idx="1074">
                  <c:v>0.537</c:v>
                </c:pt>
                <c:pt idx="1075">
                  <c:v>0.5375</c:v>
                </c:pt>
                <c:pt idx="1076">
                  <c:v>0.538</c:v>
                </c:pt>
                <c:pt idx="1077">
                  <c:v>0.5385</c:v>
                </c:pt>
                <c:pt idx="1078">
                  <c:v>0.539</c:v>
                </c:pt>
                <c:pt idx="1079">
                  <c:v>0.5395</c:v>
                </c:pt>
                <c:pt idx="1080">
                  <c:v>0.54</c:v>
                </c:pt>
                <c:pt idx="1081">
                  <c:v>0.5405</c:v>
                </c:pt>
                <c:pt idx="1082">
                  <c:v>0.541</c:v>
                </c:pt>
                <c:pt idx="1083">
                  <c:v>0.5415</c:v>
                </c:pt>
                <c:pt idx="1084">
                  <c:v>0.542</c:v>
                </c:pt>
                <c:pt idx="1085">
                  <c:v>0.5425</c:v>
                </c:pt>
                <c:pt idx="1086">
                  <c:v>0.543</c:v>
                </c:pt>
                <c:pt idx="1087">
                  <c:v>0.5435</c:v>
                </c:pt>
                <c:pt idx="1088">
                  <c:v>0.544</c:v>
                </c:pt>
                <c:pt idx="1089">
                  <c:v>0.5445</c:v>
                </c:pt>
                <c:pt idx="1090">
                  <c:v>0.545</c:v>
                </c:pt>
                <c:pt idx="1091">
                  <c:v>0.5455</c:v>
                </c:pt>
                <c:pt idx="1092">
                  <c:v>0.546</c:v>
                </c:pt>
                <c:pt idx="1093">
                  <c:v>0.5465</c:v>
                </c:pt>
                <c:pt idx="1094">
                  <c:v>0.547</c:v>
                </c:pt>
                <c:pt idx="1095">
                  <c:v>0.5475</c:v>
                </c:pt>
                <c:pt idx="1096">
                  <c:v>0.548</c:v>
                </c:pt>
                <c:pt idx="1097">
                  <c:v>0.5485</c:v>
                </c:pt>
                <c:pt idx="1098">
                  <c:v>0.549</c:v>
                </c:pt>
                <c:pt idx="1099">
                  <c:v>0.5495</c:v>
                </c:pt>
                <c:pt idx="1100">
                  <c:v>0.55</c:v>
                </c:pt>
                <c:pt idx="1101">
                  <c:v>0.5505</c:v>
                </c:pt>
                <c:pt idx="1102">
                  <c:v>0.551</c:v>
                </c:pt>
                <c:pt idx="1103">
                  <c:v>0.5515</c:v>
                </c:pt>
                <c:pt idx="1104">
                  <c:v>0.552</c:v>
                </c:pt>
                <c:pt idx="1105">
                  <c:v>0.5525</c:v>
                </c:pt>
                <c:pt idx="1106">
                  <c:v>0.553</c:v>
                </c:pt>
                <c:pt idx="1107">
                  <c:v>0.5535</c:v>
                </c:pt>
                <c:pt idx="1108">
                  <c:v>0.554</c:v>
                </c:pt>
                <c:pt idx="1109">
                  <c:v>0.5545</c:v>
                </c:pt>
                <c:pt idx="1110">
                  <c:v>0.555</c:v>
                </c:pt>
                <c:pt idx="1111">
                  <c:v>0.5555</c:v>
                </c:pt>
                <c:pt idx="1112">
                  <c:v>0.556</c:v>
                </c:pt>
                <c:pt idx="1113">
                  <c:v>0.5565</c:v>
                </c:pt>
                <c:pt idx="1114">
                  <c:v>0.557</c:v>
                </c:pt>
                <c:pt idx="1115">
                  <c:v>0.5575</c:v>
                </c:pt>
                <c:pt idx="1116">
                  <c:v>0.558</c:v>
                </c:pt>
                <c:pt idx="1117">
                  <c:v>0.5585</c:v>
                </c:pt>
                <c:pt idx="1118">
                  <c:v>0.559</c:v>
                </c:pt>
                <c:pt idx="1119">
                  <c:v>0.5595</c:v>
                </c:pt>
                <c:pt idx="1120">
                  <c:v>0.56</c:v>
                </c:pt>
                <c:pt idx="1121">
                  <c:v>0.5605</c:v>
                </c:pt>
                <c:pt idx="1122">
                  <c:v>0.561</c:v>
                </c:pt>
                <c:pt idx="1123">
                  <c:v>0.5615</c:v>
                </c:pt>
                <c:pt idx="1124">
                  <c:v>0.562</c:v>
                </c:pt>
                <c:pt idx="1125">
                  <c:v>0.5625</c:v>
                </c:pt>
                <c:pt idx="1126">
                  <c:v>0.563</c:v>
                </c:pt>
                <c:pt idx="1127">
                  <c:v>0.5635</c:v>
                </c:pt>
                <c:pt idx="1128">
                  <c:v>0.564</c:v>
                </c:pt>
                <c:pt idx="1129">
                  <c:v>0.5645</c:v>
                </c:pt>
                <c:pt idx="1130">
                  <c:v>0.565</c:v>
                </c:pt>
                <c:pt idx="1131">
                  <c:v>0.5655</c:v>
                </c:pt>
                <c:pt idx="1132">
                  <c:v>0.566</c:v>
                </c:pt>
                <c:pt idx="1133">
                  <c:v>0.5665</c:v>
                </c:pt>
                <c:pt idx="1134">
                  <c:v>0.567</c:v>
                </c:pt>
                <c:pt idx="1135">
                  <c:v>0.5675</c:v>
                </c:pt>
                <c:pt idx="1136">
                  <c:v>0.568</c:v>
                </c:pt>
                <c:pt idx="1137">
                  <c:v>0.5685</c:v>
                </c:pt>
                <c:pt idx="1138">
                  <c:v>0.569</c:v>
                </c:pt>
                <c:pt idx="1139">
                  <c:v>0.5695</c:v>
                </c:pt>
                <c:pt idx="1140">
                  <c:v>0.57</c:v>
                </c:pt>
                <c:pt idx="1141">
                  <c:v>0.5705</c:v>
                </c:pt>
                <c:pt idx="1142">
                  <c:v>0.571</c:v>
                </c:pt>
                <c:pt idx="1143">
                  <c:v>0.5715</c:v>
                </c:pt>
                <c:pt idx="1144">
                  <c:v>0.572</c:v>
                </c:pt>
                <c:pt idx="1145">
                  <c:v>0.5725</c:v>
                </c:pt>
                <c:pt idx="1146">
                  <c:v>0.573</c:v>
                </c:pt>
                <c:pt idx="1147">
                  <c:v>0.5735</c:v>
                </c:pt>
                <c:pt idx="1148">
                  <c:v>0.574</c:v>
                </c:pt>
                <c:pt idx="1149">
                  <c:v>0.5745</c:v>
                </c:pt>
                <c:pt idx="1150">
                  <c:v>0.575</c:v>
                </c:pt>
                <c:pt idx="1151">
                  <c:v>0.5755</c:v>
                </c:pt>
                <c:pt idx="1152">
                  <c:v>0.576</c:v>
                </c:pt>
                <c:pt idx="1153">
                  <c:v>0.5765</c:v>
                </c:pt>
                <c:pt idx="1154">
                  <c:v>0.577</c:v>
                </c:pt>
                <c:pt idx="1155">
                  <c:v>0.5775</c:v>
                </c:pt>
                <c:pt idx="1156">
                  <c:v>0.578</c:v>
                </c:pt>
                <c:pt idx="1157">
                  <c:v>0.5785</c:v>
                </c:pt>
                <c:pt idx="1158">
                  <c:v>0.579</c:v>
                </c:pt>
                <c:pt idx="1159">
                  <c:v>0.5795</c:v>
                </c:pt>
                <c:pt idx="1160">
                  <c:v>0.58</c:v>
                </c:pt>
                <c:pt idx="1161">
                  <c:v>0.5805</c:v>
                </c:pt>
                <c:pt idx="1162">
                  <c:v>0.581</c:v>
                </c:pt>
                <c:pt idx="1163">
                  <c:v>0.5815</c:v>
                </c:pt>
                <c:pt idx="1164">
                  <c:v>0.582</c:v>
                </c:pt>
                <c:pt idx="1165">
                  <c:v>0.5825</c:v>
                </c:pt>
                <c:pt idx="1166">
                  <c:v>0.583</c:v>
                </c:pt>
                <c:pt idx="1167">
                  <c:v>0.5835</c:v>
                </c:pt>
                <c:pt idx="1168">
                  <c:v>0.584</c:v>
                </c:pt>
                <c:pt idx="1169">
                  <c:v>0.5845</c:v>
                </c:pt>
                <c:pt idx="1170">
                  <c:v>0.585</c:v>
                </c:pt>
                <c:pt idx="1171">
                  <c:v>0.5855</c:v>
                </c:pt>
                <c:pt idx="1172">
                  <c:v>0.586</c:v>
                </c:pt>
                <c:pt idx="1173">
                  <c:v>0.5865</c:v>
                </c:pt>
                <c:pt idx="1174">
                  <c:v>0.587</c:v>
                </c:pt>
                <c:pt idx="1175">
                  <c:v>0.5875</c:v>
                </c:pt>
                <c:pt idx="1176">
                  <c:v>0.588</c:v>
                </c:pt>
                <c:pt idx="1177">
                  <c:v>0.5885</c:v>
                </c:pt>
                <c:pt idx="1178">
                  <c:v>0.589</c:v>
                </c:pt>
                <c:pt idx="1179">
                  <c:v>0.5895</c:v>
                </c:pt>
                <c:pt idx="1180">
                  <c:v>0.59</c:v>
                </c:pt>
                <c:pt idx="1181">
                  <c:v>0.5905</c:v>
                </c:pt>
                <c:pt idx="1182">
                  <c:v>0.591</c:v>
                </c:pt>
                <c:pt idx="1183">
                  <c:v>0.5915</c:v>
                </c:pt>
                <c:pt idx="1184">
                  <c:v>0.592</c:v>
                </c:pt>
                <c:pt idx="1185">
                  <c:v>0.5925</c:v>
                </c:pt>
                <c:pt idx="1186">
                  <c:v>0.593</c:v>
                </c:pt>
                <c:pt idx="1187">
                  <c:v>0.5935</c:v>
                </c:pt>
                <c:pt idx="1188">
                  <c:v>0.594</c:v>
                </c:pt>
                <c:pt idx="1189">
                  <c:v>0.5945</c:v>
                </c:pt>
                <c:pt idx="1190">
                  <c:v>0.595</c:v>
                </c:pt>
                <c:pt idx="1191">
                  <c:v>0.5955</c:v>
                </c:pt>
                <c:pt idx="1192">
                  <c:v>0.596</c:v>
                </c:pt>
                <c:pt idx="1193">
                  <c:v>0.5965</c:v>
                </c:pt>
                <c:pt idx="1194">
                  <c:v>0.597</c:v>
                </c:pt>
                <c:pt idx="1195">
                  <c:v>0.5975</c:v>
                </c:pt>
                <c:pt idx="1196">
                  <c:v>0.598</c:v>
                </c:pt>
                <c:pt idx="1197">
                  <c:v>0.5985</c:v>
                </c:pt>
                <c:pt idx="1198">
                  <c:v>0.599</c:v>
                </c:pt>
                <c:pt idx="1199">
                  <c:v>0.5995</c:v>
                </c:pt>
                <c:pt idx="1200">
                  <c:v>0.6</c:v>
                </c:pt>
                <c:pt idx="1201">
                  <c:v>0.6005</c:v>
                </c:pt>
                <c:pt idx="1202">
                  <c:v>0.601</c:v>
                </c:pt>
                <c:pt idx="1203">
                  <c:v>0.6015</c:v>
                </c:pt>
                <c:pt idx="1204">
                  <c:v>0.602</c:v>
                </c:pt>
                <c:pt idx="1205">
                  <c:v>0.6025</c:v>
                </c:pt>
                <c:pt idx="1206">
                  <c:v>0.603</c:v>
                </c:pt>
                <c:pt idx="1207">
                  <c:v>0.6035</c:v>
                </c:pt>
                <c:pt idx="1208">
                  <c:v>0.604</c:v>
                </c:pt>
                <c:pt idx="1209">
                  <c:v>0.6045</c:v>
                </c:pt>
                <c:pt idx="1210">
                  <c:v>0.605</c:v>
                </c:pt>
                <c:pt idx="1211">
                  <c:v>0.6055</c:v>
                </c:pt>
                <c:pt idx="1212">
                  <c:v>0.606</c:v>
                </c:pt>
                <c:pt idx="1213">
                  <c:v>0.6065</c:v>
                </c:pt>
                <c:pt idx="1214">
                  <c:v>0.607</c:v>
                </c:pt>
                <c:pt idx="1215">
                  <c:v>0.6075</c:v>
                </c:pt>
                <c:pt idx="1216">
                  <c:v>0.608</c:v>
                </c:pt>
                <c:pt idx="1217">
                  <c:v>0.6085</c:v>
                </c:pt>
                <c:pt idx="1218">
                  <c:v>0.609</c:v>
                </c:pt>
                <c:pt idx="1219">
                  <c:v>0.6095</c:v>
                </c:pt>
                <c:pt idx="1220">
                  <c:v>0.61</c:v>
                </c:pt>
                <c:pt idx="1221">
                  <c:v>0.6105</c:v>
                </c:pt>
                <c:pt idx="1222">
                  <c:v>0.611</c:v>
                </c:pt>
                <c:pt idx="1223">
                  <c:v>0.6115</c:v>
                </c:pt>
                <c:pt idx="1224">
                  <c:v>0.612</c:v>
                </c:pt>
                <c:pt idx="1225">
                  <c:v>0.6125</c:v>
                </c:pt>
                <c:pt idx="1226">
                  <c:v>0.613</c:v>
                </c:pt>
                <c:pt idx="1227">
                  <c:v>0.6135</c:v>
                </c:pt>
                <c:pt idx="1228">
                  <c:v>0.614</c:v>
                </c:pt>
                <c:pt idx="1229">
                  <c:v>0.6145</c:v>
                </c:pt>
                <c:pt idx="1230">
                  <c:v>0.615</c:v>
                </c:pt>
                <c:pt idx="1231">
                  <c:v>0.6155</c:v>
                </c:pt>
                <c:pt idx="1232">
                  <c:v>0.616</c:v>
                </c:pt>
                <c:pt idx="1233">
                  <c:v>0.6165</c:v>
                </c:pt>
                <c:pt idx="1234">
                  <c:v>0.617</c:v>
                </c:pt>
                <c:pt idx="1235">
                  <c:v>0.6175</c:v>
                </c:pt>
                <c:pt idx="1236">
                  <c:v>0.618</c:v>
                </c:pt>
                <c:pt idx="1237">
                  <c:v>0.6185</c:v>
                </c:pt>
                <c:pt idx="1238">
                  <c:v>0.619</c:v>
                </c:pt>
                <c:pt idx="1239">
                  <c:v>0.6195</c:v>
                </c:pt>
                <c:pt idx="1240">
                  <c:v>0.62</c:v>
                </c:pt>
                <c:pt idx="1241">
                  <c:v>0.6205</c:v>
                </c:pt>
                <c:pt idx="1242">
                  <c:v>0.621</c:v>
                </c:pt>
                <c:pt idx="1243">
                  <c:v>0.6215</c:v>
                </c:pt>
                <c:pt idx="1244">
                  <c:v>0.622</c:v>
                </c:pt>
                <c:pt idx="1245">
                  <c:v>0.6225</c:v>
                </c:pt>
                <c:pt idx="1246">
                  <c:v>0.623</c:v>
                </c:pt>
                <c:pt idx="1247">
                  <c:v>0.6235</c:v>
                </c:pt>
                <c:pt idx="1248">
                  <c:v>0.624</c:v>
                </c:pt>
                <c:pt idx="1249">
                  <c:v>0.6245</c:v>
                </c:pt>
                <c:pt idx="1250">
                  <c:v>0.625</c:v>
                </c:pt>
                <c:pt idx="1251">
                  <c:v>0.6255</c:v>
                </c:pt>
                <c:pt idx="1252">
                  <c:v>0.626</c:v>
                </c:pt>
                <c:pt idx="1253">
                  <c:v>0.6265</c:v>
                </c:pt>
                <c:pt idx="1254">
                  <c:v>0.627</c:v>
                </c:pt>
                <c:pt idx="1255">
                  <c:v>0.6275</c:v>
                </c:pt>
                <c:pt idx="1256">
                  <c:v>0.628</c:v>
                </c:pt>
                <c:pt idx="1257">
                  <c:v>0.6285</c:v>
                </c:pt>
                <c:pt idx="1258">
                  <c:v>0.629</c:v>
                </c:pt>
                <c:pt idx="1259">
                  <c:v>0.6295</c:v>
                </c:pt>
                <c:pt idx="1260">
                  <c:v>0.63</c:v>
                </c:pt>
                <c:pt idx="1261">
                  <c:v>0.6305</c:v>
                </c:pt>
                <c:pt idx="1262">
                  <c:v>0.631</c:v>
                </c:pt>
                <c:pt idx="1263">
                  <c:v>0.6315</c:v>
                </c:pt>
                <c:pt idx="1264">
                  <c:v>0.632</c:v>
                </c:pt>
                <c:pt idx="1265">
                  <c:v>0.6325</c:v>
                </c:pt>
                <c:pt idx="1266">
                  <c:v>0.633</c:v>
                </c:pt>
                <c:pt idx="1267">
                  <c:v>0.6335</c:v>
                </c:pt>
                <c:pt idx="1268">
                  <c:v>0.634</c:v>
                </c:pt>
                <c:pt idx="1269">
                  <c:v>0.6345</c:v>
                </c:pt>
                <c:pt idx="1270">
                  <c:v>0.635</c:v>
                </c:pt>
                <c:pt idx="1271">
                  <c:v>0.6355</c:v>
                </c:pt>
                <c:pt idx="1272">
                  <c:v>0.636</c:v>
                </c:pt>
                <c:pt idx="1273">
                  <c:v>0.6365</c:v>
                </c:pt>
                <c:pt idx="1274">
                  <c:v>0.637</c:v>
                </c:pt>
                <c:pt idx="1275">
                  <c:v>0.6375</c:v>
                </c:pt>
                <c:pt idx="1276">
                  <c:v>0.638</c:v>
                </c:pt>
                <c:pt idx="1277">
                  <c:v>0.6385</c:v>
                </c:pt>
                <c:pt idx="1278">
                  <c:v>0.639</c:v>
                </c:pt>
                <c:pt idx="1279">
                  <c:v>0.6395</c:v>
                </c:pt>
                <c:pt idx="1280">
                  <c:v>0.64</c:v>
                </c:pt>
                <c:pt idx="1281">
                  <c:v>0.6405</c:v>
                </c:pt>
                <c:pt idx="1282">
                  <c:v>0.641</c:v>
                </c:pt>
                <c:pt idx="1283">
                  <c:v>0.6415</c:v>
                </c:pt>
                <c:pt idx="1284">
                  <c:v>0.642</c:v>
                </c:pt>
                <c:pt idx="1285">
                  <c:v>0.6425</c:v>
                </c:pt>
                <c:pt idx="1286">
                  <c:v>0.643</c:v>
                </c:pt>
                <c:pt idx="1287">
                  <c:v>0.6435</c:v>
                </c:pt>
                <c:pt idx="1288">
                  <c:v>0.644</c:v>
                </c:pt>
                <c:pt idx="1289">
                  <c:v>0.6445</c:v>
                </c:pt>
                <c:pt idx="1290">
                  <c:v>0.645</c:v>
                </c:pt>
                <c:pt idx="1291">
                  <c:v>0.6455</c:v>
                </c:pt>
                <c:pt idx="1292">
                  <c:v>0.646</c:v>
                </c:pt>
                <c:pt idx="1293">
                  <c:v>0.6465</c:v>
                </c:pt>
                <c:pt idx="1294">
                  <c:v>0.647</c:v>
                </c:pt>
                <c:pt idx="1295">
                  <c:v>0.6475</c:v>
                </c:pt>
                <c:pt idx="1296">
                  <c:v>0.648</c:v>
                </c:pt>
                <c:pt idx="1297">
                  <c:v>0.6485</c:v>
                </c:pt>
                <c:pt idx="1298">
                  <c:v>0.649</c:v>
                </c:pt>
                <c:pt idx="1299">
                  <c:v>0.6495</c:v>
                </c:pt>
                <c:pt idx="1300">
                  <c:v>0.65</c:v>
                </c:pt>
                <c:pt idx="1301">
                  <c:v>0.6505</c:v>
                </c:pt>
                <c:pt idx="1302">
                  <c:v>0.651</c:v>
                </c:pt>
                <c:pt idx="1303">
                  <c:v>0.6515</c:v>
                </c:pt>
                <c:pt idx="1304">
                  <c:v>0.652</c:v>
                </c:pt>
                <c:pt idx="1305">
                  <c:v>0.6525</c:v>
                </c:pt>
                <c:pt idx="1306">
                  <c:v>0.653</c:v>
                </c:pt>
                <c:pt idx="1307">
                  <c:v>0.6535</c:v>
                </c:pt>
                <c:pt idx="1308">
                  <c:v>0.654</c:v>
                </c:pt>
                <c:pt idx="1309">
                  <c:v>0.6545</c:v>
                </c:pt>
                <c:pt idx="1310">
                  <c:v>0.655</c:v>
                </c:pt>
                <c:pt idx="1311">
                  <c:v>0.6555</c:v>
                </c:pt>
                <c:pt idx="1312">
                  <c:v>0.656</c:v>
                </c:pt>
                <c:pt idx="1313">
                  <c:v>0.6565</c:v>
                </c:pt>
                <c:pt idx="1314">
                  <c:v>0.657</c:v>
                </c:pt>
                <c:pt idx="1315">
                  <c:v>0.6575</c:v>
                </c:pt>
                <c:pt idx="1316">
                  <c:v>0.658</c:v>
                </c:pt>
                <c:pt idx="1317">
                  <c:v>0.6585</c:v>
                </c:pt>
                <c:pt idx="1318">
                  <c:v>0.659</c:v>
                </c:pt>
                <c:pt idx="1319">
                  <c:v>0.6595</c:v>
                </c:pt>
                <c:pt idx="1320">
                  <c:v>0.66</c:v>
                </c:pt>
                <c:pt idx="1321">
                  <c:v>0.6605</c:v>
                </c:pt>
                <c:pt idx="1322">
                  <c:v>0.661</c:v>
                </c:pt>
                <c:pt idx="1323">
                  <c:v>0.6615</c:v>
                </c:pt>
                <c:pt idx="1324">
                  <c:v>0.662</c:v>
                </c:pt>
                <c:pt idx="1325">
                  <c:v>0.6625</c:v>
                </c:pt>
                <c:pt idx="1326">
                  <c:v>0.663</c:v>
                </c:pt>
                <c:pt idx="1327">
                  <c:v>0.6635</c:v>
                </c:pt>
                <c:pt idx="1328">
                  <c:v>0.664</c:v>
                </c:pt>
                <c:pt idx="1329">
                  <c:v>0.6645</c:v>
                </c:pt>
                <c:pt idx="1330">
                  <c:v>0.665</c:v>
                </c:pt>
                <c:pt idx="1331">
                  <c:v>0.6655</c:v>
                </c:pt>
                <c:pt idx="1332">
                  <c:v>0.666</c:v>
                </c:pt>
                <c:pt idx="1333">
                  <c:v>0.6665</c:v>
                </c:pt>
                <c:pt idx="1334">
                  <c:v>0.667</c:v>
                </c:pt>
                <c:pt idx="1335">
                  <c:v>0.6675</c:v>
                </c:pt>
                <c:pt idx="1336">
                  <c:v>0.668</c:v>
                </c:pt>
                <c:pt idx="1337">
                  <c:v>0.6685</c:v>
                </c:pt>
                <c:pt idx="1338">
                  <c:v>0.669</c:v>
                </c:pt>
                <c:pt idx="1339">
                  <c:v>0.6695</c:v>
                </c:pt>
                <c:pt idx="1340">
                  <c:v>0.67</c:v>
                </c:pt>
                <c:pt idx="1341">
                  <c:v>0.6705</c:v>
                </c:pt>
                <c:pt idx="1342">
                  <c:v>0.671</c:v>
                </c:pt>
                <c:pt idx="1343">
                  <c:v>0.6715</c:v>
                </c:pt>
                <c:pt idx="1344">
                  <c:v>0.672</c:v>
                </c:pt>
                <c:pt idx="1345">
                  <c:v>0.6725</c:v>
                </c:pt>
                <c:pt idx="1346">
                  <c:v>0.673</c:v>
                </c:pt>
                <c:pt idx="1347">
                  <c:v>0.6735</c:v>
                </c:pt>
                <c:pt idx="1348">
                  <c:v>0.674</c:v>
                </c:pt>
                <c:pt idx="1349">
                  <c:v>0.6745</c:v>
                </c:pt>
                <c:pt idx="1350">
                  <c:v>0.675</c:v>
                </c:pt>
                <c:pt idx="1351">
                  <c:v>0.6755</c:v>
                </c:pt>
                <c:pt idx="1352">
                  <c:v>0.676</c:v>
                </c:pt>
                <c:pt idx="1353">
                  <c:v>0.6765</c:v>
                </c:pt>
                <c:pt idx="1354">
                  <c:v>0.677</c:v>
                </c:pt>
                <c:pt idx="1355">
                  <c:v>0.6775</c:v>
                </c:pt>
                <c:pt idx="1356">
                  <c:v>0.678</c:v>
                </c:pt>
                <c:pt idx="1357">
                  <c:v>0.6785</c:v>
                </c:pt>
                <c:pt idx="1358">
                  <c:v>0.679</c:v>
                </c:pt>
                <c:pt idx="1359">
                  <c:v>0.6795</c:v>
                </c:pt>
                <c:pt idx="1360">
                  <c:v>0.68</c:v>
                </c:pt>
                <c:pt idx="1361">
                  <c:v>0.6805</c:v>
                </c:pt>
                <c:pt idx="1362">
                  <c:v>0.681</c:v>
                </c:pt>
                <c:pt idx="1363">
                  <c:v>0.6815</c:v>
                </c:pt>
                <c:pt idx="1364">
                  <c:v>0.682</c:v>
                </c:pt>
                <c:pt idx="1365">
                  <c:v>0.6825</c:v>
                </c:pt>
                <c:pt idx="1366">
                  <c:v>0.683</c:v>
                </c:pt>
                <c:pt idx="1367">
                  <c:v>0.6835</c:v>
                </c:pt>
                <c:pt idx="1368">
                  <c:v>0.684</c:v>
                </c:pt>
                <c:pt idx="1369">
                  <c:v>0.6845</c:v>
                </c:pt>
                <c:pt idx="1370">
                  <c:v>0.685</c:v>
                </c:pt>
                <c:pt idx="1371">
                  <c:v>0.6855</c:v>
                </c:pt>
                <c:pt idx="1372">
                  <c:v>0.686</c:v>
                </c:pt>
                <c:pt idx="1373">
                  <c:v>0.6865</c:v>
                </c:pt>
                <c:pt idx="1374">
                  <c:v>0.687</c:v>
                </c:pt>
                <c:pt idx="1375">
                  <c:v>0.6875</c:v>
                </c:pt>
                <c:pt idx="1376">
                  <c:v>0.688</c:v>
                </c:pt>
                <c:pt idx="1377">
                  <c:v>0.6885</c:v>
                </c:pt>
                <c:pt idx="1378">
                  <c:v>0.689</c:v>
                </c:pt>
                <c:pt idx="1379">
                  <c:v>0.6895</c:v>
                </c:pt>
                <c:pt idx="1380">
                  <c:v>0.69</c:v>
                </c:pt>
                <c:pt idx="1381">
                  <c:v>0.6905</c:v>
                </c:pt>
                <c:pt idx="1382">
                  <c:v>0.691</c:v>
                </c:pt>
                <c:pt idx="1383">
                  <c:v>0.6915</c:v>
                </c:pt>
                <c:pt idx="1384">
                  <c:v>0.692</c:v>
                </c:pt>
                <c:pt idx="1385">
                  <c:v>0.6925</c:v>
                </c:pt>
                <c:pt idx="1386">
                  <c:v>0.693</c:v>
                </c:pt>
                <c:pt idx="1387">
                  <c:v>0.6935</c:v>
                </c:pt>
                <c:pt idx="1388">
                  <c:v>0.694</c:v>
                </c:pt>
                <c:pt idx="1389">
                  <c:v>0.6945</c:v>
                </c:pt>
                <c:pt idx="1390">
                  <c:v>0.695</c:v>
                </c:pt>
                <c:pt idx="1391">
                  <c:v>0.6955</c:v>
                </c:pt>
                <c:pt idx="1392">
                  <c:v>0.696</c:v>
                </c:pt>
                <c:pt idx="1393">
                  <c:v>0.6965</c:v>
                </c:pt>
                <c:pt idx="1394">
                  <c:v>0.697</c:v>
                </c:pt>
                <c:pt idx="1395">
                  <c:v>0.6975</c:v>
                </c:pt>
                <c:pt idx="1396">
                  <c:v>0.698</c:v>
                </c:pt>
                <c:pt idx="1397">
                  <c:v>0.6985</c:v>
                </c:pt>
                <c:pt idx="1398">
                  <c:v>0.699</c:v>
                </c:pt>
                <c:pt idx="1399">
                  <c:v>0.6995</c:v>
                </c:pt>
                <c:pt idx="1400">
                  <c:v>0.7</c:v>
                </c:pt>
                <c:pt idx="1401">
                  <c:v>0.7005</c:v>
                </c:pt>
                <c:pt idx="1402">
                  <c:v>0.701</c:v>
                </c:pt>
                <c:pt idx="1403">
                  <c:v>0.7015</c:v>
                </c:pt>
                <c:pt idx="1404">
                  <c:v>0.702</c:v>
                </c:pt>
                <c:pt idx="1405">
                  <c:v>0.7025</c:v>
                </c:pt>
                <c:pt idx="1406">
                  <c:v>0.703</c:v>
                </c:pt>
                <c:pt idx="1407">
                  <c:v>0.7035</c:v>
                </c:pt>
                <c:pt idx="1408">
                  <c:v>0.704</c:v>
                </c:pt>
                <c:pt idx="1409">
                  <c:v>0.7045</c:v>
                </c:pt>
                <c:pt idx="1410">
                  <c:v>0.705</c:v>
                </c:pt>
                <c:pt idx="1411">
                  <c:v>0.7055</c:v>
                </c:pt>
                <c:pt idx="1412">
                  <c:v>0.706</c:v>
                </c:pt>
                <c:pt idx="1413">
                  <c:v>0.7065</c:v>
                </c:pt>
                <c:pt idx="1414">
                  <c:v>0.707</c:v>
                </c:pt>
                <c:pt idx="1415">
                  <c:v>0.7075</c:v>
                </c:pt>
                <c:pt idx="1416">
                  <c:v>0.708</c:v>
                </c:pt>
                <c:pt idx="1417">
                  <c:v>0.7085</c:v>
                </c:pt>
                <c:pt idx="1418">
                  <c:v>0.709</c:v>
                </c:pt>
                <c:pt idx="1419">
                  <c:v>0.7095</c:v>
                </c:pt>
                <c:pt idx="1420">
                  <c:v>0.71</c:v>
                </c:pt>
                <c:pt idx="1421">
                  <c:v>0.7105</c:v>
                </c:pt>
                <c:pt idx="1422">
                  <c:v>0.711</c:v>
                </c:pt>
                <c:pt idx="1423">
                  <c:v>0.7115</c:v>
                </c:pt>
                <c:pt idx="1424">
                  <c:v>0.712</c:v>
                </c:pt>
                <c:pt idx="1425">
                  <c:v>0.7125</c:v>
                </c:pt>
                <c:pt idx="1426">
                  <c:v>0.713</c:v>
                </c:pt>
                <c:pt idx="1427">
                  <c:v>0.7135</c:v>
                </c:pt>
                <c:pt idx="1428">
                  <c:v>0.714</c:v>
                </c:pt>
                <c:pt idx="1429">
                  <c:v>0.7145</c:v>
                </c:pt>
                <c:pt idx="1430">
                  <c:v>0.715</c:v>
                </c:pt>
                <c:pt idx="1431">
                  <c:v>0.7155</c:v>
                </c:pt>
                <c:pt idx="1432">
                  <c:v>0.716</c:v>
                </c:pt>
                <c:pt idx="1433">
                  <c:v>0.7165</c:v>
                </c:pt>
                <c:pt idx="1434">
                  <c:v>0.717</c:v>
                </c:pt>
                <c:pt idx="1435">
                  <c:v>0.7175</c:v>
                </c:pt>
                <c:pt idx="1436">
                  <c:v>0.718</c:v>
                </c:pt>
                <c:pt idx="1437">
                  <c:v>0.7185</c:v>
                </c:pt>
                <c:pt idx="1438">
                  <c:v>0.719</c:v>
                </c:pt>
                <c:pt idx="1439">
                  <c:v>0.7195</c:v>
                </c:pt>
                <c:pt idx="1440">
                  <c:v>0.72</c:v>
                </c:pt>
                <c:pt idx="1441">
                  <c:v>0.7205</c:v>
                </c:pt>
                <c:pt idx="1442">
                  <c:v>0.721</c:v>
                </c:pt>
                <c:pt idx="1443">
                  <c:v>0.7215</c:v>
                </c:pt>
                <c:pt idx="1444">
                  <c:v>0.722</c:v>
                </c:pt>
                <c:pt idx="1445">
                  <c:v>0.7225</c:v>
                </c:pt>
                <c:pt idx="1446">
                  <c:v>0.723</c:v>
                </c:pt>
                <c:pt idx="1447">
                  <c:v>0.7235</c:v>
                </c:pt>
                <c:pt idx="1448">
                  <c:v>0.724</c:v>
                </c:pt>
                <c:pt idx="1449">
                  <c:v>0.7245</c:v>
                </c:pt>
                <c:pt idx="1450">
                  <c:v>0.725</c:v>
                </c:pt>
                <c:pt idx="1451">
                  <c:v>0.7255</c:v>
                </c:pt>
                <c:pt idx="1452">
                  <c:v>0.726</c:v>
                </c:pt>
                <c:pt idx="1453">
                  <c:v>0.7265</c:v>
                </c:pt>
                <c:pt idx="1454">
                  <c:v>0.727</c:v>
                </c:pt>
                <c:pt idx="1455">
                  <c:v>0.7275</c:v>
                </c:pt>
                <c:pt idx="1456">
                  <c:v>0.728</c:v>
                </c:pt>
                <c:pt idx="1457">
                  <c:v>0.7285</c:v>
                </c:pt>
                <c:pt idx="1458">
                  <c:v>0.729</c:v>
                </c:pt>
                <c:pt idx="1459">
                  <c:v>0.7295</c:v>
                </c:pt>
                <c:pt idx="1460">
                  <c:v>0.73</c:v>
                </c:pt>
                <c:pt idx="1461">
                  <c:v>0.7305</c:v>
                </c:pt>
                <c:pt idx="1462">
                  <c:v>0.731</c:v>
                </c:pt>
                <c:pt idx="1463">
                  <c:v>0.7315</c:v>
                </c:pt>
                <c:pt idx="1464">
                  <c:v>0.732</c:v>
                </c:pt>
                <c:pt idx="1465">
                  <c:v>0.7325</c:v>
                </c:pt>
                <c:pt idx="1466">
                  <c:v>0.733</c:v>
                </c:pt>
                <c:pt idx="1467">
                  <c:v>0.7335</c:v>
                </c:pt>
                <c:pt idx="1468">
                  <c:v>0.734</c:v>
                </c:pt>
                <c:pt idx="1469">
                  <c:v>0.7345</c:v>
                </c:pt>
                <c:pt idx="1470">
                  <c:v>0.735</c:v>
                </c:pt>
                <c:pt idx="1471">
                  <c:v>0.7355</c:v>
                </c:pt>
                <c:pt idx="1472">
                  <c:v>0.736</c:v>
                </c:pt>
                <c:pt idx="1473">
                  <c:v>0.7365</c:v>
                </c:pt>
                <c:pt idx="1474">
                  <c:v>0.737</c:v>
                </c:pt>
                <c:pt idx="1475">
                  <c:v>0.7375</c:v>
                </c:pt>
                <c:pt idx="1476">
                  <c:v>0.738</c:v>
                </c:pt>
                <c:pt idx="1477">
                  <c:v>0.7385</c:v>
                </c:pt>
                <c:pt idx="1478">
                  <c:v>0.739</c:v>
                </c:pt>
                <c:pt idx="1479">
                  <c:v>0.7395</c:v>
                </c:pt>
                <c:pt idx="1480">
                  <c:v>0.74</c:v>
                </c:pt>
                <c:pt idx="1481">
                  <c:v>0.7405</c:v>
                </c:pt>
                <c:pt idx="1482">
                  <c:v>0.741</c:v>
                </c:pt>
                <c:pt idx="1483">
                  <c:v>0.7415</c:v>
                </c:pt>
                <c:pt idx="1484">
                  <c:v>0.742</c:v>
                </c:pt>
                <c:pt idx="1485">
                  <c:v>0.7425</c:v>
                </c:pt>
                <c:pt idx="1486">
                  <c:v>0.743</c:v>
                </c:pt>
                <c:pt idx="1487">
                  <c:v>0.7435</c:v>
                </c:pt>
                <c:pt idx="1488">
                  <c:v>0.744</c:v>
                </c:pt>
                <c:pt idx="1489">
                  <c:v>0.7445</c:v>
                </c:pt>
                <c:pt idx="1490">
                  <c:v>0.745</c:v>
                </c:pt>
                <c:pt idx="1491">
                  <c:v>0.7455</c:v>
                </c:pt>
                <c:pt idx="1492">
                  <c:v>0.746</c:v>
                </c:pt>
                <c:pt idx="1493">
                  <c:v>0.7465</c:v>
                </c:pt>
                <c:pt idx="1494">
                  <c:v>0.747</c:v>
                </c:pt>
                <c:pt idx="1495">
                  <c:v>0.7475</c:v>
                </c:pt>
                <c:pt idx="1496">
                  <c:v>0.748</c:v>
                </c:pt>
                <c:pt idx="1497">
                  <c:v>0.7485</c:v>
                </c:pt>
                <c:pt idx="1498">
                  <c:v>0.749</c:v>
                </c:pt>
                <c:pt idx="1499">
                  <c:v>0.7495</c:v>
                </c:pt>
                <c:pt idx="1500">
                  <c:v>0.75</c:v>
                </c:pt>
                <c:pt idx="1501">
                  <c:v>0.7505</c:v>
                </c:pt>
                <c:pt idx="1502">
                  <c:v>0.751</c:v>
                </c:pt>
                <c:pt idx="1503">
                  <c:v>0.7515</c:v>
                </c:pt>
                <c:pt idx="1504">
                  <c:v>0.752</c:v>
                </c:pt>
                <c:pt idx="1505">
                  <c:v>0.7525</c:v>
                </c:pt>
                <c:pt idx="1506">
                  <c:v>0.753</c:v>
                </c:pt>
                <c:pt idx="1507">
                  <c:v>0.7535</c:v>
                </c:pt>
                <c:pt idx="1508">
                  <c:v>0.754</c:v>
                </c:pt>
                <c:pt idx="1509">
                  <c:v>0.7545</c:v>
                </c:pt>
                <c:pt idx="1510">
                  <c:v>0.755</c:v>
                </c:pt>
                <c:pt idx="1511">
                  <c:v>0.7555</c:v>
                </c:pt>
                <c:pt idx="1512">
                  <c:v>0.756</c:v>
                </c:pt>
                <c:pt idx="1513">
                  <c:v>0.7565</c:v>
                </c:pt>
                <c:pt idx="1514">
                  <c:v>0.757</c:v>
                </c:pt>
                <c:pt idx="1515">
                  <c:v>0.7575</c:v>
                </c:pt>
                <c:pt idx="1516">
                  <c:v>0.758</c:v>
                </c:pt>
                <c:pt idx="1517">
                  <c:v>0.7585</c:v>
                </c:pt>
                <c:pt idx="1518">
                  <c:v>0.759</c:v>
                </c:pt>
                <c:pt idx="1519">
                  <c:v>0.7595</c:v>
                </c:pt>
                <c:pt idx="1520">
                  <c:v>0.76</c:v>
                </c:pt>
                <c:pt idx="1521">
                  <c:v>0.7605</c:v>
                </c:pt>
                <c:pt idx="1522">
                  <c:v>0.761</c:v>
                </c:pt>
                <c:pt idx="1523">
                  <c:v>0.7615</c:v>
                </c:pt>
                <c:pt idx="1524">
                  <c:v>0.762</c:v>
                </c:pt>
                <c:pt idx="1525">
                  <c:v>0.7625</c:v>
                </c:pt>
                <c:pt idx="1526">
                  <c:v>0.763</c:v>
                </c:pt>
                <c:pt idx="1527">
                  <c:v>0.7635</c:v>
                </c:pt>
                <c:pt idx="1528">
                  <c:v>0.764</c:v>
                </c:pt>
                <c:pt idx="1529">
                  <c:v>0.7645</c:v>
                </c:pt>
                <c:pt idx="1530">
                  <c:v>0.765</c:v>
                </c:pt>
                <c:pt idx="1531">
                  <c:v>0.7655</c:v>
                </c:pt>
                <c:pt idx="1532">
                  <c:v>0.766</c:v>
                </c:pt>
                <c:pt idx="1533">
                  <c:v>0.7665</c:v>
                </c:pt>
                <c:pt idx="1534">
                  <c:v>0.767</c:v>
                </c:pt>
                <c:pt idx="1535">
                  <c:v>0.7675</c:v>
                </c:pt>
                <c:pt idx="1536">
                  <c:v>0.768</c:v>
                </c:pt>
                <c:pt idx="1537">
                  <c:v>0.7685</c:v>
                </c:pt>
                <c:pt idx="1538">
                  <c:v>0.769</c:v>
                </c:pt>
                <c:pt idx="1539">
                  <c:v>0.7695</c:v>
                </c:pt>
                <c:pt idx="1540">
                  <c:v>0.77</c:v>
                </c:pt>
                <c:pt idx="1541">
                  <c:v>0.7705</c:v>
                </c:pt>
                <c:pt idx="1542">
                  <c:v>0.771</c:v>
                </c:pt>
                <c:pt idx="1543">
                  <c:v>0.7715</c:v>
                </c:pt>
                <c:pt idx="1544">
                  <c:v>0.772</c:v>
                </c:pt>
                <c:pt idx="1545">
                  <c:v>0.7725</c:v>
                </c:pt>
                <c:pt idx="1546">
                  <c:v>0.773</c:v>
                </c:pt>
                <c:pt idx="1547">
                  <c:v>0.7735</c:v>
                </c:pt>
                <c:pt idx="1548">
                  <c:v>0.774</c:v>
                </c:pt>
                <c:pt idx="1549">
                  <c:v>0.7745</c:v>
                </c:pt>
                <c:pt idx="1550">
                  <c:v>0.775</c:v>
                </c:pt>
                <c:pt idx="1551">
                  <c:v>0.7755</c:v>
                </c:pt>
                <c:pt idx="1552">
                  <c:v>0.776</c:v>
                </c:pt>
                <c:pt idx="1553">
                  <c:v>0.7765</c:v>
                </c:pt>
                <c:pt idx="1554">
                  <c:v>0.777</c:v>
                </c:pt>
                <c:pt idx="1555">
                  <c:v>0.7775</c:v>
                </c:pt>
                <c:pt idx="1556">
                  <c:v>0.778</c:v>
                </c:pt>
                <c:pt idx="1557">
                  <c:v>0.7785</c:v>
                </c:pt>
                <c:pt idx="1558">
                  <c:v>0.779</c:v>
                </c:pt>
                <c:pt idx="1559">
                  <c:v>0.7795</c:v>
                </c:pt>
                <c:pt idx="1560">
                  <c:v>0.78</c:v>
                </c:pt>
                <c:pt idx="1561">
                  <c:v>0.7805</c:v>
                </c:pt>
                <c:pt idx="1562">
                  <c:v>0.781</c:v>
                </c:pt>
                <c:pt idx="1563">
                  <c:v>0.7815</c:v>
                </c:pt>
                <c:pt idx="1564">
                  <c:v>0.782</c:v>
                </c:pt>
                <c:pt idx="1565">
                  <c:v>0.7825</c:v>
                </c:pt>
                <c:pt idx="1566">
                  <c:v>0.783</c:v>
                </c:pt>
                <c:pt idx="1567">
                  <c:v>0.7835</c:v>
                </c:pt>
                <c:pt idx="1568">
                  <c:v>0.784</c:v>
                </c:pt>
                <c:pt idx="1569">
                  <c:v>0.7845</c:v>
                </c:pt>
                <c:pt idx="1570">
                  <c:v>0.785</c:v>
                </c:pt>
                <c:pt idx="1571">
                  <c:v>0.7855</c:v>
                </c:pt>
                <c:pt idx="1572">
                  <c:v>0.786</c:v>
                </c:pt>
                <c:pt idx="1573">
                  <c:v>0.7865</c:v>
                </c:pt>
                <c:pt idx="1574">
                  <c:v>0.787</c:v>
                </c:pt>
                <c:pt idx="1575">
                  <c:v>0.7875</c:v>
                </c:pt>
                <c:pt idx="1576">
                  <c:v>0.788</c:v>
                </c:pt>
                <c:pt idx="1577">
                  <c:v>0.7885</c:v>
                </c:pt>
                <c:pt idx="1578">
                  <c:v>0.789</c:v>
                </c:pt>
                <c:pt idx="1579">
                  <c:v>0.7895</c:v>
                </c:pt>
                <c:pt idx="1580">
                  <c:v>0.79</c:v>
                </c:pt>
                <c:pt idx="1581">
                  <c:v>0.7905</c:v>
                </c:pt>
                <c:pt idx="1582">
                  <c:v>0.791</c:v>
                </c:pt>
                <c:pt idx="1583">
                  <c:v>0.7915</c:v>
                </c:pt>
                <c:pt idx="1584">
                  <c:v>0.792</c:v>
                </c:pt>
                <c:pt idx="1585">
                  <c:v>0.7925</c:v>
                </c:pt>
                <c:pt idx="1586">
                  <c:v>0.793</c:v>
                </c:pt>
                <c:pt idx="1587">
                  <c:v>0.7935</c:v>
                </c:pt>
                <c:pt idx="1588">
                  <c:v>0.794</c:v>
                </c:pt>
                <c:pt idx="1589">
                  <c:v>0.7945</c:v>
                </c:pt>
                <c:pt idx="1590">
                  <c:v>0.795</c:v>
                </c:pt>
                <c:pt idx="1591">
                  <c:v>0.7955</c:v>
                </c:pt>
                <c:pt idx="1592">
                  <c:v>0.796</c:v>
                </c:pt>
                <c:pt idx="1593">
                  <c:v>0.7965</c:v>
                </c:pt>
                <c:pt idx="1594">
                  <c:v>0.797</c:v>
                </c:pt>
                <c:pt idx="1595">
                  <c:v>0.7975</c:v>
                </c:pt>
                <c:pt idx="1596">
                  <c:v>0.798</c:v>
                </c:pt>
                <c:pt idx="1597">
                  <c:v>0.7985</c:v>
                </c:pt>
                <c:pt idx="1598">
                  <c:v>0.799</c:v>
                </c:pt>
                <c:pt idx="1599">
                  <c:v>0.7995</c:v>
                </c:pt>
                <c:pt idx="1600">
                  <c:v>0.8</c:v>
                </c:pt>
                <c:pt idx="1601">
                  <c:v>0.8005</c:v>
                </c:pt>
                <c:pt idx="1602">
                  <c:v>0.801</c:v>
                </c:pt>
                <c:pt idx="1603">
                  <c:v>0.8015</c:v>
                </c:pt>
                <c:pt idx="1604">
                  <c:v>0.802</c:v>
                </c:pt>
                <c:pt idx="1605">
                  <c:v>0.8025</c:v>
                </c:pt>
                <c:pt idx="1606">
                  <c:v>0.803</c:v>
                </c:pt>
                <c:pt idx="1607">
                  <c:v>0.8035</c:v>
                </c:pt>
                <c:pt idx="1608">
                  <c:v>0.804</c:v>
                </c:pt>
                <c:pt idx="1609">
                  <c:v>0.8045</c:v>
                </c:pt>
                <c:pt idx="1610">
                  <c:v>0.805</c:v>
                </c:pt>
                <c:pt idx="1611">
                  <c:v>0.8055</c:v>
                </c:pt>
                <c:pt idx="1612">
                  <c:v>0.806</c:v>
                </c:pt>
                <c:pt idx="1613">
                  <c:v>0.8065</c:v>
                </c:pt>
                <c:pt idx="1614">
                  <c:v>0.807</c:v>
                </c:pt>
                <c:pt idx="1615">
                  <c:v>0.8075</c:v>
                </c:pt>
                <c:pt idx="1616">
                  <c:v>0.808</c:v>
                </c:pt>
                <c:pt idx="1617">
                  <c:v>0.8085</c:v>
                </c:pt>
                <c:pt idx="1618">
                  <c:v>0.809</c:v>
                </c:pt>
                <c:pt idx="1619">
                  <c:v>0.8095</c:v>
                </c:pt>
                <c:pt idx="1620">
                  <c:v>0.81</c:v>
                </c:pt>
                <c:pt idx="1621">
                  <c:v>0.8105</c:v>
                </c:pt>
                <c:pt idx="1622">
                  <c:v>0.811</c:v>
                </c:pt>
                <c:pt idx="1623">
                  <c:v>0.8115</c:v>
                </c:pt>
                <c:pt idx="1624">
                  <c:v>0.812</c:v>
                </c:pt>
                <c:pt idx="1625">
                  <c:v>0.8125</c:v>
                </c:pt>
                <c:pt idx="1626">
                  <c:v>0.813</c:v>
                </c:pt>
                <c:pt idx="1627">
                  <c:v>0.8135</c:v>
                </c:pt>
                <c:pt idx="1628">
                  <c:v>0.814</c:v>
                </c:pt>
                <c:pt idx="1629">
                  <c:v>0.8145</c:v>
                </c:pt>
                <c:pt idx="1630">
                  <c:v>0.815</c:v>
                </c:pt>
                <c:pt idx="1631">
                  <c:v>0.8155</c:v>
                </c:pt>
                <c:pt idx="1632">
                  <c:v>0.816</c:v>
                </c:pt>
                <c:pt idx="1633">
                  <c:v>0.8165</c:v>
                </c:pt>
                <c:pt idx="1634">
                  <c:v>0.817</c:v>
                </c:pt>
                <c:pt idx="1635">
                  <c:v>0.8175</c:v>
                </c:pt>
                <c:pt idx="1636">
                  <c:v>0.818</c:v>
                </c:pt>
                <c:pt idx="1637">
                  <c:v>0.8185</c:v>
                </c:pt>
                <c:pt idx="1638">
                  <c:v>0.819</c:v>
                </c:pt>
                <c:pt idx="1639">
                  <c:v>0.8195</c:v>
                </c:pt>
                <c:pt idx="1640">
                  <c:v>0.82</c:v>
                </c:pt>
                <c:pt idx="1641">
                  <c:v>0.8205</c:v>
                </c:pt>
                <c:pt idx="1642">
                  <c:v>0.821</c:v>
                </c:pt>
                <c:pt idx="1643">
                  <c:v>0.8215</c:v>
                </c:pt>
                <c:pt idx="1644">
                  <c:v>0.822</c:v>
                </c:pt>
                <c:pt idx="1645">
                  <c:v>0.8225</c:v>
                </c:pt>
                <c:pt idx="1646">
                  <c:v>0.823</c:v>
                </c:pt>
                <c:pt idx="1647">
                  <c:v>0.8235</c:v>
                </c:pt>
                <c:pt idx="1648">
                  <c:v>0.824</c:v>
                </c:pt>
                <c:pt idx="1649">
                  <c:v>0.8245</c:v>
                </c:pt>
                <c:pt idx="1650">
                  <c:v>0.825</c:v>
                </c:pt>
                <c:pt idx="1651">
                  <c:v>0.8255</c:v>
                </c:pt>
                <c:pt idx="1652">
                  <c:v>0.826</c:v>
                </c:pt>
                <c:pt idx="1653">
                  <c:v>0.8265</c:v>
                </c:pt>
                <c:pt idx="1654">
                  <c:v>0.827</c:v>
                </c:pt>
                <c:pt idx="1655">
                  <c:v>0.8275</c:v>
                </c:pt>
                <c:pt idx="1656">
                  <c:v>0.828</c:v>
                </c:pt>
                <c:pt idx="1657">
                  <c:v>0.8285</c:v>
                </c:pt>
                <c:pt idx="1658">
                  <c:v>0.829</c:v>
                </c:pt>
                <c:pt idx="1659">
                  <c:v>0.8295</c:v>
                </c:pt>
                <c:pt idx="1660">
                  <c:v>0.83</c:v>
                </c:pt>
                <c:pt idx="1661">
                  <c:v>0.8305</c:v>
                </c:pt>
                <c:pt idx="1662">
                  <c:v>0.831</c:v>
                </c:pt>
                <c:pt idx="1663">
                  <c:v>0.8315</c:v>
                </c:pt>
                <c:pt idx="1664">
                  <c:v>0.832</c:v>
                </c:pt>
                <c:pt idx="1665">
                  <c:v>0.8325</c:v>
                </c:pt>
                <c:pt idx="1666">
                  <c:v>0.833</c:v>
                </c:pt>
                <c:pt idx="1667">
                  <c:v>0.8335</c:v>
                </c:pt>
                <c:pt idx="1668">
                  <c:v>0.834</c:v>
                </c:pt>
                <c:pt idx="1669">
                  <c:v>0.8345</c:v>
                </c:pt>
                <c:pt idx="1670">
                  <c:v>0.835</c:v>
                </c:pt>
                <c:pt idx="1671">
                  <c:v>0.8355</c:v>
                </c:pt>
                <c:pt idx="1672">
                  <c:v>0.836</c:v>
                </c:pt>
                <c:pt idx="1673">
                  <c:v>0.8365</c:v>
                </c:pt>
                <c:pt idx="1674">
                  <c:v>0.837</c:v>
                </c:pt>
                <c:pt idx="1675">
                  <c:v>0.8375</c:v>
                </c:pt>
                <c:pt idx="1676">
                  <c:v>0.838</c:v>
                </c:pt>
                <c:pt idx="1677">
                  <c:v>0.8385</c:v>
                </c:pt>
                <c:pt idx="1678">
                  <c:v>0.839</c:v>
                </c:pt>
                <c:pt idx="1679">
                  <c:v>0.8395</c:v>
                </c:pt>
                <c:pt idx="1680">
                  <c:v>0.84</c:v>
                </c:pt>
                <c:pt idx="1681">
                  <c:v>0.8405</c:v>
                </c:pt>
                <c:pt idx="1682">
                  <c:v>0.841</c:v>
                </c:pt>
                <c:pt idx="1683">
                  <c:v>0.8415</c:v>
                </c:pt>
                <c:pt idx="1684">
                  <c:v>0.842</c:v>
                </c:pt>
                <c:pt idx="1685">
                  <c:v>0.8425</c:v>
                </c:pt>
                <c:pt idx="1686">
                  <c:v>0.843</c:v>
                </c:pt>
                <c:pt idx="1687">
                  <c:v>0.8435</c:v>
                </c:pt>
                <c:pt idx="1688">
                  <c:v>0.844</c:v>
                </c:pt>
                <c:pt idx="1689">
                  <c:v>0.8445</c:v>
                </c:pt>
                <c:pt idx="1690">
                  <c:v>0.845</c:v>
                </c:pt>
                <c:pt idx="1691">
                  <c:v>0.8455</c:v>
                </c:pt>
                <c:pt idx="1692">
                  <c:v>0.846</c:v>
                </c:pt>
                <c:pt idx="1693">
                  <c:v>0.8465</c:v>
                </c:pt>
                <c:pt idx="1694">
                  <c:v>0.847</c:v>
                </c:pt>
                <c:pt idx="1695">
                  <c:v>0.8475</c:v>
                </c:pt>
                <c:pt idx="1696">
                  <c:v>0.848</c:v>
                </c:pt>
                <c:pt idx="1697">
                  <c:v>0.8485</c:v>
                </c:pt>
                <c:pt idx="1698">
                  <c:v>0.849</c:v>
                </c:pt>
                <c:pt idx="1699">
                  <c:v>0.8495</c:v>
                </c:pt>
                <c:pt idx="1700">
                  <c:v>0.85</c:v>
                </c:pt>
                <c:pt idx="1701">
                  <c:v>0.8505</c:v>
                </c:pt>
                <c:pt idx="1702">
                  <c:v>0.851</c:v>
                </c:pt>
                <c:pt idx="1703">
                  <c:v>0.8515</c:v>
                </c:pt>
                <c:pt idx="1704">
                  <c:v>0.852</c:v>
                </c:pt>
                <c:pt idx="1705">
                  <c:v>0.8525</c:v>
                </c:pt>
                <c:pt idx="1706">
                  <c:v>0.853</c:v>
                </c:pt>
                <c:pt idx="1707">
                  <c:v>0.8535</c:v>
                </c:pt>
                <c:pt idx="1708">
                  <c:v>0.854</c:v>
                </c:pt>
                <c:pt idx="1709">
                  <c:v>0.8545</c:v>
                </c:pt>
                <c:pt idx="1710">
                  <c:v>0.855</c:v>
                </c:pt>
                <c:pt idx="1711">
                  <c:v>0.8555</c:v>
                </c:pt>
                <c:pt idx="1712">
                  <c:v>0.856</c:v>
                </c:pt>
                <c:pt idx="1713">
                  <c:v>0.8565</c:v>
                </c:pt>
                <c:pt idx="1714">
                  <c:v>0.857</c:v>
                </c:pt>
                <c:pt idx="1715">
                  <c:v>0.8575</c:v>
                </c:pt>
                <c:pt idx="1716">
                  <c:v>0.858</c:v>
                </c:pt>
                <c:pt idx="1717">
                  <c:v>0.8585</c:v>
                </c:pt>
                <c:pt idx="1718">
                  <c:v>0.859</c:v>
                </c:pt>
                <c:pt idx="1719">
                  <c:v>0.8595</c:v>
                </c:pt>
                <c:pt idx="1720">
                  <c:v>0.86</c:v>
                </c:pt>
                <c:pt idx="1721">
                  <c:v>0.8605</c:v>
                </c:pt>
                <c:pt idx="1722">
                  <c:v>0.861</c:v>
                </c:pt>
                <c:pt idx="1723">
                  <c:v>0.8615</c:v>
                </c:pt>
                <c:pt idx="1724">
                  <c:v>0.862</c:v>
                </c:pt>
                <c:pt idx="1725">
                  <c:v>0.8625</c:v>
                </c:pt>
                <c:pt idx="1726">
                  <c:v>0.863</c:v>
                </c:pt>
                <c:pt idx="1727">
                  <c:v>0.8635</c:v>
                </c:pt>
                <c:pt idx="1728">
                  <c:v>0.864</c:v>
                </c:pt>
                <c:pt idx="1729">
                  <c:v>0.8645</c:v>
                </c:pt>
                <c:pt idx="1730">
                  <c:v>0.865</c:v>
                </c:pt>
                <c:pt idx="1731">
                  <c:v>0.8655</c:v>
                </c:pt>
                <c:pt idx="1732">
                  <c:v>0.866</c:v>
                </c:pt>
                <c:pt idx="1733">
                  <c:v>0.8665</c:v>
                </c:pt>
                <c:pt idx="1734">
                  <c:v>0.867</c:v>
                </c:pt>
                <c:pt idx="1735">
                  <c:v>0.8675</c:v>
                </c:pt>
                <c:pt idx="1736">
                  <c:v>0.868</c:v>
                </c:pt>
                <c:pt idx="1737">
                  <c:v>0.8685</c:v>
                </c:pt>
                <c:pt idx="1738">
                  <c:v>0.869</c:v>
                </c:pt>
                <c:pt idx="1739">
                  <c:v>0.8695</c:v>
                </c:pt>
                <c:pt idx="1740">
                  <c:v>0.87</c:v>
                </c:pt>
                <c:pt idx="1741">
                  <c:v>0.8705</c:v>
                </c:pt>
                <c:pt idx="1742">
                  <c:v>0.871</c:v>
                </c:pt>
                <c:pt idx="1743">
                  <c:v>0.8715</c:v>
                </c:pt>
                <c:pt idx="1744">
                  <c:v>0.872</c:v>
                </c:pt>
                <c:pt idx="1745">
                  <c:v>0.8725</c:v>
                </c:pt>
                <c:pt idx="1746">
                  <c:v>0.873</c:v>
                </c:pt>
                <c:pt idx="1747">
                  <c:v>0.8735</c:v>
                </c:pt>
                <c:pt idx="1748">
                  <c:v>0.874</c:v>
                </c:pt>
                <c:pt idx="1749">
                  <c:v>0.8745</c:v>
                </c:pt>
                <c:pt idx="1750">
                  <c:v>0.875</c:v>
                </c:pt>
                <c:pt idx="1751">
                  <c:v>0.8755</c:v>
                </c:pt>
                <c:pt idx="1752">
                  <c:v>0.876</c:v>
                </c:pt>
                <c:pt idx="1753">
                  <c:v>0.8765</c:v>
                </c:pt>
                <c:pt idx="1754">
                  <c:v>0.877</c:v>
                </c:pt>
                <c:pt idx="1755">
                  <c:v>0.8775</c:v>
                </c:pt>
                <c:pt idx="1756">
                  <c:v>0.878</c:v>
                </c:pt>
                <c:pt idx="1757">
                  <c:v>0.8785</c:v>
                </c:pt>
                <c:pt idx="1758">
                  <c:v>0.879</c:v>
                </c:pt>
                <c:pt idx="1759">
                  <c:v>0.8795</c:v>
                </c:pt>
                <c:pt idx="1760">
                  <c:v>0.88</c:v>
                </c:pt>
                <c:pt idx="1761">
                  <c:v>0.8805</c:v>
                </c:pt>
                <c:pt idx="1762">
                  <c:v>0.881</c:v>
                </c:pt>
                <c:pt idx="1763">
                  <c:v>0.8815</c:v>
                </c:pt>
                <c:pt idx="1764">
                  <c:v>0.882</c:v>
                </c:pt>
                <c:pt idx="1765">
                  <c:v>0.8825</c:v>
                </c:pt>
                <c:pt idx="1766">
                  <c:v>0.883</c:v>
                </c:pt>
                <c:pt idx="1767">
                  <c:v>0.8835</c:v>
                </c:pt>
                <c:pt idx="1768">
                  <c:v>0.884</c:v>
                </c:pt>
                <c:pt idx="1769">
                  <c:v>0.8845</c:v>
                </c:pt>
                <c:pt idx="1770">
                  <c:v>0.885</c:v>
                </c:pt>
                <c:pt idx="1771">
                  <c:v>0.8855</c:v>
                </c:pt>
                <c:pt idx="1772">
                  <c:v>0.886</c:v>
                </c:pt>
                <c:pt idx="1773">
                  <c:v>0.8865</c:v>
                </c:pt>
                <c:pt idx="1774">
                  <c:v>0.887</c:v>
                </c:pt>
                <c:pt idx="1775">
                  <c:v>0.8875</c:v>
                </c:pt>
                <c:pt idx="1776">
                  <c:v>0.888</c:v>
                </c:pt>
                <c:pt idx="1777">
                  <c:v>0.8885</c:v>
                </c:pt>
                <c:pt idx="1778">
                  <c:v>0.889</c:v>
                </c:pt>
                <c:pt idx="1779">
                  <c:v>0.8895</c:v>
                </c:pt>
                <c:pt idx="1780">
                  <c:v>0.89</c:v>
                </c:pt>
                <c:pt idx="1781">
                  <c:v>0.8905</c:v>
                </c:pt>
                <c:pt idx="1782">
                  <c:v>0.891</c:v>
                </c:pt>
                <c:pt idx="1783">
                  <c:v>0.8915</c:v>
                </c:pt>
                <c:pt idx="1784">
                  <c:v>0.892</c:v>
                </c:pt>
                <c:pt idx="1785">
                  <c:v>0.8925</c:v>
                </c:pt>
                <c:pt idx="1786">
                  <c:v>0.893</c:v>
                </c:pt>
                <c:pt idx="1787">
                  <c:v>0.8935</c:v>
                </c:pt>
                <c:pt idx="1788">
                  <c:v>0.894</c:v>
                </c:pt>
                <c:pt idx="1789">
                  <c:v>0.8945</c:v>
                </c:pt>
                <c:pt idx="1790">
                  <c:v>0.895</c:v>
                </c:pt>
                <c:pt idx="1791">
                  <c:v>0.8955</c:v>
                </c:pt>
                <c:pt idx="1792">
                  <c:v>0.896</c:v>
                </c:pt>
                <c:pt idx="1793">
                  <c:v>0.8965</c:v>
                </c:pt>
                <c:pt idx="1794">
                  <c:v>0.897</c:v>
                </c:pt>
                <c:pt idx="1795">
                  <c:v>0.8975</c:v>
                </c:pt>
                <c:pt idx="1796">
                  <c:v>0.898</c:v>
                </c:pt>
                <c:pt idx="1797">
                  <c:v>0.8985</c:v>
                </c:pt>
                <c:pt idx="1798">
                  <c:v>0.899</c:v>
                </c:pt>
                <c:pt idx="1799">
                  <c:v>0.8995</c:v>
                </c:pt>
                <c:pt idx="1800">
                  <c:v>0.9</c:v>
                </c:pt>
                <c:pt idx="1801">
                  <c:v>0.9005</c:v>
                </c:pt>
                <c:pt idx="1802">
                  <c:v>0.901</c:v>
                </c:pt>
                <c:pt idx="1803">
                  <c:v>0.9015</c:v>
                </c:pt>
                <c:pt idx="1804">
                  <c:v>0.902</c:v>
                </c:pt>
                <c:pt idx="1805">
                  <c:v>0.9025</c:v>
                </c:pt>
                <c:pt idx="1806">
                  <c:v>0.903</c:v>
                </c:pt>
                <c:pt idx="1807">
                  <c:v>0.9035</c:v>
                </c:pt>
                <c:pt idx="1808">
                  <c:v>0.904</c:v>
                </c:pt>
                <c:pt idx="1809">
                  <c:v>0.9045</c:v>
                </c:pt>
                <c:pt idx="1810">
                  <c:v>0.905</c:v>
                </c:pt>
                <c:pt idx="1811">
                  <c:v>0.9055</c:v>
                </c:pt>
                <c:pt idx="1812">
                  <c:v>0.906</c:v>
                </c:pt>
                <c:pt idx="1813">
                  <c:v>0.9065</c:v>
                </c:pt>
                <c:pt idx="1814">
                  <c:v>0.907</c:v>
                </c:pt>
                <c:pt idx="1815">
                  <c:v>0.9075</c:v>
                </c:pt>
                <c:pt idx="1816">
                  <c:v>0.908</c:v>
                </c:pt>
                <c:pt idx="1817">
                  <c:v>0.9085</c:v>
                </c:pt>
                <c:pt idx="1818">
                  <c:v>0.909</c:v>
                </c:pt>
                <c:pt idx="1819">
                  <c:v>0.9095</c:v>
                </c:pt>
                <c:pt idx="1820">
                  <c:v>0.91</c:v>
                </c:pt>
                <c:pt idx="1821">
                  <c:v>0.9105</c:v>
                </c:pt>
                <c:pt idx="1822">
                  <c:v>0.911</c:v>
                </c:pt>
                <c:pt idx="1823">
                  <c:v>0.9115</c:v>
                </c:pt>
                <c:pt idx="1824">
                  <c:v>0.912</c:v>
                </c:pt>
                <c:pt idx="1825">
                  <c:v>0.9125</c:v>
                </c:pt>
                <c:pt idx="1826">
                  <c:v>0.913</c:v>
                </c:pt>
                <c:pt idx="1827">
                  <c:v>0.9135</c:v>
                </c:pt>
                <c:pt idx="1828">
                  <c:v>0.914</c:v>
                </c:pt>
                <c:pt idx="1829">
                  <c:v>0.9145</c:v>
                </c:pt>
                <c:pt idx="1830">
                  <c:v>0.915</c:v>
                </c:pt>
                <c:pt idx="1831">
                  <c:v>0.9155</c:v>
                </c:pt>
                <c:pt idx="1832">
                  <c:v>0.916</c:v>
                </c:pt>
                <c:pt idx="1833">
                  <c:v>0.9165</c:v>
                </c:pt>
                <c:pt idx="1834">
                  <c:v>0.917</c:v>
                </c:pt>
                <c:pt idx="1835">
                  <c:v>0.9175</c:v>
                </c:pt>
                <c:pt idx="1836">
                  <c:v>0.918</c:v>
                </c:pt>
                <c:pt idx="1837">
                  <c:v>0.9185</c:v>
                </c:pt>
                <c:pt idx="1838">
                  <c:v>0.919</c:v>
                </c:pt>
                <c:pt idx="1839">
                  <c:v>0.9195</c:v>
                </c:pt>
                <c:pt idx="1840">
                  <c:v>0.92</c:v>
                </c:pt>
                <c:pt idx="1841">
                  <c:v>0.9205</c:v>
                </c:pt>
                <c:pt idx="1842">
                  <c:v>0.921</c:v>
                </c:pt>
                <c:pt idx="1843">
                  <c:v>0.9215</c:v>
                </c:pt>
                <c:pt idx="1844">
                  <c:v>0.922</c:v>
                </c:pt>
                <c:pt idx="1845">
                  <c:v>0.9225</c:v>
                </c:pt>
                <c:pt idx="1846">
                  <c:v>0.923</c:v>
                </c:pt>
                <c:pt idx="1847">
                  <c:v>0.9235</c:v>
                </c:pt>
                <c:pt idx="1848">
                  <c:v>0.924</c:v>
                </c:pt>
                <c:pt idx="1849">
                  <c:v>0.9245</c:v>
                </c:pt>
                <c:pt idx="1850">
                  <c:v>0.925</c:v>
                </c:pt>
                <c:pt idx="1851">
                  <c:v>0.9255</c:v>
                </c:pt>
                <c:pt idx="1852">
                  <c:v>0.926</c:v>
                </c:pt>
                <c:pt idx="1853">
                  <c:v>0.9265</c:v>
                </c:pt>
                <c:pt idx="1854">
                  <c:v>0.927</c:v>
                </c:pt>
                <c:pt idx="1855">
                  <c:v>0.9275</c:v>
                </c:pt>
                <c:pt idx="1856">
                  <c:v>0.928</c:v>
                </c:pt>
                <c:pt idx="1857">
                  <c:v>0.9285</c:v>
                </c:pt>
                <c:pt idx="1858">
                  <c:v>0.929</c:v>
                </c:pt>
                <c:pt idx="1859">
                  <c:v>0.9295</c:v>
                </c:pt>
                <c:pt idx="1860">
                  <c:v>0.93</c:v>
                </c:pt>
                <c:pt idx="1861">
                  <c:v>0.9305</c:v>
                </c:pt>
                <c:pt idx="1862">
                  <c:v>0.931</c:v>
                </c:pt>
                <c:pt idx="1863">
                  <c:v>0.9315</c:v>
                </c:pt>
                <c:pt idx="1864">
                  <c:v>0.932</c:v>
                </c:pt>
                <c:pt idx="1865">
                  <c:v>0.9325</c:v>
                </c:pt>
                <c:pt idx="1866">
                  <c:v>0.933</c:v>
                </c:pt>
                <c:pt idx="1867">
                  <c:v>0.9335</c:v>
                </c:pt>
                <c:pt idx="1868">
                  <c:v>0.934</c:v>
                </c:pt>
                <c:pt idx="1869">
                  <c:v>0.9345</c:v>
                </c:pt>
                <c:pt idx="1870">
                  <c:v>0.935</c:v>
                </c:pt>
                <c:pt idx="1871">
                  <c:v>0.9355</c:v>
                </c:pt>
                <c:pt idx="1872">
                  <c:v>0.936</c:v>
                </c:pt>
                <c:pt idx="1873">
                  <c:v>0.9365</c:v>
                </c:pt>
                <c:pt idx="1874">
                  <c:v>0.937</c:v>
                </c:pt>
                <c:pt idx="1875">
                  <c:v>0.9375</c:v>
                </c:pt>
                <c:pt idx="1876">
                  <c:v>0.938</c:v>
                </c:pt>
                <c:pt idx="1877">
                  <c:v>0.9385</c:v>
                </c:pt>
                <c:pt idx="1878">
                  <c:v>0.939</c:v>
                </c:pt>
                <c:pt idx="1879">
                  <c:v>0.9395</c:v>
                </c:pt>
                <c:pt idx="1880">
                  <c:v>0.94</c:v>
                </c:pt>
                <c:pt idx="1881">
                  <c:v>0.9405</c:v>
                </c:pt>
                <c:pt idx="1882">
                  <c:v>0.941</c:v>
                </c:pt>
                <c:pt idx="1883">
                  <c:v>0.9415</c:v>
                </c:pt>
                <c:pt idx="1884">
                  <c:v>0.942</c:v>
                </c:pt>
                <c:pt idx="1885">
                  <c:v>0.9425</c:v>
                </c:pt>
                <c:pt idx="1886">
                  <c:v>0.943</c:v>
                </c:pt>
                <c:pt idx="1887">
                  <c:v>0.9435</c:v>
                </c:pt>
                <c:pt idx="1888">
                  <c:v>0.944</c:v>
                </c:pt>
                <c:pt idx="1889">
                  <c:v>0.9445</c:v>
                </c:pt>
                <c:pt idx="1890">
                  <c:v>0.945</c:v>
                </c:pt>
                <c:pt idx="1891">
                  <c:v>0.9455</c:v>
                </c:pt>
                <c:pt idx="1892">
                  <c:v>0.946</c:v>
                </c:pt>
                <c:pt idx="1893">
                  <c:v>0.9465</c:v>
                </c:pt>
                <c:pt idx="1894">
                  <c:v>0.947</c:v>
                </c:pt>
                <c:pt idx="1895">
                  <c:v>0.9475</c:v>
                </c:pt>
                <c:pt idx="1896">
                  <c:v>0.948</c:v>
                </c:pt>
                <c:pt idx="1897">
                  <c:v>0.9485</c:v>
                </c:pt>
                <c:pt idx="1898">
                  <c:v>0.949</c:v>
                </c:pt>
                <c:pt idx="1899">
                  <c:v>0.9495</c:v>
                </c:pt>
                <c:pt idx="1900">
                  <c:v>0.95</c:v>
                </c:pt>
                <c:pt idx="1901">
                  <c:v>0.9505</c:v>
                </c:pt>
                <c:pt idx="1902">
                  <c:v>0.951</c:v>
                </c:pt>
                <c:pt idx="1903">
                  <c:v>0.9515</c:v>
                </c:pt>
                <c:pt idx="1904">
                  <c:v>0.952</c:v>
                </c:pt>
                <c:pt idx="1905">
                  <c:v>0.9525</c:v>
                </c:pt>
                <c:pt idx="1906">
                  <c:v>0.953</c:v>
                </c:pt>
                <c:pt idx="1907">
                  <c:v>0.9535</c:v>
                </c:pt>
                <c:pt idx="1908">
                  <c:v>0.954</c:v>
                </c:pt>
                <c:pt idx="1909">
                  <c:v>0.9545</c:v>
                </c:pt>
                <c:pt idx="1910">
                  <c:v>0.955</c:v>
                </c:pt>
                <c:pt idx="1911">
                  <c:v>0.9555</c:v>
                </c:pt>
                <c:pt idx="1912">
                  <c:v>0.956</c:v>
                </c:pt>
                <c:pt idx="1913">
                  <c:v>0.9565</c:v>
                </c:pt>
                <c:pt idx="1914">
                  <c:v>0.957</c:v>
                </c:pt>
                <c:pt idx="1915">
                  <c:v>0.9575</c:v>
                </c:pt>
                <c:pt idx="1916">
                  <c:v>0.958</c:v>
                </c:pt>
                <c:pt idx="1917">
                  <c:v>0.9585</c:v>
                </c:pt>
                <c:pt idx="1918">
                  <c:v>0.959</c:v>
                </c:pt>
                <c:pt idx="1919">
                  <c:v>0.9595</c:v>
                </c:pt>
                <c:pt idx="1920">
                  <c:v>0.96</c:v>
                </c:pt>
                <c:pt idx="1921">
                  <c:v>0.9605</c:v>
                </c:pt>
                <c:pt idx="1922">
                  <c:v>0.961</c:v>
                </c:pt>
                <c:pt idx="1923">
                  <c:v>0.9615</c:v>
                </c:pt>
                <c:pt idx="1924">
                  <c:v>0.962</c:v>
                </c:pt>
                <c:pt idx="1925">
                  <c:v>0.9625</c:v>
                </c:pt>
                <c:pt idx="1926">
                  <c:v>0.963</c:v>
                </c:pt>
                <c:pt idx="1927">
                  <c:v>0.9635</c:v>
                </c:pt>
                <c:pt idx="1928">
                  <c:v>0.964</c:v>
                </c:pt>
                <c:pt idx="1929">
                  <c:v>0.9645</c:v>
                </c:pt>
                <c:pt idx="1930">
                  <c:v>0.965</c:v>
                </c:pt>
                <c:pt idx="1931">
                  <c:v>0.9655</c:v>
                </c:pt>
                <c:pt idx="1932">
                  <c:v>0.966</c:v>
                </c:pt>
                <c:pt idx="1933">
                  <c:v>0.9665</c:v>
                </c:pt>
                <c:pt idx="1934">
                  <c:v>0.967</c:v>
                </c:pt>
                <c:pt idx="1935">
                  <c:v>0.9675</c:v>
                </c:pt>
                <c:pt idx="1936">
                  <c:v>0.968</c:v>
                </c:pt>
                <c:pt idx="1937">
                  <c:v>0.9685</c:v>
                </c:pt>
                <c:pt idx="1938">
                  <c:v>0.969</c:v>
                </c:pt>
                <c:pt idx="1939">
                  <c:v>0.9695</c:v>
                </c:pt>
                <c:pt idx="1940">
                  <c:v>0.97</c:v>
                </c:pt>
                <c:pt idx="1941">
                  <c:v>0.9705</c:v>
                </c:pt>
                <c:pt idx="1942">
                  <c:v>0.971</c:v>
                </c:pt>
                <c:pt idx="1943">
                  <c:v>0.9715</c:v>
                </c:pt>
                <c:pt idx="1944">
                  <c:v>0.972</c:v>
                </c:pt>
                <c:pt idx="1945">
                  <c:v>0.9725</c:v>
                </c:pt>
                <c:pt idx="1946">
                  <c:v>0.973</c:v>
                </c:pt>
                <c:pt idx="1947">
                  <c:v>0.9735</c:v>
                </c:pt>
                <c:pt idx="1948">
                  <c:v>0.974</c:v>
                </c:pt>
                <c:pt idx="1949">
                  <c:v>0.9745</c:v>
                </c:pt>
                <c:pt idx="1950">
                  <c:v>0.975</c:v>
                </c:pt>
                <c:pt idx="1951">
                  <c:v>0.9755</c:v>
                </c:pt>
                <c:pt idx="1952">
                  <c:v>0.976</c:v>
                </c:pt>
                <c:pt idx="1953">
                  <c:v>0.9765</c:v>
                </c:pt>
                <c:pt idx="1954">
                  <c:v>0.977</c:v>
                </c:pt>
                <c:pt idx="1955">
                  <c:v>0.9775</c:v>
                </c:pt>
                <c:pt idx="1956">
                  <c:v>0.978</c:v>
                </c:pt>
                <c:pt idx="1957">
                  <c:v>0.9785</c:v>
                </c:pt>
                <c:pt idx="1958">
                  <c:v>0.979</c:v>
                </c:pt>
                <c:pt idx="1959">
                  <c:v>0.9795</c:v>
                </c:pt>
                <c:pt idx="1960">
                  <c:v>0.98</c:v>
                </c:pt>
                <c:pt idx="1961">
                  <c:v>0.9805</c:v>
                </c:pt>
                <c:pt idx="1962">
                  <c:v>0.981</c:v>
                </c:pt>
                <c:pt idx="1963">
                  <c:v>0.9815</c:v>
                </c:pt>
                <c:pt idx="1964">
                  <c:v>0.982</c:v>
                </c:pt>
                <c:pt idx="1965">
                  <c:v>0.9825</c:v>
                </c:pt>
                <c:pt idx="1966">
                  <c:v>0.983</c:v>
                </c:pt>
                <c:pt idx="1967">
                  <c:v>0.9835</c:v>
                </c:pt>
                <c:pt idx="1968">
                  <c:v>0.984</c:v>
                </c:pt>
                <c:pt idx="1969">
                  <c:v>0.9845</c:v>
                </c:pt>
                <c:pt idx="1970">
                  <c:v>0.985</c:v>
                </c:pt>
                <c:pt idx="1971">
                  <c:v>0.9855</c:v>
                </c:pt>
                <c:pt idx="1972">
                  <c:v>0.986</c:v>
                </c:pt>
                <c:pt idx="1973">
                  <c:v>0.9865</c:v>
                </c:pt>
                <c:pt idx="1974">
                  <c:v>0.987</c:v>
                </c:pt>
                <c:pt idx="1975">
                  <c:v>0.9875</c:v>
                </c:pt>
                <c:pt idx="1976">
                  <c:v>0.988</c:v>
                </c:pt>
                <c:pt idx="1977">
                  <c:v>0.9885</c:v>
                </c:pt>
                <c:pt idx="1978">
                  <c:v>0.989</c:v>
                </c:pt>
                <c:pt idx="1979">
                  <c:v>0.9895</c:v>
                </c:pt>
                <c:pt idx="1980">
                  <c:v>0.99</c:v>
                </c:pt>
                <c:pt idx="1981">
                  <c:v>0.9905</c:v>
                </c:pt>
                <c:pt idx="1982">
                  <c:v>0.991</c:v>
                </c:pt>
                <c:pt idx="1983">
                  <c:v>0.9915</c:v>
                </c:pt>
                <c:pt idx="1984">
                  <c:v>0.992</c:v>
                </c:pt>
                <c:pt idx="1985">
                  <c:v>0.9925</c:v>
                </c:pt>
                <c:pt idx="1986">
                  <c:v>0.993</c:v>
                </c:pt>
                <c:pt idx="1987">
                  <c:v>0.9935</c:v>
                </c:pt>
                <c:pt idx="1988">
                  <c:v>0.994</c:v>
                </c:pt>
                <c:pt idx="1989">
                  <c:v>0.9945</c:v>
                </c:pt>
                <c:pt idx="1990">
                  <c:v>0.995</c:v>
                </c:pt>
                <c:pt idx="1991">
                  <c:v>0.9955</c:v>
                </c:pt>
                <c:pt idx="1992">
                  <c:v>0.996</c:v>
                </c:pt>
                <c:pt idx="1993">
                  <c:v>0.9965</c:v>
                </c:pt>
                <c:pt idx="1994">
                  <c:v>0.997</c:v>
                </c:pt>
                <c:pt idx="1995">
                  <c:v>0.9975</c:v>
                </c:pt>
                <c:pt idx="1996">
                  <c:v>0.998</c:v>
                </c:pt>
                <c:pt idx="1997">
                  <c:v>0.9985</c:v>
                </c:pt>
                <c:pt idx="1998">
                  <c:v>0.999</c:v>
                </c:pt>
                <c:pt idx="1999">
                  <c:v>0.9995</c:v>
                </c:pt>
                <c:pt idx="2000">
                  <c:v>1</c:v>
                </c:pt>
              </c:numCache>
            </c:numRef>
          </c:xVal>
          <c:yVal>
            <c:numRef>
              <c:f>'Chart Data'!$F$2:$F$2002</c:f>
              <c:numCache>
                <c:formatCode>0.0</c:formatCode>
                <c:ptCount val="2001"/>
                <c:pt idx="0">
                  <c:v>0.29002425213</c:v>
                </c:pt>
                <c:pt idx="1">
                  <c:v>0.29013317602</c:v>
                </c:pt>
                <c:pt idx="2">
                  <c:v>0.29027364317</c:v>
                </c:pt>
                <c:pt idx="3">
                  <c:v>0.29044520451</c:v>
                </c:pt>
                <c:pt idx="4">
                  <c:v>0.29064731158</c:v>
                </c:pt>
                <c:pt idx="5">
                  <c:v>0.29087931827</c:v>
                </c:pt>
                <c:pt idx="6">
                  <c:v>0.29114048287</c:v>
                </c:pt>
                <c:pt idx="7">
                  <c:v>0.29142997046</c:v>
                </c:pt>
                <c:pt idx="8">
                  <c:v>0.29174685559</c:v>
                </c:pt>
                <c:pt idx="9">
                  <c:v>0.2920901252</c:v>
                </c:pt>
                <c:pt idx="10">
                  <c:v>0.29245868189</c:v>
                </c:pt>
                <c:pt idx="11">
                  <c:v>0.29285134742</c:v>
                </c:pt>
                <c:pt idx="12">
                  <c:v>0.29326686649</c:v>
                </c:pt>
                <c:pt idx="13">
                  <c:v>0.29370391072</c:v>
                </c:pt>
                <c:pt idx="14">
                  <c:v>0.29416108292</c:v>
                </c:pt>
                <c:pt idx="15">
                  <c:v>0.29463692155</c:v>
                </c:pt>
                <c:pt idx="16">
                  <c:v>0.29512990542</c:v>
                </c:pt>
                <c:pt idx="17">
                  <c:v>0.2956384585</c:v>
                </c:pt>
                <c:pt idx="18">
                  <c:v>0.296160955</c:v>
                </c:pt>
                <c:pt idx="19">
                  <c:v>0.29669572454</c:v>
                </c:pt>
                <c:pt idx="20">
                  <c:v>0.29724105753</c:v>
                </c:pt>
                <c:pt idx="21">
                  <c:v>0.29779521058</c:v>
                </c:pt>
                <c:pt idx="22">
                  <c:v>0.29835641214</c:v>
                </c:pt>
                <c:pt idx="23">
                  <c:v>0.29892286808</c:v>
                </c:pt>
                <c:pt idx="24">
                  <c:v>0.29949276751</c:v>
                </c:pt>
                <c:pt idx="25">
                  <c:v>0.30006428852</c:v>
                </c:pt>
                <c:pt idx="26">
                  <c:v>0.30063560401</c:v>
                </c:pt>
                <c:pt idx="27">
                  <c:v>0.30120488755</c:v>
                </c:pt>
                <c:pt idx="28">
                  <c:v>0.30177031918</c:v>
                </c:pt>
                <c:pt idx="29">
                  <c:v>0.30233009129</c:v>
                </c:pt>
                <c:pt idx="30">
                  <c:v>0.30288241433</c:v>
                </c:pt>
                <c:pt idx="31">
                  <c:v>0.30342552259</c:v>
                </c:pt>
                <c:pt idx="32">
                  <c:v>0.3039576798</c:v>
                </c:pt>
                <c:pt idx="33">
                  <c:v>0.30447718472</c:v>
                </c:pt>
                <c:pt idx="34">
                  <c:v>0.30498237652</c:v>
                </c:pt>
                <c:pt idx="35">
                  <c:v>0.30547164018</c:v>
                </c:pt>
                <c:pt idx="36">
                  <c:v>0.30594341155</c:v>
                </c:pt>
                <c:pt idx="37">
                  <c:v>0.30639618244</c:v>
                </c:pt>
                <c:pt idx="38">
                  <c:v>0.30682850537</c:v>
                </c:pt>
                <c:pt idx="39">
                  <c:v>0.30723899827</c:v>
                </c:pt>
                <c:pt idx="40">
                  <c:v>0.30762634882</c:v>
                </c:pt>
                <c:pt idx="41">
                  <c:v>0.3079893187</c:v>
                </c:pt>
                <c:pt idx="42">
                  <c:v>0.30832674754</c:v>
                </c:pt>
                <c:pt idx="43">
                  <c:v>0.3086375566</c:v>
                </c:pt>
                <c:pt idx="44">
                  <c:v>0.30892075226</c:v>
                </c:pt>
                <c:pt idx="45">
                  <c:v>0.30917542918</c:v>
                </c:pt>
                <c:pt idx="46">
                  <c:v>0.30940077318</c:v>
                </c:pt>
                <c:pt idx="47">
                  <c:v>0.30959606385</c:v>
                </c:pt>
                <c:pt idx="48">
                  <c:v>0.30976067687</c:v>
                </c:pt>
                <c:pt idx="49">
                  <c:v>0.30989408599</c:v>
                </c:pt>
                <c:pt idx="50">
                  <c:v>0.30999586471</c:v>
                </c:pt>
                <c:pt idx="51">
                  <c:v>0.31006568766</c:v>
                </c:pt>
                <c:pt idx="52">
                  <c:v>0.31010333162</c:v>
                </c:pt>
                <c:pt idx="53">
                  <c:v>0.31010867624</c:v>
                </c:pt>
                <c:pt idx="54">
                  <c:v>0.31008170445</c:v>
                </c:pt>
                <c:pt idx="55">
                  <c:v>0.31002250246</c:v>
                </c:pt>
                <c:pt idx="56">
                  <c:v>0.30993125954</c:v>
                </c:pt>
                <c:pt idx="57">
                  <c:v>0.30980826738</c:v>
                </c:pt>
                <c:pt idx="58">
                  <c:v>0.30965391918</c:v>
                </c:pt>
                <c:pt idx="59">
                  <c:v>0.30946870837</c:v>
                </c:pt>
                <c:pt idx="60">
                  <c:v>0.30925322706</c:v>
                </c:pt>
                <c:pt idx="61">
                  <c:v>0.3090081641</c:v>
                </c:pt>
                <c:pt idx="62">
                  <c:v>0.30873430296</c:v>
                </c:pt>
                <c:pt idx="63">
                  <c:v>0.30843251913</c:v>
                </c:pt>
                <c:pt idx="64">
                  <c:v>0.30810377738</c:v>
                </c:pt>
                <c:pt idx="65">
                  <c:v>0.30774912867</c:v>
                </c:pt>
                <c:pt idx="66">
                  <c:v>0.30736970678</c:v>
                </c:pt>
                <c:pt idx="67">
                  <c:v>0.30696672468</c:v>
                </c:pt>
                <c:pt idx="68">
                  <c:v>0.30654147067</c:v>
                </c:pt>
                <c:pt idx="69">
                  <c:v>0.30609530423</c:v>
                </c:pt>
                <c:pt idx="70">
                  <c:v>0.30562965172</c:v>
                </c:pt>
                <c:pt idx="71">
                  <c:v>0.30514600178</c:v>
                </c:pt>
                <c:pt idx="72">
                  <c:v>0.30464590059</c:v>
                </c:pt>
                <c:pt idx="73">
                  <c:v>0.30413094692</c:v>
                </c:pt>
                <c:pt idx="74">
                  <c:v>0.30360278704</c:v>
                </c:pt>
                <c:pt idx="75">
                  <c:v>0.30306310941</c:v>
                </c:pt>
                <c:pt idx="76">
                  <c:v>0.30251363934</c:v>
                </c:pt>
                <c:pt idx="77">
                  <c:v>0.30195613341</c:v>
                </c:pt>
                <c:pt idx="78">
                  <c:v>0.30139237392</c:v>
                </c:pt>
                <c:pt idx="79">
                  <c:v>0.30082416316</c:v>
                </c:pt>
                <c:pt idx="80">
                  <c:v>0.30025331764</c:v>
                </c:pt>
                <c:pt idx="81">
                  <c:v>0.29968166228</c:v>
                </c:pt>
                <c:pt idx="82">
                  <c:v>0.29911102463</c:v>
                </c:pt>
                <c:pt idx="83">
                  <c:v>0.29854322894</c:v>
                </c:pt>
                <c:pt idx="84">
                  <c:v>0.29798009041</c:v>
                </c:pt>
                <c:pt idx="85">
                  <c:v>0.29742340933</c:v>
                </c:pt>
                <c:pt idx="86">
                  <c:v>0.29687496536</c:v>
                </c:pt>
                <c:pt idx="87">
                  <c:v>0.29633651181</c:v>
                </c:pt>
                <c:pt idx="88">
                  <c:v>0.29580977007</c:v>
                </c:pt>
                <c:pt idx="89">
                  <c:v>0.29529642408</c:v>
                </c:pt>
                <c:pt idx="90">
                  <c:v>0.29479811495</c:v>
                </c:pt>
                <c:pt idx="91">
                  <c:v>0.29431643573</c:v>
                </c:pt>
                <c:pt idx="92">
                  <c:v>0.2938529263</c:v>
                </c:pt>
                <c:pt idx="93">
                  <c:v>0.29340906845</c:v>
                </c:pt>
                <c:pt idx="94">
                  <c:v>0.29298628116</c:v>
                </c:pt>
                <c:pt idx="95">
                  <c:v>0.29258591602</c:v>
                </c:pt>
                <c:pt idx="96">
                  <c:v>0.29220925297</c:v>
                </c:pt>
                <c:pt idx="97">
                  <c:v>0.29185749616</c:v>
                </c:pt>
                <c:pt idx="98">
                  <c:v>0.29153177012</c:v>
                </c:pt>
                <c:pt idx="99">
                  <c:v>0.29123311617</c:v>
                </c:pt>
                <c:pt idx="100">
                  <c:v>0.29096248907</c:v>
                </c:pt>
                <c:pt idx="101">
                  <c:v>0.29072075399</c:v>
                </c:pt>
                <c:pt idx="102">
                  <c:v>0.29050868373</c:v>
                </c:pt>
                <c:pt idx="103">
                  <c:v>0.29032695626</c:v>
                </c:pt>
                <c:pt idx="104">
                  <c:v>0.29017615255</c:v>
                </c:pt>
                <c:pt idx="105">
                  <c:v>0.29005675469</c:v>
                </c:pt>
                <c:pt idx="106">
                  <c:v>0.2899691444</c:v>
                </c:pt>
                <c:pt idx="107">
                  <c:v>0.28991360175</c:v>
                </c:pt>
                <c:pt idx="108">
                  <c:v>0.28989030431</c:v>
                </c:pt>
                <c:pt idx="109">
                  <c:v>0.28989932655</c:v>
                </c:pt>
                <c:pt idx="110">
                  <c:v>0.28994063964</c:v>
                </c:pt>
                <c:pt idx="111">
                  <c:v>0.2900141115</c:v>
                </c:pt>
                <c:pt idx="112">
                  <c:v>0.29011950724</c:v>
                </c:pt>
                <c:pt idx="113">
                  <c:v>0.29025648994</c:v>
                </c:pt>
                <c:pt idx="114">
                  <c:v>0.29042462166</c:v>
                </c:pt>
                <c:pt idx="115">
                  <c:v>0.29062336491</c:v>
                </c:pt>
                <c:pt idx="116">
                  <c:v>0.29085208432</c:v>
                </c:pt>
                <c:pt idx="117">
                  <c:v>0.29111004871</c:v>
                </c:pt>
                <c:pt idx="118">
                  <c:v>0.29139643338</c:v>
                </c:pt>
                <c:pt idx="119">
                  <c:v>0.2917103228</c:v>
                </c:pt>
                <c:pt idx="120">
                  <c:v>0.29205071349</c:v>
                </c:pt>
                <c:pt idx="121">
                  <c:v>0.29241651725</c:v>
                </c:pt>
                <c:pt idx="122">
                  <c:v>0.29280656465</c:v>
                </c:pt>
                <c:pt idx="123">
                  <c:v>0.29321960874</c:v>
                </c:pt>
                <c:pt idx="124">
                  <c:v>0.29365432907</c:v>
                </c:pt>
                <c:pt idx="125">
                  <c:v>0.29410933587</c:v>
                </c:pt>
                <c:pt idx="126">
                  <c:v>0.29458317454</c:v>
                </c:pt>
                <c:pt idx="127">
                  <c:v>0.29507433026</c:v>
                </c:pt>
                <c:pt idx="128">
                  <c:v>0.29558123285</c:v>
                </c:pt>
                <c:pt idx="129">
                  <c:v>0.29610226181</c:v>
                </c:pt>
                <c:pt idx="130">
                  <c:v>0.29663575144</c:v>
                </c:pt>
                <c:pt idx="131">
                  <c:v>0.29717999624</c:v>
                </c:pt>
                <c:pt idx="132">
                  <c:v>0.29773325632</c:v>
                </c:pt>
                <c:pt idx="133">
                  <c:v>0.29829376294</c:v>
                </c:pt>
                <c:pt idx="134">
                  <c:v>0.29885972424</c:v>
                </c:pt>
                <c:pt idx="135">
                  <c:v>0.29942933089</c:v>
                </c:pt>
                <c:pt idx="136">
                  <c:v>0.30000076192</c:v>
                </c:pt>
                <c:pt idx="137">
                  <c:v>0.30057219051</c:v>
                </c:pt>
                <c:pt idx="138">
                  <c:v>0.30114178986</c:v>
                </c:pt>
                <c:pt idx="139">
                  <c:v>0.30170773904</c:v>
                </c:pt>
                <c:pt idx="140">
                  <c:v>0.30226822874</c:v>
                </c:pt>
                <c:pt idx="141">
                  <c:v>0.30282146715</c:v>
                </c:pt>
                <c:pt idx="142">
                  <c:v>0.30336568561</c:v>
                </c:pt>
                <c:pt idx="143">
                  <c:v>0.30389914431</c:v>
                </c:pt>
                <c:pt idx="144">
                  <c:v>0.30442013784</c:v>
                </c:pt>
                <c:pt idx="145">
                  <c:v>0.30492700064</c:v>
                </c:pt>
                <c:pt idx="146">
                  <c:v>0.30541811231</c:v>
                </c:pt>
                <c:pt idx="147">
                  <c:v>0.30589190282</c:v>
                </c:pt>
                <c:pt idx="148">
                  <c:v>0.30634685751</c:v>
                </c:pt>
                <c:pt idx="149">
                  <c:v>0.30678152194</c:v>
                </c:pt>
                <c:pt idx="150">
                  <c:v>0.30719450652</c:v>
                </c:pt>
                <c:pt idx="151">
                  <c:v>0.30758449099</c:v>
                </c:pt>
                <c:pt idx="152">
                  <c:v>0.3079502286</c:v>
                </c:pt>
                <c:pt idx="153">
                  <c:v>0.30829055013</c:v>
                </c:pt>
                <c:pt idx="154">
                  <c:v>0.3086043676</c:v>
                </c:pt>
                <c:pt idx="155">
                  <c:v>0.30889067778</c:v>
                </c:pt>
                <c:pt idx="156">
                  <c:v>0.30914856535</c:v>
                </c:pt>
                <c:pt idx="157">
                  <c:v>0.30937720588</c:v>
                </c:pt>
                <c:pt idx="158">
                  <c:v>0.30957586842</c:v>
                </c:pt>
                <c:pt idx="159">
                  <c:v>0.30974391787</c:v>
                </c:pt>
                <c:pt idx="160">
                  <c:v>0.30988081699</c:v>
                </c:pt>
                <c:pt idx="161">
                  <c:v>0.30998612814</c:v>
                </c:pt>
                <c:pt idx="162">
                  <c:v>0.31005951464</c:v>
                </c:pt>
                <c:pt idx="163">
                  <c:v>0.31010074187</c:v>
                </c:pt>
                <c:pt idx="164">
                  <c:v>0.31010967806</c:v>
                </c:pt>
                <c:pt idx="165">
                  <c:v>0.31008629461</c:v>
                </c:pt>
                <c:pt idx="166">
                  <c:v>0.31003066629</c:v>
                </c:pt>
                <c:pt idx="167">
                  <c:v>0.30994297095</c:v>
                </c:pt>
                <c:pt idx="168">
                  <c:v>0.30982348892</c:v>
                </c:pt>
                <c:pt idx="169">
                  <c:v>0.30967260218</c:v>
                </c:pt>
                <c:pt idx="170">
                  <c:v>0.30949079311</c:v>
                </c:pt>
                <c:pt idx="171">
                  <c:v>0.30927864292</c:v>
                </c:pt>
                <c:pt idx="172">
                  <c:v>0.30903682984</c:v>
                </c:pt>
                <c:pt idx="173">
                  <c:v>0.30876612693</c:v>
                </c:pt>
                <c:pt idx="174">
                  <c:v>0.30846739959</c:v>
                </c:pt>
                <c:pt idx="175">
                  <c:v>0.30814160282</c:v>
                </c:pt>
                <c:pt idx="176">
                  <c:v>0.30778977816</c:v>
                </c:pt>
                <c:pt idx="177">
                  <c:v>0.30741305037</c:v>
                </c:pt>
                <c:pt idx="178">
                  <c:v>0.3070126238</c:v>
                </c:pt>
                <c:pt idx="179">
                  <c:v>0.30658977858</c:v>
                </c:pt>
                <c:pt idx="180">
                  <c:v>0.30614586649</c:v>
                </c:pt>
                <c:pt idx="181">
                  <c:v>0.30568230669</c:v>
                </c:pt>
                <c:pt idx="182">
                  <c:v>0.30520058113</c:v>
                </c:pt>
                <c:pt idx="183">
                  <c:v>0.30470222983</c:v>
                </c:pt>
                <c:pt idx="184">
                  <c:v>0.30418884597</c:v>
                </c:pt>
                <c:pt idx="185">
                  <c:v>0.30366207079</c:v>
                </c:pt>
                <c:pt idx="186">
                  <c:v>0.30312358835</c:v>
                </c:pt>
                <c:pt idx="187">
                  <c:v>0.3025751201</c:v>
                </c:pt>
                <c:pt idx="188">
                  <c:v>0.30201841946</c:v>
                </c:pt>
                <c:pt idx="189">
                  <c:v>0.30145526613</c:v>
                </c:pt>
                <c:pt idx="190">
                  <c:v>0.30088746047</c:v>
                </c:pt>
                <c:pt idx="191">
                  <c:v>0.30031681768</c:v>
                </c:pt>
                <c:pt idx="192">
                  <c:v>0.29974516207</c:v>
                </c:pt>
                <c:pt idx="193">
                  <c:v>0.29917432114</c:v>
                </c:pt>
                <c:pt idx="194">
                  <c:v>0.29860611983</c:v>
                </c:pt>
                <c:pt idx="195">
                  <c:v>0.29804237462</c:v>
                </c:pt>
                <c:pt idx="196">
                  <c:v>0.29748488774</c:v>
                </c:pt>
                <c:pt idx="197">
                  <c:v>0.29693544142</c:v>
                </c:pt>
                <c:pt idx="198">
                  <c:v>0.29639579219</c:v>
                </c:pt>
                <c:pt idx="199">
                  <c:v>0.29586766525</c:v>
                </c:pt>
                <c:pt idx="200">
                  <c:v>0.29535274898</c:v>
                </c:pt>
                <c:pt idx="201">
                  <c:v>0.2948526895</c:v>
                </c:pt>
                <c:pt idx="202">
                  <c:v>0.29436908546</c:v>
                </c:pt>
                <c:pt idx="203">
                  <c:v>0.29390348289</c:v>
                </c:pt>
                <c:pt idx="204">
                  <c:v>0.29345737027</c:v>
                </c:pt>
                <c:pt idx="205">
                  <c:v>0.29303217379</c:v>
                </c:pt>
                <c:pt idx="206">
                  <c:v>0.29262925276</c:v>
                </c:pt>
                <c:pt idx="207">
                  <c:v>0.29224989526</c:v>
                </c:pt>
                <c:pt idx="208">
                  <c:v>0.29189531407</c:v>
                </c:pt>
                <c:pt idx="209">
                  <c:v>0.29156664276</c:v>
                </c:pt>
                <c:pt idx="210">
                  <c:v>0.29126493204</c:v>
                </c:pt>
                <c:pt idx="211">
                  <c:v>0.29099114646</c:v>
                </c:pt>
                <c:pt idx="212">
                  <c:v>0.29074616129</c:v>
                </c:pt>
                <c:pt idx="213">
                  <c:v>0.29053075971</c:v>
                </c:pt>
                <c:pt idx="214">
                  <c:v>0.29034563034</c:v>
                </c:pt>
                <c:pt idx="215">
                  <c:v>0.29019136503</c:v>
                </c:pt>
                <c:pt idx="216">
                  <c:v>0.29006845694</c:v>
                </c:pt>
                <c:pt idx="217">
                  <c:v>0.289977299</c:v>
                </c:pt>
                <c:pt idx="218">
                  <c:v>0.28991818263</c:v>
                </c:pt>
                <c:pt idx="219">
                  <c:v>0.28989129683</c:v>
                </c:pt>
                <c:pt idx="220">
                  <c:v>0.28989672753</c:v>
                </c:pt>
                <c:pt idx="221">
                  <c:v>0.28993445739</c:v>
                </c:pt>
                <c:pt idx="222">
                  <c:v>0.29000436578</c:v>
                </c:pt>
                <c:pt idx="223">
                  <c:v>0.29010622921</c:v>
                </c:pt>
                <c:pt idx="224">
                  <c:v>0.29023972204</c:v>
                </c:pt>
                <c:pt idx="225">
                  <c:v>0.2904044175</c:v>
                </c:pt>
                <c:pt idx="226">
                  <c:v>0.29059978907</c:v>
                </c:pt>
                <c:pt idx="227">
                  <c:v>0.29082521218</c:v>
                </c:pt>
                <c:pt idx="228">
                  <c:v>0.29107996617</c:v>
                </c:pt>
                <c:pt idx="229">
                  <c:v>0.29136323661</c:v>
                </c:pt>
                <c:pt idx="230">
                  <c:v>0.29167411792</c:v>
                </c:pt>
                <c:pt idx="231">
                  <c:v>0.29201161624</c:v>
                </c:pt>
                <c:pt idx="232">
                  <c:v>0.29237465263</c:v>
                </c:pt>
                <c:pt idx="233">
                  <c:v>0.29276206648</c:v>
                </c:pt>
                <c:pt idx="234">
                  <c:v>0.29317261929</c:v>
                </c:pt>
                <c:pt idx="235">
                  <c:v>0.29360499855</c:v>
                </c:pt>
                <c:pt idx="236">
                  <c:v>0.29405782199</c:v>
                </c:pt>
                <c:pt idx="237">
                  <c:v>0.29452964198</c:v>
                </c:pt>
                <c:pt idx="238">
                  <c:v>0.29501895016</c:v>
                </c:pt>
                <c:pt idx="239">
                  <c:v>0.29552418225</c:v>
                </c:pt>
                <c:pt idx="240">
                  <c:v>0.29604372309</c:v>
                </c:pt>
                <c:pt idx="241">
                  <c:v>0.29657591174</c:v>
                </c:pt>
                <c:pt idx="242">
                  <c:v>0.29711904687</c:v>
                </c:pt>
                <c:pt idx="243">
                  <c:v>0.29767139212</c:v>
                </c:pt>
                <c:pt idx="244">
                  <c:v>0.29823118169</c:v>
                </c:pt>
                <c:pt idx="245">
                  <c:v>0.298796626</c:v>
                </c:pt>
                <c:pt idx="246">
                  <c:v>0.29936591737</c:v>
                </c:pt>
                <c:pt idx="247">
                  <c:v>0.29993723585</c:v>
                </c:pt>
                <c:pt idx="248">
                  <c:v>0.30050875498</c:v>
                </c:pt>
                <c:pt idx="249">
                  <c:v>0.30107864766</c:v>
                </c:pt>
                <c:pt idx="250">
                  <c:v>0.30164509203</c:v>
                </c:pt>
                <c:pt idx="251">
                  <c:v>0.3022062772</c:v>
                </c:pt>
                <c:pt idx="252">
                  <c:v>0.30276040912</c:v>
                </c:pt>
                <c:pt idx="253">
                  <c:v>0.30330571629</c:v>
                </c:pt>
                <c:pt idx="254">
                  <c:v>0.30384045542</c:v>
                </c:pt>
                <c:pt idx="255">
                  <c:v>0.304362917</c:v>
                </c:pt>
                <c:pt idx="256">
                  <c:v>0.30487143077</c:v>
                </c:pt>
                <c:pt idx="257">
                  <c:v>0.30536437107</c:v>
                </c:pt>
                <c:pt idx="258">
                  <c:v>0.30584016201</c:v>
                </c:pt>
                <c:pt idx="259">
                  <c:v>0.30629728254</c:v>
                </c:pt>
                <c:pt idx="260">
                  <c:v>0.30673427129</c:v>
                </c:pt>
                <c:pt idx="261">
                  <c:v>0.30714973125</c:v>
                </c:pt>
                <c:pt idx="262">
                  <c:v>0.30754233423</c:v>
                </c:pt>
                <c:pt idx="263">
                  <c:v>0.30791082513</c:v>
                </c:pt>
                <c:pt idx="264">
                  <c:v>0.30825402592</c:v>
                </c:pt>
                <c:pt idx="265">
                  <c:v>0.30857083941</c:v>
                </c:pt>
                <c:pt idx="266">
                  <c:v>0.30886025279</c:v>
                </c:pt>
                <c:pt idx="267">
                  <c:v>0.30912134083</c:v>
                </c:pt>
                <c:pt idx="268">
                  <c:v>0.30935326886</c:v>
                </c:pt>
                <c:pt idx="269">
                  <c:v>0.30955529543</c:v>
                </c:pt>
                <c:pt idx="270">
                  <c:v>0.30972677467</c:v>
                </c:pt>
                <c:pt idx="271">
                  <c:v>0.3098671584</c:v>
                </c:pt>
                <c:pt idx="272">
                  <c:v>0.3099759978</c:v>
                </c:pt>
                <c:pt idx="273">
                  <c:v>0.31005294494</c:v>
                </c:pt>
                <c:pt idx="274">
                  <c:v>0.31009775383</c:v>
                </c:pt>
                <c:pt idx="275">
                  <c:v>0.31011028121</c:v>
                </c:pt>
                <c:pt idx="276">
                  <c:v>0.31009048703</c:v>
                </c:pt>
                <c:pt idx="277">
                  <c:v>0.31003843458</c:v>
                </c:pt>
                <c:pt idx="278">
                  <c:v>0.30995429026</c:v>
                </c:pt>
                <c:pt idx="279">
                  <c:v>0.30983832308</c:v>
                </c:pt>
                <c:pt idx="280">
                  <c:v>0.30969090376</c:v>
                </c:pt>
                <c:pt idx="281">
                  <c:v>0.30951250359</c:v>
                </c:pt>
                <c:pt idx="282">
                  <c:v>0.30930369291</c:v>
                </c:pt>
                <c:pt idx="283">
                  <c:v>0.30906513925</c:v>
                </c:pt>
                <c:pt idx="284">
                  <c:v>0.30879760525</c:v>
                </c:pt>
                <c:pt idx="285">
                  <c:v>0.30850194619</c:v>
                </c:pt>
                <c:pt idx="286">
                  <c:v>0.30817910726</c:v>
                </c:pt>
                <c:pt idx="287">
                  <c:v>0.30783012054</c:v>
                </c:pt>
                <c:pt idx="288">
                  <c:v>0.30745610171</c:v>
                </c:pt>
                <c:pt idx="289">
                  <c:v>0.30705824648</c:v>
                </c:pt>
                <c:pt idx="290">
                  <c:v>0.30663782674</c:v>
                </c:pt>
                <c:pt idx="291">
                  <c:v>0.30619618653</c:v>
                </c:pt>
                <c:pt idx="292">
                  <c:v>0.30573473774</c:v>
                </c:pt>
                <c:pt idx="293">
                  <c:v>0.30525495556</c:v>
                </c:pt>
                <c:pt idx="294">
                  <c:v>0.30475837382</c:v>
                </c:pt>
                <c:pt idx="295">
                  <c:v>0.30424658004</c:v>
                </c:pt>
                <c:pt idx="296">
                  <c:v>0.30372121036</c:v>
                </c:pt>
                <c:pt idx="297">
                  <c:v>0.30318394435</c:v>
                </c:pt>
                <c:pt idx="298">
                  <c:v>0.30263649959</c:v>
                </c:pt>
                <c:pt idx="299">
                  <c:v>0.30208062621</c:v>
                </c:pt>
                <c:pt idx="300">
                  <c:v>0.30151810127</c:v>
                </c:pt>
                <c:pt idx="301">
                  <c:v>0.30095072312</c:v>
                </c:pt>
                <c:pt idx="302">
                  <c:v>0.3003803056</c:v>
                </c:pt>
                <c:pt idx="303">
                  <c:v>0.29980867228</c:v>
                </c:pt>
                <c:pt idx="304">
                  <c:v>0.29923765061</c:v>
                </c:pt>
                <c:pt idx="305">
                  <c:v>0.29866906611</c:v>
                </c:pt>
                <c:pt idx="306">
                  <c:v>0.29810473646</c:v>
                </c:pt>
                <c:pt idx="307">
                  <c:v>0.29754646579</c:v>
                </c:pt>
                <c:pt idx="308">
                  <c:v>0.29699603882</c:v>
                </c:pt>
                <c:pt idx="309">
                  <c:v>0.29645521521</c:v>
                </c:pt>
                <c:pt idx="310">
                  <c:v>0.29592572392</c:v>
                </c:pt>
                <c:pt idx="311">
                  <c:v>0.29540925769</c:v>
                </c:pt>
                <c:pt idx="312">
                  <c:v>0.2949074676</c:v>
                </c:pt>
                <c:pt idx="313">
                  <c:v>0.29442195782</c:v>
                </c:pt>
                <c:pt idx="314">
                  <c:v>0.29395428049</c:v>
                </c:pt>
                <c:pt idx="315">
                  <c:v>0.29350593072</c:v>
                </c:pt>
                <c:pt idx="316">
                  <c:v>0.29307834184</c:v>
                </c:pt>
                <c:pt idx="317">
                  <c:v>0.29267288081</c:v>
                </c:pt>
                <c:pt idx="318">
                  <c:v>0.29229084384</c:v>
                </c:pt>
                <c:pt idx="319">
                  <c:v>0.29193345227</c:v>
                </c:pt>
                <c:pt idx="320">
                  <c:v>0.29160184865</c:v>
                </c:pt>
                <c:pt idx="321">
                  <c:v>0.29129709308</c:v>
                </c:pt>
                <c:pt idx="322">
                  <c:v>0.29102015983</c:v>
                </c:pt>
                <c:pt idx="323">
                  <c:v>0.29077193422</c:v>
                </c:pt>
                <c:pt idx="324">
                  <c:v>0.29055320982</c:v>
                </c:pt>
                <c:pt idx="325">
                  <c:v>0.29036468587</c:v>
                </c:pt>
                <c:pt idx="326">
                  <c:v>0.29020696504</c:v>
                </c:pt>
                <c:pt idx="327">
                  <c:v>0.29008055157</c:v>
                </c:pt>
                <c:pt idx="328">
                  <c:v>0.28998584958</c:v>
                </c:pt>
                <c:pt idx="329">
                  <c:v>0.28992316183</c:v>
                </c:pt>
                <c:pt idx="330">
                  <c:v>0.28989268872</c:v>
                </c:pt>
                <c:pt idx="331">
                  <c:v>0.28989452767</c:v>
                </c:pt>
                <c:pt idx="332">
                  <c:v>0.28992867281</c:v>
                </c:pt>
                <c:pt idx="333">
                  <c:v>0.28999501497</c:v>
                </c:pt>
                <c:pt idx="334">
                  <c:v>0.29009334206</c:v>
                </c:pt>
                <c:pt idx="335">
                  <c:v>0.29022333975</c:v>
                </c:pt>
                <c:pt idx="336">
                  <c:v>0.29038459244</c:v>
                </c:pt>
                <c:pt idx="337">
                  <c:v>0.29057658462</c:v>
                </c:pt>
                <c:pt idx="338">
                  <c:v>0.29079870252</c:v>
                </c:pt>
                <c:pt idx="339">
                  <c:v>0.29105023605</c:v>
                </c:pt>
                <c:pt idx="340">
                  <c:v>0.29133038107</c:v>
                </c:pt>
                <c:pt idx="341">
                  <c:v>0.291638242</c:v>
                </c:pt>
                <c:pt idx="342">
                  <c:v>0.29197283463</c:v>
                </c:pt>
                <c:pt idx="343">
                  <c:v>0.29233308931</c:v>
                </c:pt>
                <c:pt idx="344">
                  <c:v>0.29271785433</c:v>
                </c:pt>
                <c:pt idx="345">
                  <c:v>0.29312589964</c:v>
                </c:pt>
                <c:pt idx="346">
                  <c:v>0.29355592076</c:v>
                </c:pt>
                <c:pt idx="347">
                  <c:v>0.29400654296</c:v>
                </c:pt>
                <c:pt idx="348">
                  <c:v>0.29447632564</c:v>
                </c:pt>
                <c:pt idx="349">
                  <c:v>0.29496376695</c:v>
                </c:pt>
                <c:pt idx="350">
                  <c:v>0.2954673086</c:v>
                </c:pt>
                <c:pt idx="351">
                  <c:v>0.29598534081</c:v>
                </c:pt>
                <c:pt idx="352">
                  <c:v>0.29651620748</c:v>
                </c:pt>
                <c:pt idx="353">
                  <c:v>0.29705821148</c:v>
                </c:pt>
                <c:pt idx="354">
                  <c:v>0.29760962009</c:v>
                </c:pt>
                <c:pt idx="355">
                  <c:v>0.29816867051</c:v>
                </c:pt>
                <c:pt idx="356">
                  <c:v>0.2987335755</c:v>
                </c:pt>
                <c:pt idx="357">
                  <c:v>0.29930252913</c:v>
                </c:pt>
                <c:pt idx="358">
                  <c:v>0.2998737125</c:v>
                </c:pt>
                <c:pt idx="359">
                  <c:v>0.3004452996</c:v>
                </c:pt>
                <c:pt idx="360">
                  <c:v>0.30101546312</c:v>
                </c:pt>
                <c:pt idx="361">
                  <c:v>0.30158238031</c:v>
                </c:pt>
                <c:pt idx="362">
                  <c:v>0.30214423878</c:v>
                </c:pt>
                <c:pt idx="363">
                  <c:v>0.30269924234</c:v>
                </c:pt>
                <c:pt idx="364">
                  <c:v>0.3032456167</c:v>
                </c:pt>
                <c:pt idx="365">
                  <c:v>0.30378161514</c:v>
                </c:pt>
                <c:pt idx="366">
                  <c:v>0.30430552414</c:v>
                </c:pt>
                <c:pt idx="367">
                  <c:v>0.30481566881</c:v>
                </c:pt>
                <c:pt idx="368">
                  <c:v>0.30531041827</c:v>
                </c:pt>
                <c:pt idx="369">
                  <c:v>0.30578819086</c:v>
                </c:pt>
                <c:pt idx="370">
                  <c:v>0.30624745918</c:v>
                </c:pt>
                <c:pt idx="371">
                  <c:v>0.306686755</c:v>
                </c:pt>
                <c:pt idx="372">
                  <c:v>0.30710467393</c:v>
                </c:pt>
                <c:pt idx="373">
                  <c:v>0.30749987993</c:v>
                </c:pt>
                <c:pt idx="374">
                  <c:v>0.30787110957</c:v>
                </c:pt>
                <c:pt idx="375">
                  <c:v>0.30821717607</c:v>
                </c:pt>
                <c:pt idx="376">
                  <c:v>0.30853697307</c:v>
                </c:pt>
                <c:pt idx="377">
                  <c:v>0.30882947823</c:v>
                </c:pt>
                <c:pt idx="378">
                  <c:v>0.30909375643</c:v>
                </c:pt>
                <c:pt idx="379">
                  <c:v>0.3093289628</c:v>
                </c:pt>
                <c:pt idx="380">
                  <c:v>0.30953434541</c:v>
                </c:pt>
                <c:pt idx="381">
                  <c:v>0.30970924768</c:v>
                </c:pt>
                <c:pt idx="382">
                  <c:v>0.30985311046</c:v>
                </c:pt>
                <c:pt idx="383">
                  <c:v>0.30996547383</c:v>
                </c:pt>
                <c:pt idx="384">
                  <c:v>0.31004597858</c:v>
                </c:pt>
                <c:pt idx="385">
                  <c:v>0.31009436734</c:v>
                </c:pt>
                <c:pt idx="386">
                  <c:v>0.31011048542</c:v>
                </c:pt>
                <c:pt idx="387">
                  <c:v>0.31009428129</c:v>
                </c:pt>
                <c:pt idx="388">
                  <c:v>0.31004580676</c:v>
                </c:pt>
                <c:pt idx="389">
                  <c:v>0.30996521679</c:v>
                </c:pt>
                <c:pt idx="390">
                  <c:v>0.30985276903</c:v>
                </c:pt>
                <c:pt idx="391">
                  <c:v>0.30970882294</c:v>
                </c:pt>
                <c:pt idx="392">
                  <c:v>0.30953383873</c:v>
                </c:pt>
                <c:pt idx="393">
                  <c:v>0.30932837579</c:v>
                </c:pt>
                <c:pt idx="394">
                  <c:v>0.30909309096</c:v>
                </c:pt>
                <c:pt idx="395">
                  <c:v>0.30882873644</c:v>
                </c:pt>
                <c:pt idx="396">
                  <c:v>0.30853615732</c:v>
                </c:pt>
                <c:pt idx="397">
                  <c:v>0.30821628898</c:v>
                </c:pt>
                <c:pt idx="398">
                  <c:v>0.30787015397</c:v>
                </c:pt>
                <c:pt idx="399">
                  <c:v>0.30749885888</c:v>
                </c:pt>
                <c:pt idx="400">
                  <c:v>0.30710359068</c:v>
                </c:pt>
                <c:pt idx="401">
                  <c:v>0.30668561302</c:v>
                </c:pt>
                <c:pt idx="402">
                  <c:v>0.30624626213</c:v>
                </c:pt>
                <c:pt idx="403">
                  <c:v>0.30578694256</c:v>
                </c:pt>
                <c:pt idx="404">
                  <c:v>0.30530912271</c:v>
                </c:pt>
                <c:pt idx="405">
                  <c:v>0.30481433013</c:v>
                </c:pt>
                <c:pt idx="406">
                  <c:v>0.30430414662</c:v>
                </c:pt>
                <c:pt idx="407">
                  <c:v>0.30378020319</c:v>
                </c:pt>
                <c:pt idx="408">
                  <c:v>0.30324417482</c:v>
                </c:pt>
                <c:pt idx="409">
                  <c:v>0.30269777516</c:v>
                </c:pt>
                <c:pt idx="410">
                  <c:v>0.30214275098</c:v>
                </c:pt>
                <c:pt idx="411">
                  <c:v>0.30158087663</c:v>
                </c:pt>
                <c:pt idx="412">
                  <c:v>0.30101394839</c:v>
                </c:pt>
                <c:pt idx="413">
                  <c:v>0.30044377865</c:v>
                </c:pt>
                <c:pt idx="414">
                  <c:v>0.2998721902</c:v>
                </c:pt>
                <c:pt idx="415">
                  <c:v>0.29930101034</c:v>
                </c:pt>
                <c:pt idx="416">
                  <c:v>0.29873206508</c:v>
                </c:pt>
                <c:pt idx="417">
                  <c:v>0.29816717329</c:v>
                </c:pt>
                <c:pt idx="418">
                  <c:v>0.29760814085</c:v>
                </c:pt>
                <c:pt idx="419">
                  <c:v>0.29705675496</c:v>
                </c:pt>
                <c:pt idx="420">
                  <c:v>0.29651477832</c:v>
                </c:pt>
                <c:pt idx="421">
                  <c:v>0.29598394358</c:v>
                </c:pt>
                <c:pt idx="422">
                  <c:v>0.29546594778</c:v>
                </c:pt>
                <c:pt idx="423">
                  <c:v>0.29496244689</c:v>
                </c:pt>
                <c:pt idx="424">
                  <c:v>0.29447505055</c:v>
                </c:pt>
                <c:pt idx="425">
                  <c:v>0.29400531692</c:v>
                </c:pt>
                <c:pt idx="426">
                  <c:v>0.29355474769</c:v>
                </c:pt>
                <c:pt idx="427">
                  <c:v>0.29312478328</c:v>
                </c:pt>
                <c:pt idx="428">
                  <c:v>0.29271679826</c:v>
                </c:pt>
                <c:pt idx="429">
                  <c:v>0.2923320969</c:v>
                </c:pt>
                <c:pt idx="430">
                  <c:v>0.29197190906</c:v>
                </c:pt>
                <c:pt idx="431">
                  <c:v>0.29163738623</c:v>
                </c:pt>
                <c:pt idx="432">
                  <c:v>0.29132959783</c:v>
                </c:pt>
                <c:pt idx="433">
                  <c:v>0.29104952783</c:v>
                </c:pt>
                <c:pt idx="434">
                  <c:v>0.29079807161</c:v>
                </c:pt>
                <c:pt idx="435">
                  <c:v>0.29057603302</c:v>
                </c:pt>
                <c:pt idx="436">
                  <c:v>0.29038412191</c:v>
                </c:pt>
                <c:pt idx="437">
                  <c:v>0.2902229518</c:v>
                </c:pt>
                <c:pt idx="438">
                  <c:v>0.29009303794</c:v>
                </c:pt>
                <c:pt idx="439">
                  <c:v>0.28999479564</c:v>
                </c:pt>
                <c:pt idx="440">
                  <c:v>0.28992853897</c:v>
                </c:pt>
                <c:pt idx="441">
                  <c:v>0.28989447976</c:v>
                </c:pt>
                <c:pt idx="442">
                  <c:v>0.28989272688</c:v>
                </c:pt>
                <c:pt idx="443">
                  <c:v>0.28992328595</c:v>
                </c:pt>
                <c:pt idx="444">
                  <c:v>0.28998605925</c:v>
                </c:pt>
                <c:pt idx="445">
                  <c:v>0.29008084613</c:v>
                </c:pt>
                <c:pt idx="446">
                  <c:v>0.29020734354</c:v>
                </c:pt>
                <c:pt idx="447">
                  <c:v>0.2903651471</c:v>
                </c:pt>
                <c:pt idx="448">
                  <c:v>0.29055375231</c:v>
                </c:pt>
                <c:pt idx="449">
                  <c:v>0.29077255623</c:v>
                </c:pt>
                <c:pt idx="450">
                  <c:v>0.29102085937</c:v>
                </c:pt>
                <c:pt idx="451">
                  <c:v>0.29129786792</c:v>
                </c:pt>
                <c:pt idx="452">
                  <c:v>0.29160269631</c:v>
                </c:pt>
                <c:pt idx="453">
                  <c:v>0.29193437004</c:v>
                </c:pt>
                <c:pt idx="454">
                  <c:v>0.29229182878</c:v>
                </c:pt>
                <c:pt idx="455">
                  <c:v>0.29267392978</c:v>
                </c:pt>
                <c:pt idx="456">
                  <c:v>0.29307945148</c:v>
                </c:pt>
                <c:pt idx="457">
                  <c:v>0.29350709749</c:v>
                </c:pt>
                <c:pt idx="458">
                  <c:v>0.29395550065</c:v>
                </c:pt>
                <c:pt idx="459">
                  <c:v>0.29442322748</c:v>
                </c:pt>
                <c:pt idx="460">
                  <c:v>0.29490878268</c:v>
                </c:pt>
                <c:pt idx="461">
                  <c:v>0.295410614</c:v>
                </c:pt>
                <c:pt idx="462">
                  <c:v>0.29592711713</c:v>
                </c:pt>
                <c:pt idx="463">
                  <c:v>0.29645664085</c:v>
                </c:pt>
                <c:pt idx="464">
                  <c:v>0.29699749234</c:v>
                </c:pt>
                <c:pt idx="465">
                  <c:v>0.29754794255</c:v>
                </c:pt>
                <c:pt idx="466">
                  <c:v>0.29810623173</c:v>
                </c:pt>
                <c:pt idx="467">
                  <c:v>0.29867057511</c:v>
                </c:pt>
                <c:pt idx="468">
                  <c:v>0.29923916852</c:v>
                </c:pt>
                <c:pt idx="469">
                  <c:v>0.29981019424</c:v>
                </c:pt>
                <c:pt idx="470">
                  <c:v>0.30038182674</c:v>
                </c:pt>
                <c:pt idx="471">
                  <c:v>0.30095223858</c:v>
                </c:pt>
                <c:pt idx="472">
                  <c:v>0.30151960622</c:v>
                </c:pt>
                <c:pt idx="473">
                  <c:v>0.30208211582</c:v>
                </c:pt>
                <c:pt idx="474">
                  <c:v>0.30263796911</c:v>
                </c:pt>
                <c:pt idx="475">
                  <c:v>0.30318538907</c:v>
                </c:pt>
                <c:pt idx="476">
                  <c:v>0.30372262567</c:v>
                </c:pt>
                <c:pt idx="477">
                  <c:v>0.30424796141</c:v>
                </c:pt>
                <c:pt idx="478">
                  <c:v>0.30475971683</c:v>
                </c:pt>
                <c:pt idx="479">
                  <c:v>0.30525625593</c:v>
                </c:pt>
                <c:pt idx="480">
                  <c:v>0.30573599129</c:v>
                </c:pt>
                <c:pt idx="481">
                  <c:v>0.30623091401</c:v>
                </c:pt>
                <c:pt idx="482">
                  <c:v>0.30673929214</c:v>
                </c:pt>
                <c:pt idx="483">
                  <c:v>0.30725945906</c:v>
                </c:pt>
                <c:pt idx="484">
                  <c:v>0.30778981794</c:v>
                </c:pt>
                <c:pt idx="485">
                  <c:v>0.30832884603</c:v>
                </c:pt>
                <c:pt idx="486">
                  <c:v>0.30887509875</c:v>
                </c:pt>
                <c:pt idx="487">
                  <c:v>0.30942721343</c:v>
                </c:pt>
                <c:pt idx="488">
                  <c:v>0.30998391291</c:v>
                </c:pt>
                <c:pt idx="489">
                  <c:v>0.3105440088</c:v>
                </c:pt>
                <c:pt idx="490">
                  <c:v>0.31110640451</c:v>
                </c:pt>
                <c:pt idx="491">
                  <c:v>0.31167009795</c:v>
                </c:pt>
                <c:pt idx="492">
                  <c:v>0.31223418395</c:v>
                </c:pt>
                <c:pt idx="493">
                  <c:v>0.31279785639</c:v>
                </c:pt>
                <c:pt idx="494">
                  <c:v>0.31336041003</c:v>
                </c:pt>
                <c:pt idx="495">
                  <c:v>0.31392124193</c:v>
                </c:pt>
                <c:pt idx="496">
                  <c:v>0.31447985271</c:v>
                </c:pt>
                <c:pt idx="497">
                  <c:v>0.31503584734</c:v>
                </c:pt>
                <c:pt idx="498">
                  <c:v>0.31558893567</c:v>
                </c:pt>
                <c:pt idx="499">
                  <c:v>0.31613893262</c:v>
                </c:pt>
                <c:pt idx="500">
                  <c:v>0.31668575804</c:v>
                </c:pt>
                <c:pt idx="501">
                  <c:v>0.31722943622</c:v>
                </c:pt>
                <c:pt idx="502">
                  <c:v>0.31777009514</c:v>
                </c:pt>
                <c:pt idx="503">
                  <c:v>0.31830796527</c:v>
                </c:pt>
                <c:pt idx="504">
                  <c:v>0.31884337817</c:v>
                </c:pt>
                <c:pt idx="505">
                  <c:v>0.31937676474</c:v>
                </c:pt>
                <c:pt idx="506">
                  <c:v>0.31990865308</c:v>
                </c:pt>
                <c:pt idx="507">
                  <c:v>0.32043966616</c:v>
                </c:pt>
                <c:pt idx="508">
                  <c:v>0.32097051912</c:v>
                </c:pt>
                <c:pt idx="509">
                  <c:v>0.32150201629</c:v>
                </c:pt>
                <c:pt idx="510">
                  <c:v>0.32203504796</c:v>
                </c:pt>
                <c:pt idx="511">
                  <c:v>0.32257058683</c:v>
                </c:pt>
                <c:pt idx="512">
                  <c:v>0.32310968426</c:v>
                </c:pt>
                <c:pt idx="513">
                  <c:v>0.32365346625</c:v>
                </c:pt>
                <c:pt idx="514">
                  <c:v>0.32420312913</c:v>
                </c:pt>
                <c:pt idx="515">
                  <c:v>0.32475993513</c:v>
                </c:pt>
                <c:pt idx="516">
                  <c:v>0.3253252077</c:v>
                </c:pt>
                <c:pt idx="517">
                  <c:v>0.32590032659</c:v>
                </c:pt>
                <c:pt idx="518">
                  <c:v>0.32648672285</c:v>
                </c:pt>
                <c:pt idx="519">
                  <c:v>0.32708587358</c:v>
                </c:pt>
                <c:pt idx="520">
                  <c:v>0.3276992966</c:v>
                </c:pt>
                <c:pt idx="521">
                  <c:v>0.32832854498</c:v>
                </c:pt>
                <c:pt idx="522">
                  <c:v>0.32897520143</c:v>
                </c:pt>
                <c:pt idx="523">
                  <c:v>0.32964087267</c:v>
                </c:pt>
                <c:pt idx="524">
                  <c:v>0.33032718361</c:v>
                </c:pt>
                <c:pt idx="525">
                  <c:v>0.33103577163</c:v>
                </c:pt>
                <c:pt idx="526">
                  <c:v>0.33176828069</c:v>
                </c:pt>
                <c:pt idx="527">
                  <c:v>0.33252635551</c:v>
                </c:pt>
                <c:pt idx="528">
                  <c:v>0.33331163568</c:v>
                </c:pt>
                <c:pt idx="529">
                  <c:v>0.33412574989</c:v>
                </c:pt>
                <c:pt idx="530">
                  <c:v>0.33497031009</c:v>
                </c:pt>
                <c:pt idx="531">
                  <c:v>0.33584690578</c:v>
                </c:pt>
                <c:pt idx="532">
                  <c:v>0.33675709836</c:v>
                </c:pt>
                <c:pt idx="533">
                  <c:v>0.33770241553</c:v>
                </c:pt>
                <c:pt idx="534">
                  <c:v>0.33868434592</c:v>
                </c:pt>
                <c:pt idx="535">
                  <c:v>0.33970433369</c:v>
                </c:pt>
                <c:pt idx="536">
                  <c:v>0.34076377338</c:v>
                </c:pt>
                <c:pt idx="537">
                  <c:v>0.34186400494</c:v>
                </c:pt>
                <c:pt idx="538">
                  <c:v>0.34300630885</c:v>
                </c:pt>
                <c:pt idx="539">
                  <c:v>0.34419190149</c:v>
                </c:pt>
                <c:pt idx="540">
                  <c:v>0.34542193074</c:v>
                </c:pt>
                <c:pt idx="541">
                  <c:v>0.34669747174</c:v>
                </c:pt>
                <c:pt idx="542">
                  <c:v>0.34801952295</c:v>
                </c:pt>
                <c:pt idx="543">
                  <c:v>0.34938900241</c:v>
                </c:pt>
                <c:pt idx="544">
                  <c:v>0.3508067443</c:v>
                </c:pt>
                <c:pt idx="545">
                  <c:v>0.35227349574</c:v>
                </c:pt>
                <c:pt idx="546">
                  <c:v>0.35378991387</c:v>
                </c:pt>
                <c:pt idx="547">
                  <c:v>0.35535656331</c:v>
                </c:pt>
                <c:pt idx="548">
                  <c:v>0.35697391374</c:v>
                </c:pt>
                <c:pt idx="549">
                  <c:v>0.35864233799</c:v>
                </c:pt>
                <c:pt idx="550">
                  <c:v>0.36036211029</c:v>
                </c:pt>
                <c:pt idx="551">
                  <c:v>0.36213340492</c:v>
                </c:pt>
                <c:pt idx="552">
                  <c:v>0.36395629517</c:v>
                </c:pt>
                <c:pt idx="553">
                  <c:v>0.3658307526</c:v>
                </c:pt>
                <c:pt idx="554">
                  <c:v>0.36775664665</c:v>
                </c:pt>
                <c:pt idx="555">
                  <c:v>0.36973374457</c:v>
                </c:pt>
                <c:pt idx="556">
                  <c:v>0.37176171172</c:v>
                </c:pt>
                <c:pt idx="557">
                  <c:v>0.37384011212</c:v>
                </c:pt>
                <c:pt idx="558">
                  <c:v>0.3759684094</c:v>
                </c:pt>
                <c:pt idx="559">
                  <c:v>0.37814596806</c:v>
                </c:pt>
                <c:pt idx="560">
                  <c:v>0.380372055</c:v>
                </c:pt>
                <c:pt idx="561">
                  <c:v>0.38264584146</c:v>
                </c:pt>
                <c:pt idx="562">
                  <c:v>0.38496640515</c:v>
                </c:pt>
                <c:pt idx="563">
                  <c:v>0.38733273281</c:v>
                </c:pt>
                <c:pt idx="564">
                  <c:v>0.38974372293</c:v>
                </c:pt>
                <c:pt idx="565">
                  <c:v>0.39219818891</c:v>
                </c:pt>
                <c:pt idx="566">
                  <c:v>0.39469486233</c:v>
                </c:pt>
                <c:pt idx="567">
                  <c:v>0.39723239664</c:v>
                </c:pt>
                <c:pt idx="568">
                  <c:v>0.39980937095</c:v>
                </c:pt>
                <c:pt idx="569">
                  <c:v>0.40242429424</c:v>
                </c:pt>
                <c:pt idx="570">
                  <c:v>0.40507560959</c:v>
                </c:pt>
                <c:pt idx="571">
                  <c:v>0.40776169881</c:v>
                </c:pt>
                <c:pt idx="572">
                  <c:v>0.41048088718</c:v>
                </c:pt>
                <c:pt idx="573">
                  <c:v>0.41323144835</c:v>
                </c:pt>
                <c:pt idx="574">
                  <c:v>0.41601160946</c:v>
                </c:pt>
                <c:pt idx="575">
                  <c:v>0.41881955644</c:v>
                </c:pt>
                <c:pt idx="576">
                  <c:v>0.42165343931</c:v>
                </c:pt>
                <c:pt idx="577">
                  <c:v>0.42451137778</c:v>
                </c:pt>
                <c:pt idx="578">
                  <c:v>0.4273914668</c:v>
                </c:pt>
                <c:pt idx="579">
                  <c:v>0.43029178227</c:v>
                </c:pt>
                <c:pt idx="580">
                  <c:v>0.43321038679</c:v>
                </c:pt>
                <c:pt idx="581">
                  <c:v>0.43614533548</c:v>
                </c:pt>
                <c:pt idx="582">
                  <c:v>0.43909468178</c:v>
                </c:pt>
                <c:pt idx="583">
                  <c:v>0.44205648328</c:v>
                </c:pt>
                <c:pt idx="584">
                  <c:v>0.44502880759</c:v>
                </c:pt>
                <c:pt idx="585">
                  <c:v>0.44800973808</c:v>
                </c:pt>
                <c:pt idx="586">
                  <c:v>0.45099737967</c:v>
                </c:pt>
                <c:pt idx="587">
                  <c:v>0.45398986449</c:v>
                </c:pt>
                <c:pt idx="588">
                  <c:v>0.45698535751</c:v>
                </c:pt>
                <c:pt idx="589">
                  <c:v>0.45998206197</c:v>
                </c:pt>
                <c:pt idx="590">
                  <c:v>0.46297822483</c:v>
                </c:pt>
                <c:pt idx="591">
                  <c:v>0.46597214198</c:v>
                </c:pt>
                <c:pt idx="592">
                  <c:v>0.46896216331</c:v>
                </c:pt>
                <c:pt idx="593">
                  <c:v>0.47194669765</c:v>
                </c:pt>
                <c:pt idx="594">
                  <c:v>0.47492421748</c:v>
                </c:pt>
                <c:pt idx="595">
                  <c:v>0.4778932635</c:v>
                </c:pt>
                <c:pt idx="596">
                  <c:v>0.48085244889</c:v>
                </c:pt>
                <c:pt idx="597">
                  <c:v>0.48380046343</c:v>
                </c:pt>
                <c:pt idx="598">
                  <c:v>0.48673607734</c:v>
                </c:pt>
                <c:pt idx="599">
                  <c:v>0.48965814486</c:v>
                </c:pt>
                <c:pt idx="600">
                  <c:v>0.49256560758</c:v>
                </c:pt>
                <c:pt idx="601">
                  <c:v>0.49545749749</c:v>
                </c:pt>
                <c:pt idx="602">
                  <c:v>0.49833293971</c:v>
                </c:pt>
                <c:pt idx="603">
                  <c:v>0.501191155</c:v>
                </c:pt>
                <c:pt idx="604">
                  <c:v>0.50403146189</c:v>
                </c:pt>
                <c:pt idx="605">
                  <c:v>0.50685327855</c:v>
                </c:pt>
                <c:pt idx="606">
                  <c:v>0.50965612429</c:v>
                </c:pt>
                <c:pt idx="607">
                  <c:v>0.51243962083</c:v>
                </c:pt>
                <c:pt idx="608">
                  <c:v>0.51520349314</c:v>
                </c:pt>
                <c:pt idx="609">
                  <c:v>0.51794757004</c:v>
                </c:pt>
                <c:pt idx="610">
                  <c:v>0.52067178439</c:v>
                </c:pt>
                <c:pt idx="611">
                  <c:v>0.52337617303</c:v>
                </c:pt>
                <c:pt idx="612">
                  <c:v>0.52606087634</c:v>
                </c:pt>
                <c:pt idx="613">
                  <c:v>0.52872613748</c:v>
                </c:pt>
                <c:pt idx="614">
                  <c:v>0.5313723013</c:v>
                </c:pt>
                <c:pt idx="615">
                  <c:v>0.53399981296</c:v>
                </c:pt>
                <c:pt idx="616">
                  <c:v>0.53660921617</c:v>
                </c:pt>
                <c:pt idx="617">
                  <c:v>0.53920115119</c:v>
                </c:pt>
                <c:pt idx="618">
                  <c:v>0.54177635246</c:v>
                </c:pt>
                <c:pt idx="619">
                  <c:v>0.54433564598</c:v>
                </c:pt>
                <c:pt idx="620">
                  <c:v>0.54687994634</c:v>
                </c:pt>
                <c:pt idx="621">
                  <c:v>0.54941025356</c:v>
                </c:pt>
                <c:pt idx="622">
                  <c:v>0.55192764958</c:v>
                </c:pt>
                <c:pt idx="623">
                  <c:v>0.55443329449</c:v>
                </c:pt>
                <c:pt idx="624">
                  <c:v>0.55692842258</c:v>
                </c:pt>
                <c:pt idx="625">
                  <c:v>0.5594143381</c:v>
                </c:pt>
                <c:pt idx="626">
                  <c:v>0.5618924108</c:v>
                </c:pt>
                <c:pt idx="627">
                  <c:v>0.56436407129</c:v>
                </c:pt>
                <c:pt idx="628">
                  <c:v>0.56683080619</c:v>
                </c:pt>
                <c:pt idx="629">
                  <c:v>0.56929415308</c:v>
                </c:pt>
                <c:pt idx="630">
                  <c:v>0.57175569536</c:v>
                </c:pt>
                <c:pt idx="631">
                  <c:v>0.5742170569</c:v>
                </c:pt>
                <c:pt idx="632">
                  <c:v>0.57667989654</c:v>
                </c:pt>
                <c:pt idx="633">
                  <c:v>0.57914590261</c:v>
                </c:pt>
                <c:pt idx="634">
                  <c:v>0.58161678719</c:v>
                </c:pt>
                <c:pt idx="635">
                  <c:v>0.58409428043</c:v>
                </c:pt>
                <c:pt idx="636">
                  <c:v>0.58658012472</c:v>
                </c:pt>
                <c:pt idx="637">
                  <c:v>0.58907606891</c:v>
                </c:pt>
                <c:pt idx="638">
                  <c:v>0.59158386241</c:v>
                </c:pt>
                <c:pt idx="639">
                  <c:v>0.5941052494</c:v>
                </c:pt>
                <c:pt idx="640">
                  <c:v>0.59664196296</c:v>
                </c:pt>
                <c:pt idx="641">
                  <c:v>0.59916219458</c:v>
                </c:pt>
                <c:pt idx="642">
                  <c:v>0.60166789476</c:v>
                </c:pt>
                <c:pt idx="643">
                  <c:v>0.60416098379</c:v>
                </c:pt>
                <c:pt idx="644">
                  <c:v>0.60664334618</c:v>
                </c:pt>
                <c:pt idx="645">
                  <c:v>0.60911682518</c:v>
                </c:pt>
                <c:pt idx="646">
                  <c:v>0.61158321756</c:v>
                </c:pt>
                <c:pt idx="647">
                  <c:v>0.61404426834</c:v>
                </c:pt>
                <c:pt idx="648">
                  <c:v>0.61650166585</c:v>
                </c:pt>
                <c:pt idx="649">
                  <c:v>0.61895703686</c:v>
                </c:pt>
                <c:pt idx="650">
                  <c:v>0.62141194195</c:v>
                </c:pt>
                <c:pt idx="651">
                  <c:v>0.62386787111</c:v>
                </c:pt>
                <c:pt idx="652">
                  <c:v>0.62632623945</c:v>
                </c:pt>
                <c:pt idx="653">
                  <c:v>0.62878838333</c:v>
                </c:pt>
                <c:pt idx="654">
                  <c:v>0.63125555653</c:v>
                </c:pt>
                <c:pt idx="655">
                  <c:v>0.63372892687</c:v>
                </c:pt>
                <c:pt idx="656">
                  <c:v>0.63620957294</c:v>
                </c:pt>
                <c:pt idx="657">
                  <c:v>0.63869848122</c:v>
                </c:pt>
                <c:pt idx="658">
                  <c:v>0.64119654346</c:v>
                </c:pt>
                <c:pt idx="659">
                  <c:v>0.64370455434</c:v>
                </c:pt>
                <c:pt idx="660">
                  <c:v>0.64622320943</c:v>
                </c:pt>
                <c:pt idx="661">
                  <c:v>0.64875310353</c:v>
                </c:pt>
                <c:pt idx="662">
                  <c:v>0.65129472923</c:v>
                </c:pt>
                <c:pt idx="663">
                  <c:v>0.65384847589</c:v>
                </c:pt>
                <c:pt idx="664">
                  <c:v>0.65641462884</c:v>
                </c:pt>
                <c:pt idx="665">
                  <c:v>0.65899336902</c:v>
                </c:pt>
                <c:pt idx="666">
                  <c:v>0.6615847729</c:v>
                </c:pt>
                <c:pt idx="667">
                  <c:v>0.66418881268</c:v>
                </c:pt>
                <c:pt idx="668">
                  <c:v>0.6668053569</c:v>
                </c:pt>
                <c:pt idx="669">
                  <c:v>0.66943417134</c:v>
                </c:pt>
                <c:pt idx="670">
                  <c:v>0.67207492026</c:v>
                </c:pt>
                <c:pt idx="671">
                  <c:v>0.67472716794</c:v>
                </c:pt>
                <c:pt idx="672">
                  <c:v>0.67739038054</c:v>
                </c:pt>
                <c:pt idx="673">
                  <c:v>0.68006392827</c:v>
                </c:pt>
                <c:pt idx="674">
                  <c:v>0.68274708792</c:v>
                </c:pt>
                <c:pt idx="675">
                  <c:v>0.68543904558</c:v>
                </c:pt>
                <c:pt idx="676">
                  <c:v>0.68813889971</c:v>
                </c:pt>
                <c:pt idx="677">
                  <c:v>0.6908456645</c:v>
                </c:pt>
                <c:pt idx="678">
                  <c:v>0.69355827347</c:v>
                </c:pt>
                <c:pt idx="679">
                  <c:v>0.6962755833</c:v>
                </c:pt>
                <c:pt idx="680">
                  <c:v>0.69899637798</c:v>
                </c:pt>
                <c:pt idx="681">
                  <c:v>0.70171937309</c:v>
                </c:pt>
                <c:pt idx="682">
                  <c:v>0.70444322036</c:v>
                </c:pt>
                <c:pt idx="683">
                  <c:v>0.70716651245</c:v>
                </c:pt>
                <c:pt idx="684">
                  <c:v>0.70988778781</c:v>
                </c:pt>
                <c:pt idx="685">
                  <c:v>0.71260553588</c:v>
                </c:pt>
                <c:pt idx="686">
                  <c:v>0.71531820223</c:v>
                </c:pt>
                <c:pt idx="687">
                  <c:v>0.71802419405</c:v>
                </c:pt>
                <c:pt idx="688">
                  <c:v>0.7207218856</c:v>
                </c:pt>
                <c:pt idx="689">
                  <c:v>0.72340962385</c:v>
                </c:pt>
                <c:pt idx="690">
                  <c:v>0.72608573418</c:v>
                </c:pt>
                <c:pt idx="691">
                  <c:v>0.72874852611</c:v>
                </c:pt>
                <c:pt idx="692">
                  <c:v>0.73139629917</c:v>
                </c:pt>
                <c:pt idx="693">
                  <c:v>0.73402734866</c:v>
                </c:pt>
                <c:pt idx="694">
                  <c:v>0.73663997158</c:v>
                </c:pt>
                <c:pt idx="695">
                  <c:v>0.73923247241</c:v>
                </c:pt>
                <c:pt idx="696">
                  <c:v>0.74180316897</c:v>
                </c:pt>
                <c:pt idx="697">
                  <c:v>0.74435039814</c:v>
                </c:pt>
                <c:pt idx="698">
                  <c:v>0.74687252162</c:v>
                </c:pt>
                <c:pt idx="699">
                  <c:v>0.74936793151</c:v>
                </c:pt>
                <c:pt idx="700">
                  <c:v>0.75183505584</c:v>
                </c:pt>
                <c:pt idx="701">
                  <c:v>0.754272364</c:v>
                </c:pt>
                <c:pt idx="702">
                  <c:v>0.75667837198</c:v>
                </c:pt>
                <c:pt idx="703">
                  <c:v>0.7590516475</c:v>
                </c:pt>
                <c:pt idx="704">
                  <c:v>0.76139081495</c:v>
                </c:pt>
                <c:pt idx="705">
                  <c:v>0.76369456017</c:v>
                </c:pt>
                <c:pt idx="706">
                  <c:v>0.76596163501</c:v>
                </c:pt>
                <c:pt idx="707">
                  <c:v>0.76819086168</c:v>
                </c:pt>
                <c:pt idx="708">
                  <c:v>0.77038113686</c:v>
                </c:pt>
                <c:pt idx="709">
                  <c:v>0.77253143562</c:v>
                </c:pt>
                <c:pt idx="710">
                  <c:v>0.77464081502</c:v>
                </c:pt>
                <c:pt idx="711">
                  <c:v>0.77670841748</c:v>
                </c:pt>
                <c:pt idx="712">
                  <c:v>0.77873347388</c:v>
                </c:pt>
                <c:pt idx="713">
                  <c:v>0.78071530636</c:v>
                </c:pt>
                <c:pt idx="714">
                  <c:v>0.78265333082</c:v>
                </c:pt>
                <c:pt idx="715">
                  <c:v>0.78454705915</c:v>
                </c:pt>
                <c:pt idx="716">
                  <c:v>0.7863961011</c:v>
                </c:pt>
                <c:pt idx="717">
                  <c:v>0.78820016589</c:v>
                </c:pt>
                <c:pt idx="718">
                  <c:v>0.78995906345</c:v>
                </c:pt>
                <c:pt idx="719">
                  <c:v>0.79167270537</c:v>
                </c:pt>
                <c:pt idx="720">
                  <c:v>0.7933411055</c:v>
                </c:pt>
                <c:pt idx="721">
                  <c:v>0.79496438026</c:v>
                </c:pt>
                <c:pt idx="722">
                  <c:v>0.79654274855</c:v>
                </c:pt>
                <c:pt idx="723">
                  <c:v>0.79807653138</c:v>
                </c:pt>
                <c:pt idx="724">
                  <c:v>0.79956615119</c:v>
                </c:pt>
                <c:pt idx="725">
                  <c:v>0.80101213078</c:v>
                </c:pt>
                <c:pt idx="726">
                  <c:v>0.80241509198</c:v>
                </c:pt>
                <c:pt idx="727">
                  <c:v>0.80377575395</c:v>
                </c:pt>
                <c:pt idx="728">
                  <c:v>0.80509493119</c:v>
                </c:pt>
                <c:pt idx="729">
                  <c:v>0.80637353125</c:v>
                </c:pt>
                <c:pt idx="730">
                  <c:v>0.80761255215</c:v>
                </c:pt>
                <c:pt idx="731">
                  <c:v>0.80881307946</c:v>
                </c:pt>
                <c:pt idx="732">
                  <c:v>0.80997628312</c:v>
                </c:pt>
                <c:pt idx="733">
                  <c:v>0.81110341404</c:v>
                </c:pt>
                <c:pt idx="734">
                  <c:v>0.81219580036</c:v>
                </c:pt>
                <c:pt idx="735">
                  <c:v>0.8132548435</c:v>
                </c:pt>
                <c:pt idx="736">
                  <c:v>0.814282014</c:v>
                </c:pt>
                <c:pt idx="737">
                  <c:v>0.81527884706</c:v>
                </c:pt>
                <c:pt idx="738">
                  <c:v>0.81624693794</c:v>
                </c:pt>
                <c:pt idx="739">
                  <c:v>0.81718793715</c:v>
                </c:pt>
                <c:pt idx="740">
                  <c:v>0.81810354544</c:v>
                </c:pt>
                <c:pt idx="741">
                  <c:v>0.81899550864</c:v>
                </c:pt>
                <c:pt idx="742">
                  <c:v>0.8198656124</c:v>
                </c:pt>
                <c:pt idx="743">
                  <c:v>0.82071567667</c:v>
                </c:pt>
                <c:pt idx="744">
                  <c:v>0.82154755023</c:v>
                </c:pt>
                <c:pt idx="745">
                  <c:v>0.82236310502</c:v>
                </c:pt>
                <c:pt idx="746">
                  <c:v>0.82316423043</c:v>
                </c:pt>
                <c:pt idx="747">
                  <c:v>0.82395282752</c:v>
                </c:pt>
                <c:pt idx="748">
                  <c:v>0.82473080319</c:v>
                </c:pt>
                <c:pt idx="749">
                  <c:v>0.8255000644</c:v>
                </c:pt>
                <c:pt idx="750">
                  <c:v>0.82626251227</c:v>
                </c:pt>
                <c:pt idx="751">
                  <c:v>0.8270200363</c:v>
                </c:pt>
                <c:pt idx="752">
                  <c:v>0.82777450857</c:v>
                </c:pt>
                <c:pt idx="753">
                  <c:v>0.82852777802</c:v>
                </c:pt>
                <c:pt idx="754">
                  <c:v>0.82928166479</c:v>
                </c:pt>
                <c:pt idx="755">
                  <c:v>0.83003795463</c:v>
                </c:pt>
                <c:pt idx="756">
                  <c:v>0.83079839347</c:v>
                </c:pt>
                <c:pt idx="757">
                  <c:v>0.83156468205</c:v>
                </c:pt>
                <c:pt idx="758">
                  <c:v>0.83233847077</c:v>
                </c:pt>
                <c:pt idx="759">
                  <c:v>0.83312135462</c:v>
                </c:pt>
                <c:pt idx="760">
                  <c:v>0.83391486836</c:v>
                </c:pt>
                <c:pt idx="761">
                  <c:v>0.83472048179</c:v>
                </c:pt>
                <c:pt idx="762">
                  <c:v>0.83553959536</c:v>
                </c:pt>
                <c:pt idx="763">
                  <c:v>0.83637353587</c:v>
                </c:pt>
                <c:pt idx="764">
                  <c:v>0.83722355251</c:v>
                </c:pt>
                <c:pt idx="765">
                  <c:v>0.83809081306</c:v>
                </c:pt>
                <c:pt idx="766">
                  <c:v>0.8389764004</c:v>
                </c:pt>
                <c:pt idx="767">
                  <c:v>0.83988130929</c:v>
                </c:pt>
                <c:pt idx="768">
                  <c:v>0.8408064434</c:v>
                </c:pt>
                <c:pt idx="769">
                  <c:v>0.84175261263</c:v>
                </c:pt>
                <c:pt idx="770">
                  <c:v>0.84272053079</c:v>
                </c:pt>
                <c:pt idx="771">
                  <c:v>0.8437108135</c:v>
                </c:pt>
                <c:pt idx="772">
                  <c:v>0.84472397646</c:v>
                </c:pt>
                <c:pt idx="773">
                  <c:v>0.84576043401</c:v>
                </c:pt>
                <c:pt idx="774">
                  <c:v>0.84682049802</c:v>
                </c:pt>
                <c:pt idx="775">
                  <c:v>0.84790437712</c:v>
                </c:pt>
                <c:pt idx="776">
                  <c:v>0.84901217623</c:v>
                </c:pt>
                <c:pt idx="777">
                  <c:v>0.85014389645</c:v>
                </c:pt>
                <c:pt idx="778">
                  <c:v>0.85129943527</c:v>
                </c:pt>
                <c:pt idx="779">
                  <c:v>0.85247858708</c:v>
                </c:pt>
                <c:pt idx="780">
                  <c:v>0.85368104405</c:v>
                </c:pt>
                <c:pt idx="781">
                  <c:v>0.85490639733</c:v>
                </c:pt>
                <c:pt idx="782">
                  <c:v>0.85615413854</c:v>
                </c:pt>
                <c:pt idx="783">
                  <c:v>0.8574236616</c:v>
                </c:pt>
                <c:pt idx="784">
                  <c:v>0.8587142649</c:v>
                </c:pt>
                <c:pt idx="785">
                  <c:v>0.86002515369</c:v>
                </c:pt>
                <c:pt idx="786">
                  <c:v>0.86135544284</c:v>
                </c:pt>
                <c:pt idx="787">
                  <c:v>0.8627041599</c:v>
                </c:pt>
                <c:pt idx="788">
                  <c:v>0.86407024833</c:v>
                </c:pt>
                <c:pt idx="789">
                  <c:v>0.86545257114</c:v>
                </c:pt>
                <c:pt idx="790">
                  <c:v>0.86684991468</c:v>
                </c:pt>
                <c:pt idx="791">
                  <c:v>0.86826099272</c:v>
                </c:pt>
                <c:pt idx="792">
                  <c:v>0.86968445074</c:v>
                </c:pt>
                <c:pt idx="793">
                  <c:v>0.87111887046</c:v>
                </c:pt>
                <c:pt idx="794">
                  <c:v>0.87256277455</c:v>
                </c:pt>
                <c:pt idx="795">
                  <c:v>0.87401463155</c:v>
                </c:pt>
                <c:pt idx="796">
                  <c:v>0.87547286092</c:v>
                </c:pt>
                <c:pt idx="797">
                  <c:v>0.87693583831</c:v>
                </c:pt>
                <c:pt idx="798">
                  <c:v>0.87840190091</c:v>
                </c:pt>
                <c:pt idx="799">
                  <c:v>0.87986935296</c:v>
                </c:pt>
                <c:pt idx="800">
                  <c:v>0.88133647131</c:v>
                </c:pt>
                <c:pt idx="801">
                  <c:v>0.88280151117</c:v>
                </c:pt>
                <c:pt idx="802">
                  <c:v>0.88426271179</c:v>
                </c:pt>
                <c:pt idx="803">
                  <c:v>0.88571830232</c:v>
                </c:pt>
                <c:pt idx="804">
                  <c:v>0.88716650761</c:v>
                </c:pt>
                <c:pt idx="805">
                  <c:v>0.88860555406</c:v>
                </c:pt>
                <c:pt idx="806">
                  <c:v>0.89003367547</c:v>
                </c:pt>
                <c:pt idx="807">
                  <c:v>0.89144911886</c:v>
                </c:pt>
                <c:pt idx="808">
                  <c:v>0.8928501502</c:v>
                </c:pt>
                <c:pt idx="809">
                  <c:v>0.89423506017</c:v>
                </c:pt>
                <c:pt idx="810">
                  <c:v>0.89560216975</c:v>
                </c:pt>
                <c:pt idx="811">
                  <c:v>0.89694983578</c:v>
                </c:pt>
                <c:pt idx="812">
                  <c:v>0.89827645635</c:v>
                </c:pt>
                <c:pt idx="813">
                  <c:v>0.8995804761</c:v>
                </c:pt>
                <c:pt idx="814">
                  <c:v>0.90086039133</c:v>
                </c:pt>
                <c:pt idx="815">
                  <c:v>0.90211475498</c:v>
                </c:pt>
                <c:pt idx="816">
                  <c:v>0.90334218142</c:v>
                </c:pt>
                <c:pt idx="817">
                  <c:v>0.90454135102</c:v>
                </c:pt>
                <c:pt idx="818">
                  <c:v>0.90571101453</c:v>
                </c:pt>
                <c:pt idx="819">
                  <c:v>0.90684999721</c:v>
                </c:pt>
                <c:pt idx="820">
                  <c:v>0.90795720277</c:v>
                </c:pt>
                <c:pt idx="821">
                  <c:v>0.90903161701</c:v>
                </c:pt>
                <c:pt idx="822">
                  <c:v>0.91007231118</c:v>
                </c:pt>
                <c:pt idx="823">
                  <c:v>0.91107844516</c:v>
                </c:pt>
                <c:pt idx="824">
                  <c:v>0.91204927023</c:v>
                </c:pt>
                <c:pt idx="825">
                  <c:v>0.91298413168</c:v>
                </c:pt>
                <c:pt idx="826">
                  <c:v>0.91388247095</c:v>
                </c:pt>
                <c:pt idx="827">
                  <c:v>0.91474382766</c:v>
                </c:pt>
                <c:pt idx="828">
                  <c:v>0.91556784117</c:v>
                </c:pt>
                <c:pt idx="829">
                  <c:v>0.91635425187</c:v>
                </c:pt>
                <c:pt idx="830">
                  <c:v>0.91710290219</c:v>
                </c:pt>
                <c:pt idx="831">
                  <c:v>0.91781373721</c:v>
                </c:pt>
                <c:pt idx="832">
                  <c:v>0.91848680496</c:v>
                </c:pt>
                <c:pt idx="833">
                  <c:v>0.91912225646</c:v>
                </c:pt>
                <c:pt idx="834">
                  <c:v>0.91972034532</c:v>
                </c:pt>
                <c:pt idx="835">
                  <c:v>0.92028142709</c:v>
                </c:pt>
                <c:pt idx="836">
                  <c:v>0.92080595826</c:v>
                </c:pt>
                <c:pt idx="837">
                  <c:v>0.92129449491</c:v>
                </c:pt>
                <c:pt idx="838">
                  <c:v>0.92174769109</c:v>
                </c:pt>
                <c:pt idx="839">
                  <c:v>0.92216629685</c:v>
                </c:pt>
                <c:pt idx="840">
                  <c:v>0.92255115597</c:v>
                </c:pt>
                <c:pt idx="841">
                  <c:v>0.9229032034</c:v>
                </c:pt>
                <c:pt idx="842">
                  <c:v>0.92322346237</c:v>
                </c:pt>
                <c:pt idx="843">
                  <c:v>0.92351304131</c:v>
                </c:pt>
                <c:pt idx="844">
                  <c:v>0.92377313036</c:v>
                </c:pt>
                <c:pt idx="845">
                  <c:v>0.92400499773</c:v>
                </c:pt>
                <c:pt idx="846">
                  <c:v>0.92420998577</c:v>
                </c:pt>
                <c:pt idx="847">
                  <c:v>0.92438950679</c:v>
                </c:pt>
                <c:pt idx="848">
                  <c:v>0.92454503866</c:v>
                </c:pt>
                <c:pt idx="849">
                  <c:v>0.92467812024</c:v>
                </c:pt>
                <c:pt idx="850">
                  <c:v>0.92479034655</c:v>
                </c:pt>
                <c:pt idx="851">
                  <c:v>0.92488336379</c:v>
                </c:pt>
                <c:pt idx="852">
                  <c:v>0.92495886422</c:v>
                </c:pt>
                <c:pt idx="853">
                  <c:v>0.92501858085</c:v>
                </c:pt>
                <c:pt idx="854">
                  <c:v>0.92506428201</c:v>
                </c:pt>
                <c:pt idx="855">
                  <c:v>0.92509776583</c:v>
                </c:pt>
                <c:pt idx="856">
                  <c:v>0.92512085461</c:v>
                </c:pt>
                <c:pt idx="857">
                  <c:v>0.92513538907</c:v>
                </c:pt>
                <c:pt idx="858">
                  <c:v>0.92514322264</c:v>
                </c:pt>
                <c:pt idx="859">
                  <c:v>0.92514621559</c:v>
                </c:pt>
                <c:pt idx="860">
                  <c:v>0.92514622923</c:v>
                </c:pt>
                <c:pt idx="861">
                  <c:v>0.92514512005</c:v>
                </c:pt>
                <c:pt idx="862">
                  <c:v>0.92514473391</c:v>
                </c:pt>
                <c:pt idx="863">
                  <c:v>0.92514690023</c:v>
                </c:pt>
                <c:pt idx="864">
                  <c:v>0.92515342629</c:v>
                </c:pt>
                <c:pt idx="865">
                  <c:v>0.92516609149</c:v>
                </c:pt>
                <c:pt idx="866">
                  <c:v>0.92518664183</c:v>
                </c:pt>
                <c:pt idx="867">
                  <c:v>0.92521678442</c:v>
                </c:pt>
                <c:pt idx="868">
                  <c:v>0.92525818211</c:v>
                </c:pt>
                <c:pt idx="869">
                  <c:v>0.92531244829</c:v>
                </c:pt>
                <c:pt idx="870">
                  <c:v>0.92538114183</c:v>
                </c:pt>
                <c:pt idx="871">
                  <c:v>0.9254657622</c:v>
                </c:pt>
                <c:pt idx="872">
                  <c:v>0.92556774479</c:v>
                </c:pt>
                <c:pt idx="873">
                  <c:v>0.92568845642</c:v>
                </c:pt>
                <c:pt idx="874">
                  <c:v>0.92582919104</c:v>
                </c:pt>
                <c:pt idx="875">
                  <c:v>0.92599116572</c:v>
                </c:pt>
                <c:pt idx="876">
                  <c:v>0.92617551688</c:v>
                </c:pt>
                <c:pt idx="877">
                  <c:v>0.9263832967</c:v>
                </c:pt>
                <c:pt idx="878">
                  <c:v>0.92661546989</c:v>
                </c:pt>
                <c:pt idx="879">
                  <c:v>0.92687291071</c:v>
                </c:pt>
                <c:pt idx="880">
                  <c:v>0.92715640022</c:v>
                </c:pt>
                <c:pt idx="881">
                  <c:v>0.92746662396</c:v>
                </c:pt>
                <c:pt idx="882">
                  <c:v>0.92780416976</c:v>
                </c:pt>
                <c:pt idx="883">
                  <c:v>0.92816952604</c:v>
                </c:pt>
                <c:pt idx="884">
                  <c:v>0.92856308026</c:v>
                </c:pt>
                <c:pt idx="885">
                  <c:v>0.92898511786</c:v>
                </c:pt>
                <c:pt idx="886">
                  <c:v>0.92943582135</c:v>
                </c:pt>
                <c:pt idx="887">
                  <c:v>0.92991526989</c:v>
                </c:pt>
                <c:pt idx="888">
                  <c:v>0.93042343909</c:v>
                </c:pt>
                <c:pt idx="889">
                  <c:v>0.93096020118</c:v>
                </c:pt>
                <c:pt idx="890">
                  <c:v>0.93152532552</c:v>
                </c:pt>
                <c:pt idx="891">
                  <c:v>0.9321184794</c:v>
                </c:pt>
                <c:pt idx="892">
                  <c:v>0.93273922922</c:v>
                </c:pt>
                <c:pt idx="893">
                  <c:v>0.93338704196</c:v>
                </c:pt>
                <c:pt idx="894">
                  <c:v>0.93406128694</c:v>
                </c:pt>
                <c:pt idx="895">
                  <c:v>0.93476123797</c:v>
                </c:pt>
                <c:pt idx="896">
                  <c:v>0.93548607569</c:v>
                </c:pt>
                <c:pt idx="897">
                  <c:v>0.93623489033</c:v>
                </c:pt>
                <c:pt idx="898">
                  <c:v>0.93700668471</c:v>
                </c:pt>
                <c:pt idx="899">
                  <c:v>0.93780037743</c:v>
                </c:pt>
                <c:pt idx="900">
                  <c:v>0.93861480651</c:v>
                </c:pt>
                <c:pt idx="901">
                  <c:v>0.9394487331</c:v>
                </c:pt>
                <c:pt idx="902">
                  <c:v>0.9403008456</c:v>
                </c:pt>
                <c:pt idx="903">
                  <c:v>0.94116976387</c:v>
                </c:pt>
                <c:pt idx="904">
                  <c:v>0.94205404374</c:v>
                </c:pt>
                <c:pt idx="905">
                  <c:v>0.94295218172</c:v>
                </c:pt>
                <c:pt idx="906">
                  <c:v>0.94386261988</c:v>
                </c:pt>
                <c:pt idx="907">
                  <c:v>0.94478375089</c:v>
                </c:pt>
                <c:pt idx="908">
                  <c:v>0.94571392326</c:v>
                </c:pt>
                <c:pt idx="909">
                  <c:v>0.94665144669</c:v>
                </c:pt>
                <c:pt idx="910">
                  <c:v>0.94759459754</c:v>
                </c:pt>
                <c:pt idx="911">
                  <c:v>0.9485416244</c:v>
                </c:pt>
                <c:pt idx="912">
                  <c:v>0.94949075383</c:v>
                </c:pt>
                <c:pt idx="913">
                  <c:v>0.95044019602</c:v>
                </c:pt>
                <c:pt idx="914">
                  <c:v>0.95138815063</c:v>
                </c:pt>
                <c:pt idx="915">
                  <c:v>0.95233281263</c:v>
                </c:pt>
                <c:pt idx="916">
                  <c:v>0.95327237812</c:v>
                </c:pt>
                <c:pt idx="917">
                  <c:v>0.95420505015</c:v>
                </c:pt>
                <c:pt idx="918">
                  <c:v>0.95512904459</c:v>
                </c:pt>
                <c:pt idx="919">
                  <c:v>0.95604259587</c:v>
                </c:pt>
                <c:pt idx="920">
                  <c:v>0.9569439627</c:v>
                </c:pt>
                <c:pt idx="921">
                  <c:v>0.95783143368</c:v>
                </c:pt>
                <c:pt idx="922">
                  <c:v>0.9587033329</c:v>
                </c:pt>
                <c:pt idx="923">
                  <c:v>0.95955802532</c:v>
                </c:pt>
                <c:pt idx="924">
                  <c:v>0.96039392207</c:v>
                </c:pt>
                <c:pt idx="925">
                  <c:v>0.96120948563</c:v>
                </c:pt>
                <c:pt idx="926">
                  <c:v>0.96200323477</c:v>
                </c:pt>
                <c:pt idx="927">
                  <c:v>0.96277374936</c:v>
                </c:pt>
                <c:pt idx="928">
                  <c:v>0.963519675</c:v>
                </c:pt>
                <c:pt idx="929">
                  <c:v>0.9642397274</c:v>
                </c:pt>
                <c:pt idx="930">
                  <c:v>0.96493269656</c:v>
                </c:pt>
                <c:pt idx="931">
                  <c:v>0.96559745069</c:v>
                </c:pt>
                <c:pt idx="932">
                  <c:v>0.96623293987</c:v>
                </c:pt>
                <c:pt idx="933">
                  <c:v>0.96683819955</c:v>
                </c:pt>
                <c:pt idx="934">
                  <c:v>0.9674123536</c:v>
                </c:pt>
                <c:pt idx="935">
                  <c:v>0.96795461724</c:v>
                </c:pt>
                <c:pt idx="936">
                  <c:v>0.96846429958</c:v>
                </c:pt>
                <c:pt idx="937">
                  <c:v>0.96894080591</c:v>
                </c:pt>
                <c:pt idx="938">
                  <c:v>0.96938363963</c:v>
                </c:pt>
                <c:pt idx="939">
                  <c:v>0.96979240395</c:v>
                </c:pt>
                <c:pt idx="940">
                  <c:v>0.97016680317</c:v>
                </c:pt>
                <c:pt idx="941">
                  <c:v>0.9705066437</c:v>
                </c:pt>
                <c:pt idx="942">
                  <c:v>0.97081183475</c:v>
                </c:pt>
                <c:pt idx="943">
                  <c:v>0.97108238868</c:v>
                </c:pt>
                <c:pt idx="944">
                  <c:v>0.97131842099</c:v>
                </c:pt>
                <c:pt idx="945">
                  <c:v>0.97152015006</c:v>
                </c:pt>
                <c:pt idx="946">
                  <c:v>0.97168789644</c:v>
                </c:pt>
                <c:pt idx="947">
                  <c:v>0.97182208195</c:v>
                </c:pt>
                <c:pt idx="948">
                  <c:v>0.97192322834</c:v>
                </c:pt>
                <c:pt idx="949">
                  <c:v>0.97199195572</c:v>
                </c:pt>
                <c:pt idx="950">
                  <c:v>0.9720289806</c:v>
                </c:pt>
                <c:pt idx="951">
                  <c:v>0.97203511365</c:v>
                </c:pt>
                <c:pt idx="952">
                  <c:v>0.9720112572</c:v>
                </c:pt>
                <c:pt idx="953">
                  <c:v>0.97195840237</c:v>
                </c:pt>
                <c:pt idx="954">
                  <c:v>0.97187762601</c:v>
                </c:pt>
                <c:pt idx="955">
                  <c:v>0.97177008723</c:v>
                </c:pt>
                <c:pt idx="956">
                  <c:v>0.97163702383</c:v>
                </c:pt>
                <c:pt idx="957">
                  <c:v>0.97147974833</c:v>
                </c:pt>
                <c:pt idx="958">
                  <c:v>0.97129964388</c:v>
                </c:pt>
                <c:pt idx="959">
                  <c:v>0.97109815985</c:v>
                </c:pt>
                <c:pt idx="960">
                  <c:v>0.97087680728</c:v>
                </c:pt>
                <c:pt idx="961">
                  <c:v>0.97063715406</c:v>
                </c:pt>
                <c:pt idx="962">
                  <c:v>0.97038082001</c:v>
                </c:pt>
                <c:pt idx="963">
                  <c:v>0.97010947175</c:v>
                </c:pt>
                <c:pt idx="964">
                  <c:v>0.96982481737</c:v>
                </c:pt>
                <c:pt idx="965">
                  <c:v>0.96952860109</c:v>
                </c:pt>
                <c:pt idx="966">
                  <c:v>0.96922259769</c:v>
                </c:pt>
                <c:pt idx="967">
                  <c:v>0.96890860688</c:v>
                </c:pt>
                <c:pt idx="968">
                  <c:v>0.96858844763</c:v>
                </c:pt>
                <c:pt idx="969">
                  <c:v>0.96826395239</c:v>
                </c:pt>
                <c:pt idx="970">
                  <c:v>0.96793696123</c:v>
                </c:pt>
                <c:pt idx="971">
                  <c:v>0.96760931611</c:v>
                </c:pt>
                <c:pt idx="972">
                  <c:v>0.96728285492</c:v>
                </c:pt>
                <c:pt idx="973">
                  <c:v>0.96695940574</c:v>
                </c:pt>
                <c:pt idx="974">
                  <c:v>0.966640781</c:v>
                </c:pt>
                <c:pt idx="975">
                  <c:v>0.96632877176</c:v>
                </c:pt>
                <c:pt idx="976">
                  <c:v>0.96602514198</c:v>
                </c:pt>
                <c:pt idx="977">
                  <c:v>0.96573162298</c:v>
                </c:pt>
                <c:pt idx="978">
                  <c:v>0.96544990792</c:v>
                </c:pt>
                <c:pt idx="979">
                  <c:v>0.96518164644</c:v>
                </c:pt>
                <c:pt idx="980">
                  <c:v>0.96492843945</c:v>
                </c:pt>
                <c:pt idx="981">
                  <c:v>0.964691834</c:v>
                </c:pt>
                <c:pt idx="982">
                  <c:v>0.96447331844</c:v>
                </c:pt>
                <c:pt idx="983">
                  <c:v>0.96427431768</c:v>
                </c:pt>
                <c:pt idx="984">
                  <c:v>0.96409618867</c:v>
                </c:pt>
                <c:pt idx="985">
                  <c:v>0.96394021611</c:v>
                </c:pt>
                <c:pt idx="986">
                  <c:v>0.9638076084</c:v>
                </c:pt>
                <c:pt idx="987">
                  <c:v>0.96369949378</c:v>
                </c:pt>
                <c:pt idx="988">
                  <c:v>0.96361691682</c:v>
                </c:pt>
                <c:pt idx="989">
                  <c:v>0.96356083509</c:v>
                </c:pt>
                <c:pt idx="990">
                  <c:v>0.96353211611</c:v>
                </c:pt>
                <c:pt idx="991">
                  <c:v>0.96353153469</c:v>
                </c:pt>
                <c:pt idx="992">
                  <c:v>0.96355977044</c:v>
                </c:pt>
                <c:pt idx="993">
                  <c:v>0.96361740563</c:v>
                </c:pt>
                <c:pt idx="994">
                  <c:v>0.96370492343</c:v>
                </c:pt>
                <c:pt idx="995">
                  <c:v>0.96382270633</c:v>
                </c:pt>
                <c:pt idx="996">
                  <c:v>0.963971035</c:v>
                </c:pt>
                <c:pt idx="997">
                  <c:v>0.96415008743</c:v>
                </c:pt>
                <c:pt idx="998">
                  <c:v>0.96435993838</c:v>
                </c:pt>
                <c:pt idx="999">
                  <c:v>0.9646005592</c:v>
                </c:pt>
                <c:pt idx="1000">
                  <c:v>0.96487181795</c:v>
                </c:pt>
                <c:pt idx="1001">
                  <c:v>0.96517347986</c:v>
                </c:pt>
                <c:pt idx="1002">
                  <c:v>0.9655052081</c:v>
                </c:pt>
                <c:pt idx="1003">
                  <c:v>0.96586656495</c:v>
                </c:pt>
                <c:pt idx="1004">
                  <c:v>0.96625701317</c:v>
                </c:pt>
                <c:pt idx="1005">
                  <c:v>0.96667591777</c:v>
                </c:pt>
                <c:pt idx="1006">
                  <c:v>0.96712254813</c:v>
                </c:pt>
                <c:pt idx="1007">
                  <c:v>0.9675960803</c:v>
                </c:pt>
                <c:pt idx="1008">
                  <c:v>0.9680955997</c:v>
                </c:pt>
                <c:pt idx="1009">
                  <c:v>0.96862010409</c:v>
                </c:pt>
                <c:pt idx="1010">
                  <c:v>0.96916850681</c:v>
                </c:pt>
                <c:pt idx="1011">
                  <c:v>0.96973964024</c:v>
                </c:pt>
                <c:pt idx="1012">
                  <c:v>0.97033225964</c:v>
                </c:pt>
                <c:pt idx="1013">
                  <c:v>0.97094504712</c:v>
                </c:pt>
                <c:pt idx="1014">
                  <c:v>0.97157661588</c:v>
                </c:pt>
                <c:pt idx="1015">
                  <c:v>0.97222551472</c:v>
                </c:pt>
                <c:pt idx="1016">
                  <c:v>0.97289023267</c:v>
                </c:pt>
                <c:pt idx="1017">
                  <c:v>0.97356920386</c:v>
                </c:pt>
                <c:pt idx="1018">
                  <c:v>0.97426081258</c:v>
                </c:pt>
                <c:pt idx="1019">
                  <c:v>0.97496339849</c:v>
                </c:pt>
                <c:pt idx="1020">
                  <c:v>0.97567526189</c:v>
                </c:pt>
                <c:pt idx="1021">
                  <c:v>0.97639466927</c:v>
                </c:pt>
                <c:pt idx="1022">
                  <c:v>0.97711985884</c:v>
                </c:pt>
                <c:pt idx="1023">
                  <c:v>0.97784904619</c:v>
                </c:pt>
                <c:pt idx="1024">
                  <c:v>0.97858043006</c:v>
                </c:pt>
                <c:pt idx="1025">
                  <c:v>0.97931219808</c:v>
                </c:pt>
                <c:pt idx="1026">
                  <c:v>0.98004253264</c:v>
                </c:pt>
                <c:pt idx="1027">
                  <c:v>0.98076961671</c:v>
                </c:pt>
                <c:pt idx="1028">
                  <c:v>0.98149163969</c:v>
                </c:pt>
                <c:pt idx="1029">
                  <c:v>0.98220680321</c:v>
                </c:pt>
                <c:pt idx="1030">
                  <c:v>0.98291332694</c:v>
                </c:pt>
                <c:pt idx="1031">
                  <c:v>0.98360945427</c:v>
                </c:pt>
                <c:pt idx="1032">
                  <c:v>0.98429345801</c:v>
                </c:pt>
                <c:pt idx="1033">
                  <c:v>0.98496364587</c:v>
                </c:pt>
                <c:pt idx="1034">
                  <c:v>0.98561836598</c:v>
                </c:pt>
                <c:pt idx="1035">
                  <c:v>0.98625601212</c:v>
                </c:pt>
                <c:pt idx="1036">
                  <c:v>0.98687502897</c:v>
                </c:pt>
                <c:pt idx="1037">
                  <c:v>0.98747391701</c:v>
                </c:pt>
                <c:pt idx="1038">
                  <c:v>0.98805123744</c:v>
                </c:pt>
                <c:pt idx="1039">
                  <c:v>0.98860561674</c:v>
                </c:pt>
                <c:pt idx="1040">
                  <c:v>0.98913575112</c:v>
                </c:pt>
                <c:pt idx="1041">
                  <c:v>0.98964041071</c:v>
                </c:pt>
                <c:pt idx="1042">
                  <c:v>0.99011844351</c:v>
                </c:pt>
                <c:pt idx="1043">
                  <c:v>0.99056877912</c:v>
                </c:pt>
                <c:pt idx="1044">
                  <c:v>0.99099043217</c:v>
                </c:pt>
                <c:pt idx="1045">
                  <c:v>0.9913825055</c:v>
                </c:pt>
                <c:pt idx="1046">
                  <c:v>0.99174419307</c:v>
                </c:pt>
                <c:pt idx="1047">
                  <c:v>0.99207478254</c:v>
                </c:pt>
                <c:pt idx="1048">
                  <c:v>0.99237365759</c:v>
                </c:pt>
                <c:pt idx="1049">
                  <c:v>0.99264029992</c:v>
                </c:pt>
                <c:pt idx="1050">
                  <c:v>0.99287429092</c:v>
                </c:pt>
                <c:pt idx="1051">
                  <c:v>0.99307531302</c:v>
                </c:pt>
                <c:pt idx="1052">
                  <c:v>0.99324315078</c:v>
                </c:pt>
                <c:pt idx="1053">
                  <c:v>0.99337769156</c:v>
                </c:pt>
                <c:pt idx="1054">
                  <c:v>0.99347892592</c:v>
                </c:pt>
                <c:pt idx="1055">
                  <c:v>0.99354694766</c:v>
                </c:pt>
                <c:pt idx="1056">
                  <c:v>0.99358195358</c:v>
                </c:pt>
                <c:pt idx="1057">
                  <c:v>0.99358424285</c:v>
                </c:pt>
                <c:pt idx="1058">
                  <c:v>0.99355421606</c:v>
                </c:pt>
                <c:pt idx="1059">
                  <c:v>0.99349237402</c:v>
                </c:pt>
                <c:pt idx="1060">
                  <c:v>0.99339931612</c:v>
                </c:pt>
                <c:pt idx="1061">
                  <c:v>0.99327573848</c:v>
                </c:pt>
                <c:pt idx="1062">
                  <c:v>0.99312243173</c:v>
                </c:pt>
                <c:pt idx="1063">
                  <c:v>0.9929402785</c:v>
                </c:pt>
                <c:pt idx="1064">
                  <c:v>0.99273025066</c:v>
                </c:pt>
                <c:pt idx="1065">
                  <c:v>0.99249340618</c:v>
                </c:pt>
                <c:pt idx="1066">
                  <c:v>0.9922308858</c:v>
                </c:pt>
                <c:pt idx="1067">
                  <c:v>0.99194390942</c:v>
                </c:pt>
                <c:pt idx="1068">
                  <c:v>0.9916337722</c:v>
                </c:pt>
                <c:pt idx="1069">
                  <c:v>0.99130184044</c:v>
                </c:pt>
                <c:pt idx="1070">
                  <c:v>0.99094954724</c:v>
                </c:pt>
                <c:pt idx="1071">
                  <c:v>0.99057838797</c:v>
                </c:pt>
                <c:pt idx="1072">
                  <c:v>0.99018991546</c:v>
                </c:pt>
                <c:pt idx="1073">
                  <c:v>0.98978573509</c:v>
                </c:pt>
                <c:pt idx="1074">
                  <c:v>0.98936749966</c:v>
                </c:pt>
                <c:pt idx="1075">
                  <c:v>0.98893690416</c:v>
                </c:pt>
                <c:pt idx="1076">
                  <c:v>0.98849568033</c:v>
                </c:pt>
                <c:pt idx="1077">
                  <c:v>0.98804559119</c:v>
                </c:pt>
                <c:pt idx="1078">
                  <c:v>0.98758842537</c:v>
                </c:pt>
                <c:pt idx="1079">
                  <c:v>0.98712599147</c:v>
                </c:pt>
                <c:pt idx="1080">
                  <c:v>0.98666011227</c:v>
                </c:pt>
                <c:pt idx="1081">
                  <c:v>0.98619261889</c:v>
                </c:pt>
                <c:pt idx="1082">
                  <c:v>0.98572534505</c:v>
                </c:pt>
                <c:pt idx="1083">
                  <c:v>0.98526012112</c:v>
                </c:pt>
                <c:pt idx="1084">
                  <c:v>0.98479876835</c:v>
                </c:pt>
                <c:pt idx="1085">
                  <c:v>0.98434309307</c:v>
                </c:pt>
                <c:pt idx="1086">
                  <c:v>0.98389488092</c:v>
                </c:pt>
                <c:pt idx="1087">
                  <c:v>0.98345589113</c:v>
                </c:pt>
                <c:pt idx="1088">
                  <c:v>0.98302785098</c:v>
                </c:pt>
                <c:pt idx="1089">
                  <c:v>0.98261245025</c:v>
                </c:pt>
                <c:pt idx="1090">
                  <c:v>0.98221133584</c:v>
                </c:pt>
                <c:pt idx="1091">
                  <c:v>0.98182610656</c:v>
                </c:pt>
                <c:pt idx="1092">
                  <c:v>0.981458308</c:v>
                </c:pt>
                <c:pt idx="1093">
                  <c:v>0.9811094276</c:v>
                </c:pt>
                <c:pt idx="1094">
                  <c:v>0.98078088996</c:v>
                </c:pt>
                <c:pt idx="1095">
                  <c:v>0.98047405227</c:v>
                </c:pt>
                <c:pt idx="1096">
                  <c:v>0.98019019998</c:v>
                </c:pt>
                <c:pt idx="1097">
                  <c:v>0.97993054274</c:v>
                </c:pt>
                <c:pt idx="1098">
                  <c:v>0.97969621053</c:v>
                </c:pt>
                <c:pt idx="1099">
                  <c:v>0.97948825008</c:v>
                </c:pt>
                <c:pt idx="1100">
                  <c:v>0.97930762151</c:v>
                </c:pt>
                <c:pt idx="1101">
                  <c:v>0.97915519532</c:v>
                </c:pt>
                <c:pt idx="1102">
                  <c:v>0.9790317496</c:v>
                </c:pt>
                <c:pt idx="1103">
                  <c:v>0.97893796755</c:v>
                </c:pt>
                <c:pt idx="1104">
                  <c:v>0.97887443535</c:v>
                </c:pt>
                <c:pt idx="1105">
                  <c:v>0.97884164027</c:v>
                </c:pt>
                <c:pt idx="1106">
                  <c:v>0.97883996913</c:v>
                </c:pt>
                <c:pt idx="1107">
                  <c:v>0.9788697071</c:v>
                </c:pt>
                <c:pt idx="1108">
                  <c:v>0.97893103678</c:v>
                </c:pt>
                <c:pt idx="1109">
                  <c:v>0.97902403768</c:v>
                </c:pt>
                <c:pt idx="1110">
                  <c:v>0.9791486859</c:v>
                </c:pt>
                <c:pt idx="1111">
                  <c:v>0.97930485432</c:v>
                </c:pt>
                <c:pt idx="1112">
                  <c:v>0.97949231294</c:v>
                </c:pt>
                <c:pt idx="1113">
                  <c:v>0.97971072967</c:v>
                </c:pt>
                <c:pt idx="1114">
                  <c:v>0.97995967142</c:v>
                </c:pt>
                <c:pt idx="1115">
                  <c:v>0.98023860546</c:v>
                </c:pt>
                <c:pt idx="1116">
                  <c:v>0.98054690119</c:v>
                </c:pt>
                <c:pt idx="1117">
                  <c:v>0.98088383211</c:v>
                </c:pt>
                <c:pt idx="1118">
                  <c:v>0.98124857821</c:v>
                </c:pt>
                <c:pt idx="1119">
                  <c:v>0.98164022858</c:v>
                </c:pt>
                <c:pt idx="1120">
                  <c:v>0.98205778436</c:v>
                </c:pt>
                <c:pt idx="1121">
                  <c:v>0.98250016192</c:v>
                </c:pt>
                <c:pt idx="1122">
                  <c:v>0.98296619634</c:v>
                </c:pt>
                <c:pt idx="1123">
                  <c:v>0.98345464518</c:v>
                </c:pt>
                <c:pt idx="1124">
                  <c:v>0.98396419245</c:v>
                </c:pt>
                <c:pt idx="1125">
                  <c:v>0.98449345281</c:v>
                </c:pt>
                <c:pt idx="1126">
                  <c:v>0.98504097604</c:v>
                </c:pt>
                <c:pt idx="1127">
                  <c:v>0.9856052517</c:v>
                </c:pt>
                <c:pt idx="1128">
                  <c:v>0.98618471393</c:v>
                </c:pt>
                <c:pt idx="1129">
                  <c:v>0.9867777465</c:v>
                </c:pt>
                <c:pt idx="1130">
                  <c:v>0.98738268801</c:v>
                </c:pt>
                <c:pt idx="1131">
                  <c:v>0.98799783716</c:v>
                </c:pt>
                <c:pt idx="1132">
                  <c:v>0.98862145826</c:v>
                </c:pt>
                <c:pt idx="1133">
                  <c:v>0.98925178676</c:v>
                </c:pt>
                <c:pt idx="1134">
                  <c:v>0.98988703489</c:v>
                </c:pt>
                <c:pt idx="1135">
                  <c:v>0.99052539744</c:v>
                </c:pt>
                <c:pt idx="1136">
                  <c:v>0.99116505751</c:v>
                </c:pt>
                <c:pt idx="1137">
                  <c:v>0.99180419231</c:v>
                </c:pt>
                <c:pt idx="1138">
                  <c:v>0.99244097907</c:v>
                </c:pt>
                <c:pt idx="1139">
                  <c:v>0.99307360079</c:v>
                </c:pt>
                <c:pt idx="1140">
                  <c:v>0.99370025215</c:v>
                </c:pt>
                <c:pt idx="1141">
                  <c:v>0.99431914522</c:v>
                </c:pt>
                <c:pt idx="1142">
                  <c:v>0.99492851526</c:v>
                </c:pt>
                <c:pt idx="1143">
                  <c:v>0.99552662629</c:v>
                </c:pt>
                <c:pt idx="1144">
                  <c:v>0.99611177673</c:v>
                </c:pt>
                <c:pt idx="1145">
                  <c:v>0.99668230482</c:v>
                </c:pt>
                <c:pt idx="1146">
                  <c:v>0.99723659392</c:v>
                </c:pt>
                <c:pt idx="1147">
                  <c:v>0.99777307775</c:v>
                </c:pt>
                <c:pt idx="1148">
                  <c:v>0.99829024536</c:v>
                </c:pt>
                <c:pt idx="1149">
                  <c:v>0.99878664597</c:v>
                </c:pt>
                <c:pt idx="1150">
                  <c:v>0.99926089367</c:v>
                </c:pt>
                <c:pt idx="1151">
                  <c:v>0.99971167181</c:v>
                </c:pt>
                <c:pt idx="1152">
                  <c:v>1.0001377372</c:v>
                </c:pt>
                <c:pt idx="1153">
                  <c:v>1.0005379243</c:v>
                </c:pt>
                <c:pt idx="1154">
                  <c:v>1.0009111486</c:v>
                </c:pt>
                <c:pt idx="1155">
                  <c:v>1.0012564103</c:v>
                </c:pt>
                <c:pt idx="1156">
                  <c:v>1.0015727978</c:v>
                </c:pt>
                <c:pt idx="1157">
                  <c:v>1.0018594899</c:v>
                </c:pt>
                <c:pt idx="1158">
                  <c:v>1.0021157591</c:v>
                </c:pt>
                <c:pt idx="1159">
                  <c:v>1.0023409739</c:v>
                </c:pt>
                <c:pt idx="1160">
                  <c:v>1.0025346003</c:v>
                </c:pt>
                <c:pt idx="1161">
                  <c:v>1.002696204</c:v>
                </c:pt>
                <c:pt idx="1162">
                  <c:v>1.0028254517</c:v>
                </c:pt>
                <c:pt idx="1163">
                  <c:v>1.0029221121</c:v>
                </c:pt>
                <c:pt idx="1164">
                  <c:v>1.0029860567</c:v>
                </c:pt>
                <c:pt idx="1165">
                  <c:v>1.0030172601</c:v>
                </c:pt>
                <c:pt idx="1166">
                  <c:v>1.0030158004</c:v>
                </c:pt>
                <c:pt idx="1167">
                  <c:v>1.0029818585</c:v>
                </c:pt>
                <c:pt idx="1168">
                  <c:v>1.0029157181</c:v>
                </c:pt>
                <c:pt idx="1169">
                  <c:v>1.0028177642</c:v>
                </c:pt>
                <c:pt idx="1170">
                  <c:v>1.0026884824</c:v>
                </c:pt>
                <c:pt idx="1171">
                  <c:v>1.0025284569</c:v>
                </c:pt>
                <c:pt idx="1172">
                  <c:v>1.0023383691</c:v>
                </c:pt>
                <c:pt idx="1173">
                  <c:v>1.0021189952</c:v>
                </c:pt>
                <c:pt idx="1174">
                  <c:v>1.0018712034</c:v>
                </c:pt>
                <c:pt idx="1175">
                  <c:v>1.001595952</c:v>
                </c:pt>
                <c:pt idx="1176">
                  <c:v>1.0012942853</c:v>
                </c:pt>
                <c:pt idx="1177">
                  <c:v>1.0009673312</c:v>
                </c:pt>
                <c:pt idx="1178">
                  <c:v>1.0006162969</c:v>
                </c:pt>
                <c:pt idx="1179">
                  <c:v>1.0002424654</c:v>
                </c:pt>
                <c:pt idx="1180">
                  <c:v>0.99984719149</c:v>
                </c:pt>
                <c:pt idx="1181">
                  <c:v>0.99943189716</c:v>
                </c:pt>
                <c:pt idx="1182">
                  <c:v>0.99899806722</c:v>
                </c:pt>
                <c:pt idx="1183">
                  <c:v>0.99854724453</c:v>
                </c:pt>
                <c:pt idx="1184">
                  <c:v>0.99808102508</c:v>
                </c:pt>
                <c:pt idx="1185">
                  <c:v>0.9976010529</c:v>
                </c:pt>
                <c:pt idx="1186">
                  <c:v>0.99710901481</c:v>
                </c:pt>
                <c:pt idx="1187">
                  <c:v>0.99660663502</c:v>
                </c:pt>
                <c:pt idx="1188">
                  <c:v>0.99609566967</c:v>
                </c:pt>
                <c:pt idx="1189">
                  <c:v>0.99557790118</c:v>
                </c:pt>
                <c:pt idx="1190">
                  <c:v>0.99505513257</c:v>
                </c:pt>
                <c:pt idx="1191">
                  <c:v>0.99452918174</c:v>
                </c:pt>
                <c:pt idx="1192">
                  <c:v>0.9940018756</c:v>
                </c:pt>
                <c:pt idx="1193">
                  <c:v>0.99347504432</c:v>
                </c:pt>
                <c:pt idx="1194">
                  <c:v>0.99295051541</c:v>
                </c:pt>
                <c:pt idx="1195">
                  <c:v>0.99243010795</c:v>
                </c:pt>
                <c:pt idx="1196">
                  <c:v>0.99191562673</c:v>
                </c:pt>
                <c:pt idx="1197">
                  <c:v>0.99140885654</c:v>
                </c:pt>
                <c:pt idx="1198">
                  <c:v>0.99091155641</c:v>
                </c:pt>
                <c:pt idx="1199">
                  <c:v>0.99042545406</c:v>
                </c:pt>
                <c:pt idx="1200">
                  <c:v>0.98995224035</c:v>
                </c:pt>
                <c:pt idx="1201">
                  <c:v>0.98949356387</c:v>
                </c:pt>
                <c:pt idx="1202">
                  <c:v>0.98905102573</c:v>
                </c:pt>
                <c:pt idx="1203">
                  <c:v>0.98862617437</c:v>
                </c:pt>
                <c:pt idx="1204">
                  <c:v>0.98822050071</c:v>
                </c:pt>
                <c:pt idx="1205">
                  <c:v>0.9878354333</c:v>
                </c:pt>
                <c:pt idx="1206">
                  <c:v>0.98747233383</c:v>
                </c:pt>
                <c:pt idx="1207">
                  <c:v>0.98713249276</c:v>
                </c:pt>
                <c:pt idx="1208">
                  <c:v>0.98681712519</c:v>
                </c:pt>
                <c:pt idx="1209">
                  <c:v>0.98652736701</c:v>
                </c:pt>
                <c:pt idx="1210">
                  <c:v>0.98626427124</c:v>
                </c:pt>
                <c:pt idx="1211">
                  <c:v>0.98602880472</c:v>
                </c:pt>
                <c:pt idx="1212">
                  <c:v>0.98582184496</c:v>
                </c:pt>
                <c:pt idx="1213">
                  <c:v>0.98564417742</c:v>
                </c:pt>
                <c:pt idx="1214">
                  <c:v>0.98549649295</c:v>
                </c:pt>
                <c:pt idx="1215">
                  <c:v>0.98537938559</c:v>
                </c:pt>
                <c:pt idx="1216">
                  <c:v>0.98529335073</c:v>
                </c:pt>
                <c:pt idx="1217">
                  <c:v>0.98523878346</c:v>
                </c:pt>
                <c:pt idx="1218">
                  <c:v>0.98521597738</c:v>
                </c:pt>
                <c:pt idx="1219">
                  <c:v>0.98522512362</c:v>
                </c:pt>
                <c:pt idx="1220">
                  <c:v>0.98526631027</c:v>
                </c:pt>
                <c:pt idx="1221">
                  <c:v>0.98533952208</c:v>
                </c:pt>
                <c:pt idx="1222">
                  <c:v>0.98544464053</c:v>
                </c:pt>
                <c:pt idx="1223">
                  <c:v>0.98558144421</c:v>
                </c:pt>
                <c:pt idx="1224">
                  <c:v>0.98574960955</c:v>
                </c:pt>
                <c:pt idx="1225">
                  <c:v>0.98594871183</c:v>
                </c:pt>
                <c:pt idx="1226">
                  <c:v>0.98617822657</c:v>
                </c:pt>
                <c:pt idx="1227">
                  <c:v>0.98643753122</c:v>
                </c:pt>
                <c:pt idx="1228">
                  <c:v>0.98672590712</c:v>
                </c:pt>
                <c:pt idx="1229">
                  <c:v>0.98704254183</c:v>
                </c:pt>
                <c:pt idx="1230">
                  <c:v>0.98738653175</c:v>
                </c:pt>
                <c:pt idx="1231">
                  <c:v>0.98775688498</c:v>
                </c:pt>
                <c:pt idx="1232">
                  <c:v>0.98815252451</c:v>
                </c:pt>
                <c:pt idx="1233">
                  <c:v>0.98857229168</c:v>
                </c:pt>
                <c:pt idx="1234">
                  <c:v>0.98901494989</c:v>
                </c:pt>
                <c:pt idx="1235">
                  <c:v>0.98947918852</c:v>
                </c:pt>
                <c:pt idx="1236">
                  <c:v>0.98996362721</c:v>
                </c:pt>
                <c:pt idx="1237">
                  <c:v>0.99046682019</c:v>
                </c:pt>
                <c:pt idx="1238">
                  <c:v>0.99098726094</c:v>
                </c:pt>
                <c:pt idx="1239">
                  <c:v>0.99152338706</c:v>
                </c:pt>
                <c:pt idx="1240">
                  <c:v>0.99207358518</c:v>
                </c:pt>
                <c:pt idx="1241">
                  <c:v>0.9926361962</c:v>
                </c:pt>
                <c:pt idx="1242">
                  <c:v>0.99320952057</c:v>
                </c:pt>
                <c:pt idx="1243">
                  <c:v>0.99379182372</c:v>
                </c:pt>
                <c:pt idx="1244">
                  <c:v>0.99438134164</c:v>
                </c:pt>
                <c:pt idx="1245">
                  <c:v>0.99497628649</c:v>
                </c:pt>
                <c:pt idx="1246">
                  <c:v>0.99557485236</c:v>
                </c:pt>
                <c:pt idx="1247">
                  <c:v>0.996175221</c:v>
                </c:pt>
                <c:pt idx="1248">
                  <c:v>0.99677556768</c:v>
                </c:pt>
                <c:pt idx="1249">
                  <c:v>0.99737406703</c:v>
                </c:pt>
                <c:pt idx="1250">
                  <c:v>0.99796889885</c:v>
                </c:pt>
                <c:pt idx="1251">
                  <c:v>0.99855825394</c:v>
                </c:pt>
                <c:pt idx="1252">
                  <c:v>0.99914033992</c:v>
                </c:pt>
                <c:pt idx="1253">
                  <c:v>0.99971338695</c:v>
                </c:pt>
                <c:pt idx="1254">
                  <c:v>1.0002756534</c:v>
                </c:pt>
                <c:pt idx="1255">
                  <c:v>1.0008254313</c:v>
                </c:pt>
                <c:pt idx="1256">
                  <c:v>1.0013610521</c:v>
                </c:pt>
                <c:pt idx="1257">
                  <c:v>1.0018808917</c:v>
                </c:pt>
                <c:pt idx="1258">
                  <c:v>1.0023833759</c:v>
                </c:pt>
                <c:pt idx="1259">
                  <c:v>1.0028669851</c:v>
                </c:pt>
                <c:pt idx="1260">
                  <c:v>1.0033302595</c:v>
                </c:pt>
                <c:pt idx="1261">
                  <c:v>1.0037718037</c:v>
                </c:pt>
                <c:pt idx="1262">
                  <c:v>1.0041902911</c:v>
                </c:pt>
                <c:pt idx="1263">
                  <c:v>1.004584468</c:v>
                </c:pt>
                <c:pt idx="1264">
                  <c:v>1.004953158</c:v>
                </c:pt>
                <c:pt idx="1265">
                  <c:v>1.0052952654</c:v>
                </c:pt>
                <c:pt idx="1266">
                  <c:v>1.0056097788</c:v>
                </c:pt>
                <c:pt idx="1267">
                  <c:v>1.0058957746</c:v>
                </c:pt>
                <c:pt idx="1268">
                  <c:v>1.0061524194</c:v>
                </c:pt>
                <c:pt idx="1269">
                  <c:v>1.0063789735</c:v>
                </c:pt>
                <c:pt idx="1270">
                  <c:v>1.0065747922</c:v>
                </c:pt>
                <c:pt idx="1271">
                  <c:v>1.006739329</c:v>
                </c:pt>
                <c:pt idx="1272">
                  <c:v>1.0068721363</c:v>
                </c:pt>
                <c:pt idx="1273">
                  <c:v>1.0069728677</c:v>
                </c:pt>
                <c:pt idx="1274">
                  <c:v>1.0070412786</c:v>
                </c:pt>
                <c:pt idx="1275">
                  <c:v>1.0070772271</c:v>
                </c:pt>
                <c:pt idx="1276">
                  <c:v>1.0070806746</c:v>
                </c:pt>
                <c:pt idx="1277">
                  <c:v>1.0070516858</c:v>
                </c:pt>
                <c:pt idx="1278">
                  <c:v>1.0069904283</c:v>
                </c:pt>
                <c:pt idx="1279">
                  <c:v>1.0068971726</c:v>
                </c:pt>
                <c:pt idx="1280">
                  <c:v>1.0067722907</c:v>
                </c:pt>
                <c:pt idx="1281">
                  <c:v>1.0066162553</c:v>
                </c:pt>
                <c:pt idx="1282">
                  <c:v>1.006429638</c:v>
                </c:pt>
                <c:pt idx="1283">
                  <c:v>1.0062131076</c:v>
                </c:pt>
                <c:pt idx="1284">
                  <c:v>1.0059674281</c:v>
                </c:pt>
                <c:pt idx="1285">
                  <c:v>1.0056934561</c:v>
                </c:pt>
                <c:pt idx="1286">
                  <c:v>1.0053921381</c:v>
                </c:pt>
                <c:pt idx="1287">
                  <c:v>1.0050645074</c:v>
                </c:pt>
                <c:pt idx="1288">
                  <c:v>1.0047116809</c:v>
                </c:pt>
                <c:pt idx="1289">
                  <c:v>1.0043348556</c:v>
                </c:pt>
                <c:pt idx="1290">
                  <c:v>1.0039353046</c:v>
                </c:pt>
                <c:pt idx="1291">
                  <c:v>1.0035143733</c:v>
                </c:pt>
                <c:pt idx="1292">
                  <c:v>1.0030734747</c:v>
                </c:pt>
                <c:pt idx="1293">
                  <c:v>1.0026140853</c:v>
                </c:pt>
                <c:pt idx="1294">
                  <c:v>1.00213774</c:v>
                </c:pt>
                <c:pt idx="1295">
                  <c:v>1.0016460276</c:v>
                </c:pt>
                <c:pt idx="1296">
                  <c:v>1.0011405854</c:v>
                </c:pt>
                <c:pt idx="1297">
                  <c:v>1.0006230942</c:v>
                </c:pt>
                <c:pt idx="1298">
                  <c:v>1.0000952727</c:v>
                </c:pt>
                <c:pt idx="1299">
                  <c:v>0.99955887224</c:v>
                </c:pt>
                <c:pt idx="1300">
                  <c:v>0.99901567099</c:v>
                </c:pt>
                <c:pt idx="1301">
                  <c:v>0.99846746846</c:v>
                </c:pt>
                <c:pt idx="1302">
                  <c:v>0.99791607961</c:v>
                </c:pt>
                <c:pt idx="1303">
                  <c:v>0.99736332916</c:v>
                </c:pt>
                <c:pt idx="1304">
                  <c:v>0.99681104567</c:v>
                </c:pt>
                <c:pt idx="1305">
                  <c:v>0.99626105574</c:v>
                </c:pt>
                <c:pt idx="1306">
                  <c:v>0.99571517819</c:v>
                </c:pt>
                <c:pt idx="1307">
                  <c:v>0.99517521822</c:v>
                </c:pt>
                <c:pt idx="1308">
                  <c:v>0.99464296164</c:v>
                </c:pt>
                <c:pt idx="1309">
                  <c:v>0.99412016918</c:v>
                </c:pt>
                <c:pt idx="1310">
                  <c:v>0.99360857088</c:v>
                </c:pt>
                <c:pt idx="1311">
                  <c:v>0.99310986052</c:v>
                </c:pt>
                <c:pt idx="1312">
                  <c:v>0.99262569025</c:v>
                </c:pt>
                <c:pt idx="1313">
                  <c:v>0.99215766527</c:v>
                </c:pt>
                <c:pt idx="1314">
                  <c:v>0.99170733876</c:v>
                </c:pt>
                <c:pt idx="1315">
                  <c:v>0.99127620685</c:v>
                </c:pt>
                <c:pt idx="1316">
                  <c:v>0.99086570389</c:v>
                </c:pt>
                <c:pt idx="1317">
                  <c:v>0.99047719785</c:v>
                </c:pt>
                <c:pt idx="1318">
                  <c:v>0.99011198596</c:v>
                </c:pt>
                <c:pt idx="1319">
                  <c:v>0.98977129054</c:v>
                </c:pt>
                <c:pt idx="1320">
                  <c:v>0.98945625512</c:v>
                </c:pt>
                <c:pt idx="1321">
                  <c:v>0.9891679408</c:v>
                </c:pt>
                <c:pt idx="1322">
                  <c:v>0.98890732281</c:v>
                </c:pt>
                <c:pt idx="1323">
                  <c:v>0.98867528745</c:v>
                </c:pt>
                <c:pt idx="1324">
                  <c:v>0.98847262923</c:v>
                </c:pt>
                <c:pt idx="1325">
                  <c:v>0.98830004834</c:v>
                </c:pt>
                <c:pt idx="1326">
                  <c:v>0.98815814842</c:v>
                </c:pt>
                <c:pt idx="1327">
                  <c:v>0.98804743461</c:v>
                </c:pt>
                <c:pt idx="1328">
                  <c:v>0.98796831199</c:v>
                </c:pt>
                <c:pt idx="1329">
                  <c:v>0.98792108422</c:v>
                </c:pt>
                <c:pt idx="1330">
                  <c:v>0.98790595262</c:v>
                </c:pt>
                <c:pt idx="1331">
                  <c:v>0.98792301553</c:v>
                </c:pt>
                <c:pt idx="1332">
                  <c:v>0.98797226797</c:v>
                </c:pt>
                <c:pt idx="1333">
                  <c:v>0.98805360166</c:v>
                </c:pt>
                <c:pt idx="1334">
                  <c:v>0.98816680541</c:v>
                </c:pt>
                <c:pt idx="1335">
                  <c:v>0.98831156576</c:v>
                </c:pt>
                <c:pt idx="1336">
                  <c:v>0.98848746798</c:v>
                </c:pt>
                <c:pt idx="1337">
                  <c:v>0.98869399745</c:v>
                </c:pt>
                <c:pt idx="1338">
                  <c:v>0.98893054123</c:v>
                </c:pt>
                <c:pt idx="1339">
                  <c:v>0.9891963901</c:v>
                </c:pt>
                <c:pt idx="1340">
                  <c:v>0.98949074077</c:v>
                </c:pt>
                <c:pt idx="1341">
                  <c:v>0.98981269849</c:v>
                </c:pt>
                <c:pt idx="1342">
                  <c:v>0.9901612799</c:v>
                </c:pt>
                <c:pt idx="1343">
                  <c:v>0.99053541615</c:v>
                </c:pt>
                <c:pt idx="1344">
                  <c:v>0.99093395638</c:v>
                </c:pt>
                <c:pt idx="1345">
                  <c:v>0.99135567134</c:v>
                </c:pt>
                <c:pt idx="1346">
                  <c:v>0.99179925736</c:v>
                </c:pt>
                <c:pt idx="1347">
                  <c:v>0.99226334051</c:v>
                </c:pt>
                <c:pt idx="1348">
                  <c:v>0.992746481</c:v>
                </c:pt>
                <c:pt idx="1349">
                  <c:v>0.99324717776</c:v>
                </c:pt>
                <c:pt idx="1350">
                  <c:v>0.99376387328</c:v>
                </c:pt>
                <c:pt idx="1351">
                  <c:v>0.99429495857</c:v>
                </c:pt>
                <c:pt idx="1352">
                  <c:v>0.9948387783</c:v>
                </c:pt>
                <c:pt idx="1353">
                  <c:v>0.99539363611</c:v>
                </c:pt>
                <c:pt idx="1354">
                  <c:v>0.99595780002</c:v>
                </c:pt>
                <c:pt idx="1355">
                  <c:v>0.996529508</c:v>
                </c:pt>
                <c:pt idx="1356">
                  <c:v>0.99710697356</c:v>
                </c:pt>
                <c:pt idx="1357">
                  <c:v>0.99768839151</c:v>
                </c:pt>
                <c:pt idx="1358">
                  <c:v>0.99827194369</c:v>
                </c:pt>
                <c:pt idx="1359">
                  <c:v>0.99885580482</c:v>
                </c:pt>
                <c:pt idx="1360">
                  <c:v>0.99943814832</c:v>
                </c:pt>
                <c:pt idx="1361">
                  <c:v>1.0000171521</c:v>
                </c:pt>
                <c:pt idx="1362">
                  <c:v>1.0005910047</c:v>
                </c:pt>
                <c:pt idx="1363">
                  <c:v>1.0011579103</c:v>
                </c:pt>
                <c:pt idx="1364">
                  <c:v>1.0017160956</c:v>
                </c:pt>
                <c:pt idx="1365">
                  <c:v>1.0022638145</c:v>
                </c:pt>
                <c:pt idx="1366">
                  <c:v>1.0027993541</c:v>
                </c:pt>
                <c:pt idx="1367">
                  <c:v>1.0033210402</c:v>
                </c:pt>
                <c:pt idx="1368">
                  <c:v>1.0038272427</c:v>
                </c:pt>
                <c:pt idx="1369">
                  <c:v>1.0043163806</c:v>
                </c:pt>
                <c:pt idx="1370">
                  <c:v>1.0047869271</c:v>
                </c:pt>
                <c:pt idx="1371">
                  <c:v>1.0052374146</c:v>
                </c:pt>
                <c:pt idx="1372">
                  <c:v>1.0056664396</c:v>
                </c:pt>
                <c:pt idx="1373">
                  <c:v>1.0060726665</c:v>
                </c:pt>
                <c:pt idx="1374">
                  <c:v>1.0064548326</c:v>
                </c:pt>
                <c:pt idx="1375">
                  <c:v>1.0068117517</c:v>
                </c:pt>
                <c:pt idx="1376">
                  <c:v>1.0071423182</c:v>
                </c:pt>
                <c:pt idx="1377">
                  <c:v>1.0074455103</c:v>
                </c:pt>
                <c:pt idx="1378">
                  <c:v>1.0077203936</c:v>
                </c:pt>
                <c:pt idx="1379">
                  <c:v>1.0079661237</c:v>
                </c:pt>
                <c:pt idx="1380">
                  <c:v>1.0081819495</c:v>
                </c:pt>
                <c:pt idx="1381">
                  <c:v>1.0083672149</c:v>
                </c:pt>
                <c:pt idx="1382">
                  <c:v>1.0085213614</c:v>
                </c:pt>
                <c:pt idx="1383">
                  <c:v>1.0086439297</c:v>
                </c:pt>
                <c:pt idx="1384">
                  <c:v>1.0087345612</c:v>
                </c:pt>
                <c:pt idx="1385">
                  <c:v>1.0087929991</c:v>
                </c:pt>
                <c:pt idx="1386">
                  <c:v>1.0088190893</c:v>
                </c:pt>
                <c:pt idx="1387">
                  <c:v>1.0088127809</c:v>
                </c:pt>
                <c:pt idx="1388">
                  <c:v>1.0087741262</c:v>
                </c:pt>
                <c:pt idx="1389">
                  <c:v>1.0087032809</c:v>
                </c:pt>
                <c:pt idx="1390">
                  <c:v>1.0086005031</c:v>
                </c:pt>
                <c:pt idx="1391">
                  <c:v>1.0084661528</c:v>
                </c:pt>
                <c:pt idx="1392">
                  <c:v>1.008300691</c:v>
                </c:pt>
                <c:pt idx="1393">
                  <c:v>1.0081046774</c:v>
                </c:pt>
                <c:pt idx="1394">
                  <c:v>1.0078787695</c:v>
                </c:pt>
                <c:pt idx="1395">
                  <c:v>1.0076237201</c:v>
                </c:pt>
                <c:pt idx="1396">
                  <c:v>1.0073403748</c:v>
                </c:pt>
                <c:pt idx="1397">
                  <c:v>1.0070296695</c:v>
                </c:pt>
                <c:pt idx="1398">
                  <c:v>1.0066926273</c:v>
                </c:pt>
                <c:pt idx="1399">
                  <c:v>1.0063303553</c:v>
                </c:pt>
                <c:pt idx="1400">
                  <c:v>1.0059440411</c:v>
                </c:pt>
                <c:pt idx="1401">
                  <c:v>1.0055349489</c:v>
                </c:pt>
                <c:pt idx="1402">
                  <c:v>1.0051044153</c:v>
                </c:pt>
                <c:pt idx="1403">
                  <c:v>1.0046538455</c:v>
                </c:pt>
                <c:pt idx="1404">
                  <c:v>1.0041847083</c:v>
                </c:pt>
                <c:pt idx="1405">
                  <c:v>1.0036985319</c:v>
                </c:pt>
                <c:pt idx="1406">
                  <c:v>1.0031968985</c:v>
                </c:pt>
                <c:pt idx="1407">
                  <c:v>1.0026814397</c:v>
                </c:pt>
                <c:pt idx="1408">
                  <c:v>1.0021538309</c:v>
                </c:pt>
                <c:pt idx="1409">
                  <c:v>1.0016157864</c:v>
                </c:pt>
                <c:pt idx="1410">
                  <c:v>1.0010690532</c:v>
                </c:pt>
                <c:pt idx="1411">
                  <c:v>1.0005154064</c:v>
                </c:pt>
                <c:pt idx="1412">
                  <c:v>0.99995664266</c:v>
                </c:pt>
                <c:pt idx="1413">
                  <c:v>0.99939457484</c:v>
                </c:pt>
                <c:pt idx="1414">
                  <c:v>0.99883102622</c:v>
                </c:pt>
                <c:pt idx="1415">
                  <c:v>0.99826782459</c:v>
                </c:pt>
                <c:pt idx="1416">
                  <c:v>0.99770679643</c:v>
                </c:pt>
                <c:pt idx="1417">
                  <c:v>0.99714976106</c:v>
                </c:pt>
                <c:pt idx="1418">
                  <c:v>0.99659852485</c:v>
                </c:pt>
                <c:pt idx="1419">
                  <c:v>0.99605487544</c:v>
                </c:pt>
                <c:pt idx="1420">
                  <c:v>0.995520576</c:v>
                </c:pt>
                <c:pt idx="1421">
                  <c:v>0.99499735963</c:v>
                </c:pt>
                <c:pt idx="1422">
                  <c:v>0.99448692382</c:v>
                </c:pt>
                <c:pt idx="1423">
                  <c:v>0.99399092499</c:v>
                </c:pt>
                <c:pt idx="1424">
                  <c:v>0.99351097323</c:v>
                </c:pt>
                <c:pt idx="1425">
                  <c:v>0.99304862713</c:v>
                </c:pt>
                <c:pt idx="1426">
                  <c:v>0.99260538882</c:v>
                </c:pt>
                <c:pt idx="1427">
                  <c:v>0.99218269916</c:v>
                </c:pt>
                <c:pt idx="1428">
                  <c:v>0.99178193314</c:v>
                </c:pt>
                <c:pt idx="1429">
                  <c:v>0.99140439546</c:v>
                </c:pt>
                <c:pt idx="1430">
                  <c:v>0.99105131641</c:v>
                </c:pt>
                <c:pt idx="1431">
                  <c:v>0.99072384789</c:v>
                </c:pt>
                <c:pt idx="1432">
                  <c:v>0.99042305975</c:v>
                </c:pt>
                <c:pt idx="1433">
                  <c:v>0.99014993638</c:v>
                </c:pt>
                <c:pt idx="1434">
                  <c:v>0.98990537353</c:v>
                </c:pt>
                <c:pt idx="1435">
                  <c:v>0.98969017551</c:v>
                </c:pt>
                <c:pt idx="1436">
                  <c:v>0.98950505255</c:v>
                </c:pt>
                <c:pt idx="1437">
                  <c:v>0.98935061857</c:v>
                </c:pt>
                <c:pt idx="1438">
                  <c:v>0.98922738922</c:v>
                </c:pt>
                <c:pt idx="1439">
                  <c:v>0.98913578021</c:v>
                </c:pt>
                <c:pt idx="1440">
                  <c:v>0.98907610601</c:v>
                </c:pt>
                <c:pt idx="1441">
                  <c:v>0.98904857882</c:v>
                </c:pt>
                <c:pt idx="1442">
                  <c:v>0.98905330791</c:v>
                </c:pt>
                <c:pt idx="1443">
                  <c:v>0.98909029927</c:v>
                </c:pt>
                <c:pt idx="1444">
                  <c:v>0.98915945558</c:v>
                </c:pt>
                <c:pt idx="1445">
                  <c:v>0.98926057655</c:v>
                </c:pt>
                <c:pt idx="1446">
                  <c:v>0.98939335953</c:v>
                </c:pt>
                <c:pt idx="1447">
                  <c:v>0.98955740048</c:v>
                </c:pt>
                <c:pt idx="1448">
                  <c:v>0.98975219529</c:v>
                </c:pt>
                <c:pt idx="1449">
                  <c:v>0.98997714138</c:v>
                </c:pt>
                <c:pt idx="1450">
                  <c:v>0.99023153962</c:v>
                </c:pt>
                <c:pt idx="1451">
                  <c:v>0.99051459657</c:v>
                </c:pt>
                <c:pt idx="1452">
                  <c:v>0.99082542701</c:v>
                </c:pt>
                <c:pt idx="1453">
                  <c:v>0.9911630568</c:v>
                </c:pt>
                <c:pt idx="1454">
                  <c:v>0.99152642596</c:v>
                </c:pt>
                <c:pt idx="1455">
                  <c:v>0.99191439208</c:v>
                </c:pt>
                <c:pt idx="1456">
                  <c:v>0.99232573397</c:v>
                </c:pt>
                <c:pt idx="1457">
                  <c:v>0.99275915556</c:v>
                </c:pt>
                <c:pt idx="1458">
                  <c:v>0.99321329005</c:v>
                </c:pt>
                <c:pt idx="1459">
                  <c:v>0.99368670428</c:v>
                </c:pt>
                <c:pt idx="1460">
                  <c:v>0.99417790332</c:v>
                </c:pt>
                <c:pt idx="1461">
                  <c:v>0.99468533522</c:v>
                </c:pt>
                <c:pt idx="1462">
                  <c:v>0.99520739601</c:v>
                </c:pt>
                <c:pt idx="1463">
                  <c:v>0.99574243481</c:v>
                </c:pt>
                <c:pt idx="1464">
                  <c:v>0.99628875911</c:v>
                </c:pt>
                <c:pt idx="1465">
                  <c:v>0.9968446402</c:v>
                </c:pt>
                <c:pt idx="1466">
                  <c:v>0.99740831865</c:v>
                </c:pt>
                <c:pt idx="1467">
                  <c:v>0.99797800999</c:v>
                </c:pt>
                <c:pt idx="1468">
                  <c:v>0.99855191039</c:v>
                </c:pt>
                <c:pt idx="1469">
                  <c:v>0.99912820242</c:v>
                </c:pt>
                <c:pt idx="1470">
                  <c:v>0.9997050609</c:v>
                </c:pt>
                <c:pt idx="1471">
                  <c:v>1.0002806587</c:v>
                </c:pt>
                <c:pt idx="1472">
                  <c:v>1.0008531725</c:v>
                </c:pt>
                <c:pt idx="1473">
                  <c:v>1.0014207888</c:v>
                </c:pt>
                <c:pt idx="1474">
                  <c:v>1.0019817097</c:v>
                </c:pt>
                <c:pt idx="1475">
                  <c:v>1.0025341585</c:v>
                </c:pt>
                <c:pt idx="1476">
                  <c:v>1.0030763853</c:v>
                </c:pt>
                <c:pt idx="1477">
                  <c:v>1.0036066731</c:v>
                </c:pt>
                <c:pt idx="1478">
                  <c:v>1.0041233426</c:v>
                </c:pt>
                <c:pt idx="1479">
                  <c:v>1.0046247581</c:v>
                </c:pt>
                <c:pt idx="1480">
                  <c:v>1.0051093325</c:v>
                </c:pt>
                <c:pt idx="1481">
                  <c:v>1.0055755324</c:v>
                </c:pt>
                <c:pt idx="1482">
                  <c:v>1.0060218831</c:v>
                </c:pt>
                <c:pt idx="1483">
                  <c:v>1.0064469732</c:v>
                </c:pt>
                <c:pt idx="1484">
                  <c:v>1.006849459</c:v>
                </c:pt>
                <c:pt idx="1485">
                  <c:v>1.0072280692</c:v>
                </c:pt>
                <c:pt idx="1486">
                  <c:v>1.0075816085</c:v>
                </c:pt>
                <c:pt idx="1487">
                  <c:v>1.0079089617</c:v>
                </c:pt>
                <c:pt idx="1488">
                  <c:v>1.0082090974</c:v>
                </c:pt>
                <c:pt idx="1489">
                  <c:v>1.0084810707</c:v>
                </c:pt>
                <c:pt idx="1490">
                  <c:v>1.0087240268</c:v>
                </c:pt>
                <c:pt idx="1491">
                  <c:v>1.0089372038</c:v>
                </c:pt>
                <c:pt idx="1492">
                  <c:v>1.0091199346</c:v>
                </c:pt>
                <c:pt idx="1493">
                  <c:v>1.0092716493</c:v>
                </c:pt>
                <c:pt idx="1494">
                  <c:v>1.0093918771</c:v>
                </c:pt>
                <c:pt idx="1495">
                  <c:v>1.009480248</c:v>
                </c:pt>
                <c:pt idx="1496">
                  <c:v>1.0095364934</c:v>
                </c:pt>
                <c:pt idx="1497">
                  <c:v>1.0095604474</c:v>
                </c:pt>
                <c:pt idx="1498">
                  <c:v>1.0095520473</c:v>
                </c:pt>
                <c:pt idx="1499">
                  <c:v>1.0095113337</c:v>
                </c:pt>
                <c:pt idx="1500">
                  <c:v>1.0094384503</c:v>
                </c:pt>
                <c:pt idx="1501">
                  <c:v>1.0093336436</c:v>
                </c:pt>
                <c:pt idx="1502">
                  <c:v>1.0091972621</c:v>
                </c:pt>
                <c:pt idx="1503">
                  <c:v>1.0090297551</c:v>
                </c:pt>
                <c:pt idx="1504">
                  <c:v>1.0088316713</c:v>
                </c:pt>
                <c:pt idx="1505">
                  <c:v>1.008603657</c:v>
                </c:pt>
                <c:pt idx="1506">
                  <c:v>1.0083464543</c:v>
                </c:pt>
                <c:pt idx="1507">
                  <c:v>1.0080608982</c:v>
                </c:pt>
                <c:pt idx="1508">
                  <c:v>1.0077479144</c:v>
                </c:pt>
                <c:pt idx="1509">
                  <c:v>1.0074085163</c:v>
                </c:pt>
                <c:pt idx="1510">
                  <c:v>1.0070438014</c:v>
                </c:pt>
                <c:pt idx="1511">
                  <c:v>1.0066549483</c:v>
                </c:pt>
                <c:pt idx="1512">
                  <c:v>1.0062432124</c:v>
                </c:pt>
                <c:pt idx="1513">
                  <c:v>1.0058099223</c:v>
                </c:pt>
                <c:pt idx="1514">
                  <c:v>1.0053564755</c:v>
                </c:pt>
                <c:pt idx="1515">
                  <c:v>1.0048843337</c:v>
                </c:pt>
                <c:pt idx="1516">
                  <c:v>1.0043950184</c:v>
                </c:pt>
                <c:pt idx="1517">
                  <c:v>1.0038901057</c:v>
                </c:pt>
                <c:pt idx="1518">
                  <c:v>1.0033712217</c:v>
                </c:pt>
                <c:pt idx="1519">
                  <c:v>1.002840037</c:v>
                </c:pt>
                <c:pt idx="1520">
                  <c:v>1.0022982614</c:v>
                </c:pt>
                <c:pt idx="1521">
                  <c:v>1.0017476384</c:v>
                </c:pt>
                <c:pt idx="1522">
                  <c:v>1.0011899399</c:v>
                </c:pt>
                <c:pt idx="1523">
                  <c:v>1.0006269602</c:v>
                </c:pt>
                <c:pt idx="1524">
                  <c:v>1.0000605104</c:v>
                </c:pt>
                <c:pt idx="1525">
                  <c:v>0.99949241249</c:v>
                </c:pt>
                <c:pt idx="1526">
                  <c:v>0.99892449391</c:v>
                </c:pt>
                <c:pt idx="1527">
                  <c:v>0.99835858125</c:v>
                </c:pt>
                <c:pt idx="1528">
                  <c:v>0.99779649467</c:v>
                </c:pt>
                <c:pt idx="1529">
                  <c:v>0.99724004198</c:v>
                </c:pt>
                <c:pt idx="1530">
                  <c:v>0.99669101292</c:v>
                </c:pt>
                <c:pt idx="1531">
                  <c:v>0.9961511734</c:v>
                </c:pt>
                <c:pt idx="1532">
                  <c:v>0.99562225988</c:v>
                </c:pt>
                <c:pt idx="1533">
                  <c:v>0.9951059738</c:v>
                </c:pt>
                <c:pt idx="1534">
                  <c:v>0.99460397617</c:v>
                </c:pt>
                <c:pt idx="1535">
                  <c:v>0.99411788221</c:v>
                </c:pt>
                <c:pt idx="1536">
                  <c:v>0.99364925624</c:v>
                </c:pt>
                <c:pt idx="1537">
                  <c:v>0.99319960666</c:v>
                </c:pt>
                <c:pt idx="1538">
                  <c:v>0.99277038111</c:v>
                </c:pt>
                <c:pt idx="1539">
                  <c:v>0.99236296186</c:v>
                </c:pt>
                <c:pt idx="1540">
                  <c:v>0.99197866141</c:v>
                </c:pt>
                <c:pt idx="1541">
                  <c:v>0.99161871826</c:v>
                </c:pt>
                <c:pt idx="1542">
                  <c:v>0.99128429296</c:v>
                </c:pt>
                <c:pt idx="1543">
                  <c:v>0.99097646441</c:v>
                </c:pt>
                <c:pt idx="1544">
                  <c:v>0.99069622643</c:v>
                </c:pt>
                <c:pt idx="1545">
                  <c:v>0.99044448453</c:v>
                </c:pt>
                <c:pt idx="1546">
                  <c:v>0.99022205305</c:v>
                </c:pt>
                <c:pt idx="1547">
                  <c:v>0.99002965259</c:v>
                </c:pt>
                <c:pt idx="1548">
                  <c:v>0.98986790763</c:v>
                </c:pt>
                <c:pt idx="1549">
                  <c:v>0.98973734459</c:v>
                </c:pt>
                <c:pt idx="1550">
                  <c:v>0.98963839014</c:v>
                </c:pt>
                <c:pt idx="1551">
                  <c:v>0.98957136982</c:v>
                </c:pt>
                <c:pt idx="1552">
                  <c:v>0.98953650702</c:v>
                </c:pt>
                <c:pt idx="1553">
                  <c:v>0.98953392224</c:v>
                </c:pt>
                <c:pt idx="1554">
                  <c:v>0.98956363273</c:v>
                </c:pt>
                <c:pt idx="1555">
                  <c:v>0.98962555242</c:v>
                </c:pt>
                <c:pt idx="1556">
                  <c:v>0.98971949223</c:v>
                </c:pt>
                <c:pt idx="1557">
                  <c:v>0.98984516061</c:v>
                </c:pt>
                <c:pt idx="1558">
                  <c:v>0.99000216452</c:v>
                </c:pt>
                <c:pt idx="1559">
                  <c:v>0.99019001069</c:v>
                </c:pt>
                <c:pt idx="1560">
                  <c:v>0.99040810717</c:v>
                </c:pt>
                <c:pt idx="1561">
                  <c:v>0.99065576525</c:v>
                </c:pt>
                <c:pt idx="1562">
                  <c:v>0.99093220164</c:v>
                </c:pt>
                <c:pt idx="1563">
                  <c:v>0.99123654098</c:v>
                </c:pt>
                <c:pt idx="1564">
                  <c:v>0.99156781865</c:v>
                </c:pt>
                <c:pt idx="1565">
                  <c:v>0.99192498385</c:v>
                </c:pt>
                <c:pt idx="1566">
                  <c:v>0.99230690295</c:v>
                </c:pt>
                <c:pt idx="1567">
                  <c:v>0.99271236312</c:v>
                </c:pt>
                <c:pt idx="1568">
                  <c:v>0.99314007622</c:v>
                </c:pt>
                <c:pt idx="1569">
                  <c:v>0.99358868291</c:v>
                </c:pt>
                <c:pt idx="1570">
                  <c:v>0.99405675696</c:v>
                </c:pt>
                <c:pt idx="1571">
                  <c:v>0.99454280989</c:v>
                </c:pt>
                <c:pt idx="1572">
                  <c:v>0.99504529565</c:v>
                </c:pt>
                <c:pt idx="1573">
                  <c:v>0.99556261561</c:v>
                </c:pt>
                <c:pt idx="1574">
                  <c:v>0.99609312366</c:v>
                </c:pt>
                <c:pt idx="1575">
                  <c:v>0.99663513147</c:v>
                </c:pt>
                <c:pt idx="1576">
                  <c:v>0.99718691386</c:v>
                </c:pt>
                <c:pt idx="1577">
                  <c:v>0.99774671439</c:v>
                </c:pt>
                <c:pt idx="1578">
                  <c:v>0.99831275089</c:v>
                </c:pt>
                <c:pt idx="1579">
                  <c:v>0.99888322122</c:v>
                </c:pt>
                <c:pt idx="1580">
                  <c:v>0.999456309</c:v>
                </c:pt>
                <c:pt idx="1581">
                  <c:v>1.0000301894</c:v>
                </c:pt>
                <c:pt idx="1582">
                  <c:v>1.0006030351</c:v>
                </c:pt>
                <c:pt idx="1583">
                  <c:v>1.0011730219</c:v>
                </c:pt>
                <c:pt idx="1584">
                  <c:v>1.0017383347</c:v>
                </c:pt>
                <c:pt idx="1585">
                  <c:v>1.0022971735</c:v>
                </c:pt>
                <c:pt idx="1586">
                  <c:v>1.0028477586</c:v>
                </c:pt>
                <c:pt idx="1587">
                  <c:v>1.0033883368</c:v>
                </c:pt>
                <c:pt idx="1588">
                  <c:v>1.003917187</c:v>
                </c:pt>
                <c:pt idx="1589">
                  <c:v>1.0044326253</c:v>
                </c:pt>
                <c:pt idx="1590">
                  <c:v>1.0049330106</c:v>
                </c:pt>
                <c:pt idx="1591">
                  <c:v>1.0054167502</c:v>
                </c:pt>
                <c:pt idx="1592">
                  <c:v>1.0058823041</c:v>
                </c:pt>
                <c:pt idx="1593">
                  <c:v>1.0063281909</c:v>
                </c:pt>
                <c:pt idx="1594">
                  <c:v>1.0067529915</c:v>
                </c:pt>
                <c:pt idx="1595">
                  <c:v>1.0071553545</c:v>
                </c:pt>
                <c:pt idx="1596">
                  <c:v>1.0075340002</c:v>
                </c:pt>
                <c:pt idx="1597">
                  <c:v>1.0078877244</c:v>
                </c:pt>
                <c:pt idx="1598">
                  <c:v>1.0082154027</c:v>
                </c:pt>
                <c:pt idx="1599">
                  <c:v>1.0085159941</c:v>
                </c:pt>
                <c:pt idx="1600">
                  <c:v>1.0087885437</c:v>
                </c:pt>
                <c:pt idx="1601">
                  <c:v>1.0090321865</c:v>
                </c:pt>
                <c:pt idx="1602">
                  <c:v>1.00924615</c:v>
                </c:pt>
                <c:pt idx="1603">
                  <c:v>1.0094297561</c:v>
                </c:pt>
                <c:pt idx="1604">
                  <c:v>1.0095824241</c:v>
                </c:pt>
                <c:pt idx="1605">
                  <c:v>1.0097036719</c:v>
                </c:pt>
                <c:pt idx="1606">
                  <c:v>1.009793118</c:v>
                </c:pt>
                <c:pt idx="1607">
                  <c:v>1.0098504824</c:v>
                </c:pt>
                <c:pt idx="1608">
                  <c:v>1.0098755876</c:v>
                </c:pt>
                <c:pt idx="1609">
                  <c:v>1.0098683593</c:v>
                </c:pt>
                <c:pt idx="1610">
                  <c:v>1.0098288264</c:v>
                </c:pt>
                <c:pt idx="1611">
                  <c:v>1.009757121</c:v>
                </c:pt>
                <c:pt idx="1612">
                  <c:v>1.0096534783</c:v>
                </c:pt>
                <c:pt idx="1613">
                  <c:v>1.0095182352</c:v>
                </c:pt>
                <c:pt idx="1614">
                  <c:v>1.0093518297</c:v>
                </c:pt>
                <c:pt idx="1615">
                  <c:v>1.0091547994</c:v>
                </c:pt>
                <c:pt idx="1616">
                  <c:v>1.0089277799</c:v>
                </c:pt>
                <c:pt idx="1617">
                  <c:v>1.0086715024</c:v>
                </c:pt>
                <c:pt idx="1618">
                  <c:v>1.0083867916</c:v>
                </c:pt>
                <c:pt idx="1619">
                  <c:v>1.0080745633</c:v>
                </c:pt>
                <c:pt idx="1620">
                  <c:v>1.007735821</c:v>
                </c:pt>
                <c:pt idx="1621">
                  <c:v>1.007371653</c:v>
                </c:pt>
                <c:pt idx="1622">
                  <c:v>1.0069832288</c:v>
                </c:pt>
                <c:pt idx="1623">
                  <c:v>1.0065717955</c:v>
                </c:pt>
                <c:pt idx="1624">
                  <c:v>1.0061386736</c:v>
                </c:pt>
                <c:pt idx="1625">
                  <c:v>1.005685253</c:v>
                </c:pt>
                <c:pt idx="1626">
                  <c:v>1.0052129883</c:v>
                </c:pt>
                <c:pt idx="1627">
                  <c:v>1.0047233946</c:v>
                </c:pt>
                <c:pt idx="1628">
                  <c:v>1.004218042</c:v>
                </c:pt>
                <c:pt idx="1629">
                  <c:v>1.0036985511</c:v>
                </c:pt>
                <c:pt idx="1630">
                  <c:v>1.0031665878</c:v>
                </c:pt>
                <c:pt idx="1631">
                  <c:v>1.0026238576</c:v>
                </c:pt>
                <c:pt idx="1632">
                  <c:v>1.0020721006</c:v>
                </c:pt>
                <c:pt idx="1633">
                  <c:v>1.0015130855</c:v>
                </c:pt>
                <c:pt idx="1634">
                  <c:v>1.0009486043</c:v>
                </c:pt>
                <c:pt idx="1635">
                  <c:v>1.0003804664</c:v>
                </c:pt>
                <c:pt idx="1636">
                  <c:v>0.99981049282</c:v>
                </c:pt>
                <c:pt idx="1637">
                  <c:v>0.99924051054</c:v>
                </c:pt>
                <c:pt idx="1638">
                  <c:v>0.99867234642</c:v>
                </c:pt>
                <c:pt idx="1639">
                  <c:v>0.99810782148</c:v>
                </c:pt>
                <c:pt idx="1640">
                  <c:v>0.9975487451</c:v>
                </c:pt>
                <c:pt idx="1641">
                  <c:v>0.99699690919</c:v>
                </c:pt>
                <c:pt idx="1642">
                  <c:v>0.99645408247</c:v>
                </c:pt>
                <c:pt idx="1643">
                  <c:v>0.99592200485</c:v>
                </c:pt>
                <c:pt idx="1644">
                  <c:v>0.99540238182</c:v>
                </c:pt>
                <c:pt idx="1645">
                  <c:v>0.99489687902</c:v>
                </c:pt>
                <c:pt idx="1646">
                  <c:v>0.99440711692</c:v>
                </c:pt>
                <c:pt idx="1647">
                  <c:v>0.99393466564</c:v>
                </c:pt>
                <c:pt idx="1648">
                  <c:v>0.99348103992</c:v>
                </c:pt>
                <c:pt idx="1649">
                  <c:v>0.99304769428</c:v>
                </c:pt>
                <c:pt idx="1650">
                  <c:v>0.99263601838</c:v>
                </c:pt>
                <c:pt idx="1651">
                  <c:v>0.99224733257</c:v>
                </c:pt>
                <c:pt idx="1652">
                  <c:v>0.99188288366</c:v>
                </c:pt>
                <c:pt idx="1653">
                  <c:v>0.99154384096</c:v>
                </c:pt>
                <c:pt idx="1654">
                  <c:v>0.99123129251</c:v>
                </c:pt>
                <c:pt idx="1655">
                  <c:v>0.99094624164</c:v>
                </c:pt>
                <c:pt idx="1656">
                  <c:v>0.99068960372</c:v>
                </c:pt>
                <c:pt idx="1657">
                  <c:v>0.99046220327</c:v>
                </c:pt>
                <c:pt idx="1658">
                  <c:v>0.9902647713</c:v>
                </c:pt>
                <c:pt idx="1659">
                  <c:v>0.990097943</c:v>
                </c:pt>
                <c:pt idx="1660">
                  <c:v>0.98996225566</c:v>
                </c:pt>
                <c:pt idx="1661">
                  <c:v>0.98985814702</c:v>
                </c:pt>
                <c:pt idx="1662">
                  <c:v>0.98978595381</c:v>
                </c:pt>
                <c:pt idx="1663">
                  <c:v>0.98974591071</c:v>
                </c:pt>
                <c:pt idx="1664">
                  <c:v>0.9897381496</c:v>
                </c:pt>
                <c:pt idx="1665">
                  <c:v>0.98976269911</c:v>
                </c:pt>
                <c:pt idx="1666">
                  <c:v>0.98981948456</c:v>
                </c:pt>
                <c:pt idx="1667">
                  <c:v>0.98990832817</c:v>
                </c:pt>
                <c:pt idx="1668">
                  <c:v>0.99002894967</c:v>
                </c:pt>
                <c:pt idx="1669">
                  <c:v>0.99018096714</c:v>
                </c:pt>
                <c:pt idx="1670">
                  <c:v>0.99036389828</c:v>
                </c:pt>
                <c:pt idx="1671">
                  <c:v>0.99057716194</c:v>
                </c:pt>
                <c:pt idx="1672">
                  <c:v>0.99082007995</c:v>
                </c:pt>
                <c:pt idx="1673">
                  <c:v>0.99109187934</c:v>
                </c:pt>
                <c:pt idx="1674">
                  <c:v>0.99139169475</c:v>
                </c:pt>
                <c:pt idx="1675">
                  <c:v>0.99171857125</c:v>
                </c:pt>
                <c:pt idx="1676">
                  <c:v>0.99207146736</c:v>
                </c:pt>
                <c:pt idx="1677">
                  <c:v>0.9924492584</c:v>
                </c:pt>
                <c:pt idx="1678">
                  <c:v>0.99285074007</c:v>
                </c:pt>
                <c:pt idx="1679">
                  <c:v>0.99327463231</c:v>
                </c:pt>
                <c:pt idx="1680">
                  <c:v>0.99371958339</c:v>
                </c:pt>
                <c:pt idx="1681">
                  <c:v>0.99418417422</c:v>
                </c:pt>
                <c:pt idx="1682">
                  <c:v>0.99466692291</c:v>
                </c:pt>
                <c:pt idx="1683">
                  <c:v>0.9951662895</c:v>
                </c:pt>
                <c:pt idx="1684">
                  <c:v>0.99568068087</c:v>
                </c:pt>
                <c:pt idx="1685">
                  <c:v>0.99620845583</c:v>
                </c:pt>
                <c:pt idx="1686">
                  <c:v>0.99674793041</c:v>
                </c:pt>
                <c:pt idx="1687">
                  <c:v>0.99729738318</c:v>
                </c:pt>
                <c:pt idx="1688">
                  <c:v>0.9978550608</c:v>
                </c:pt>
                <c:pt idx="1689">
                  <c:v>0.99841918362</c:v>
                </c:pt>
                <c:pt idx="1690">
                  <c:v>0.99898795135</c:v>
                </c:pt>
                <c:pt idx="1691">
                  <c:v>0.99955954883</c:v>
                </c:pt>
                <c:pt idx="1692">
                  <c:v>1.0001321518</c:v>
                </c:pt>
                <c:pt idx="1693">
                  <c:v>1.0007039329</c:v>
                </c:pt>
                <c:pt idx="1694">
                  <c:v>1.0012730671</c:v>
                </c:pt>
                <c:pt idx="1695">
                  <c:v>1.0018377381</c:v>
                </c:pt>
                <c:pt idx="1696">
                  <c:v>1.0023961436</c:v>
                </c:pt>
                <c:pt idx="1697">
                  <c:v>1.0029465016</c:v>
                </c:pt>
                <c:pt idx="1698">
                  <c:v>1.0034870555</c:v>
                </c:pt>
                <c:pt idx="1699">
                  <c:v>1.0040160801</c:v>
                </c:pt>
                <c:pt idx="1700">
                  <c:v>1.0045318872</c:v>
                </c:pt>
                <c:pt idx="1701">
                  <c:v>1.0050328307</c:v>
                </c:pt>
                <c:pt idx="1702">
                  <c:v>1.005517312</c:v>
                </c:pt>
                <c:pt idx="1703">
                  <c:v>1.0059837851</c:v>
                </c:pt>
                <c:pt idx="1704">
                  <c:v>1.0064307615</c:v>
                </c:pt>
                <c:pt idx="1705">
                  <c:v>1.0068568152</c:v>
                </c:pt>
                <c:pt idx="1706">
                  <c:v>1.0072605869</c:v>
                </c:pt>
                <c:pt idx="1707">
                  <c:v>1.0076407886</c:v>
                </c:pt>
                <c:pt idx="1708">
                  <c:v>1.0079962074</c:v>
                </c:pt>
                <c:pt idx="1709">
                  <c:v>1.00832571</c:v>
                </c:pt>
                <c:pt idx="1710">
                  <c:v>1.0086282456</c:v>
                </c:pt>
                <c:pt idx="1711">
                  <c:v>1.0089028497</c:v>
                </c:pt>
                <c:pt idx="1712">
                  <c:v>1.0091486472</c:v>
                </c:pt>
                <c:pt idx="1713">
                  <c:v>1.0093648548</c:v>
                </c:pt>
                <c:pt idx="1714">
                  <c:v>1.0095507841</c:v>
                </c:pt>
                <c:pt idx="1715">
                  <c:v>1.0097058431</c:v>
                </c:pt>
                <c:pt idx="1716">
                  <c:v>1.0098295389</c:v>
                </c:pt>
                <c:pt idx="1717">
                  <c:v>1.0099214785</c:v>
                </c:pt>
                <c:pt idx="1718">
                  <c:v>1.0099813705</c:v>
                </c:pt>
                <c:pt idx="1719">
                  <c:v>1.010009026</c:v>
                </c:pt>
                <c:pt idx="1720">
                  <c:v>1.0100043591</c:v>
                </c:pt>
                <c:pt idx="1721">
                  <c:v>1.0099673872</c:v>
                </c:pt>
                <c:pt idx="1722">
                  <c:v>1.0098982309</c:v>
                </c:pt>
                <c:pt idx="1723">
                  <c:v>1.0097971139</c:v>
                </c:pt>
                <c:pt idx="1724">
                  <c:v>1.0096643617</c:v>
                </c:pt>
                <c:pt idx="1725">
                  <c:v>1.0095004013</c:v>
                </c:pt>
                <c:pt idx="1726">
                  <c:v>1.009305759</c:v>
                </c:pt>
                <c:pt idx="1727">
                  <c:v>1.0090810597</c:v>
                </c:pt>
                <c:pt idx="1728">
                  <c:v>1.0088270239</c:v>
                </c:pt>
                <c:pt idx="1729">
                  <c:v>1.0085444662</c:v>
                </c:pt>
                <c:pt idx="1730">
                  <c:v>1.0082342921</c:v>
                </c:pt>
                <c:pt idx="1731">
                  <c:v>1.0078974957</c:v>
                </c:pt>
                <c:pt idx="1732">
                  <c:v>1.0075351557</c:v>
                </c:pt>
                <c:pt idx="1733">
                  <c:v>1.007148433</c:v>
                </c:pt>
                <c:pt idx="1734">
                  <c:v>1.006738566</c:v>
                </c:pt>
                <c:pt idx="1735">
                  <c:v>1.0063068673</c:v>
                </c:pt>
                <c:pt idx="1736">
                  <c:v>1.0058547192</c:v>
                </c:pt>
                <c:pt idx="1737">
                  <c:v>1.0053835694</c:v>
                </c:pt>
                <c:pt idx="1738">
                  <c:v>1.0048949263</c:v>
                </c:pt>
                <c:pt idx="1739">
                  <c:v>1.0043903541</c:v>
                </c:pt>
                <c:pt idx="1740">
                  <c:v>1.0038714682</c:v>
                </c:pt>
                <c:pt idx="1741">
                  <c:v>1.0033399294</c:v>
                </c:pt>
                <c:pt idx="1742">
                  <c:v>1.0027974392</c:v>
                </c:pt>
                <c:pt idx="1743">
                  <c:v>1.0022457339</c:v>
                </c:pt>
                <c:pt idx="1744">
                  <c:v>1.0016865794</c:v>
                </c:pt>
                <c:pt idx="1745">
                  <c:v>1.0011217652</c:v>
                </c:pt>
                <c:pt idx="1746">
                  <c:v>1.0005530992</c:v>
                </c:pt>
                <c:pt idx="1747">
                  <c:v>0.99998240129</c:v>
                </c:pt>
                <c:pt idx="1748">
                  <c:v>0.99941149797</c:v>
                </c:pt>
                <c:pt idx="1749">
                  <c:v>0.99884221636</c:v>
                </c:pt>
                <c:pt idx="1750">
                  <c:v>0.9982763784</c:v>
                </c:pt>
                <c:pt idx="1751">
                  <c:v>0.99771579499</c:v>
                </c:pt>
                <c:pt idx="1752">
                  <c:v>0.99716226021</c:v>
                </c:pt>
                <c:pt idx="1753">
                  <c:v>0.99661754561</c:v>
                </c:pt>
                <c:pt idx="1754">
                  <c:v>0.99608339451</c:v>
                </c:pt>
                <c:pt idx="1755">
                  <c:v>0.99556151645</c:v>
                </c:pt>
                <c:pt idx="1756">
                  <c:v>0.99505358173</c:v>
                </c:pt>
                <c:pt idx="1757">
                  <c:v>0.99456121605</c:v>
                </c:pt>
                <c:pt idx="1758">
                  <c:v>0.99408599532</c:v>
                </c:pt>
                <c:pt idx="1759">
                  <c:v>0.99362944063</c:v>
                </c:pt>
                <c:pt idx="1760">
                  <c:v>0.99319301339</c:v>
                </c:pt>
                <c:pt idx="1761">
                  <c:v>0.99277811063</c:v>
                </c:pt>
                <c:pt idx="1762">
                  <c:v>0.99238606058</c:v>
                </c:pt>
                <c:pt idx="1763">
                  <c:v>0.99201811837</c:v>
                </c:pt>
                <c:pt idx="1764">
                  <c:v>0.99167546208</c:v>
                </c:pt>
                <c:pt idx="1765">
                  <c:v>0.99135918891</c:v>
                </c:pt>
                <c:pt idx="1766">
                  <c:v>0.9910703117</c:v>
                </c:pt>
                <c:pt idx="1767">
                  <c:v>0.99080975573</c:v>
                </c:pt>
                <c:pt idx="1768">
                  <c:v>0.9905783557</c:v>
                </c:pt>
                <c:pt idx="1769">
                  <c:v>0.99037685308</c:v>
                </c:pt>
                <c:pt idx="1770">
                  <c:v>0.99020589377</c:v>
                </c:pt>
                <c:pt idx="1771">
                  <c:v>0.99006602599</c:v>
                </c:pt>
                <c:pt idx="1772">
                  <c:v>0.98995769858</c:v>
                </c:pt>
                <c:pt idx="1773">
                  <c:v>0.98988125951</c:v>
                </c:pt>
                <c:pt idx="1774">
                  <c:v>0.9898369548</c:v>
                </c:pt>
                <c:pt idx="1775">
                  <c:v>0.98982492774</c:v>
                </c:pt>
                <c:pt idx="1776">
                  <c:v>0.98984521839</c:v>
                </c:pt>
                <c:pt idx="1777">
                  <c:v>0.98989776352</c:v>
                </c:pt>
                <c:pt idx="1778">
                  <c:v>0.98998239674</c:v>
                </c:pt>
                <c:pt idx="1779">
                  <c:v>0.99009884908</c:v>
                </c:pt>
                <c:pt idx="1780">
                  <c:v>0.99024674984</c:v>
                </c:pt>
                <c:pt idx="1781">
                  <c:v>0.99042562775</c:v>
                </c:pt>
                <c:pt idx="1782">
                  <c:v>0.99063491252</c:v>
                </c:pt>
                <c:pt idx="1783">
                  <c:v>0.99087393664</c:v>
                </c:pt>
                <c:pt idx="1784">
                  <c:v>0.99114193749</c:v>
                </c:pt>
                <c:pt idx="1785">
                  <c:v>0.99143805982</c:v>
                </c:pt>
                <c:pt idx="1786">
                  <c:v>0.99176135847</c:v>
                </c:pt>
                <c:pt idx="1787">
                  <c:v>0.99211080139</c:v>
                </c:pt>
                <c:pt idx="1788">
                  <c:v>0.99248527292</c:v>
                </c:pt>
                <c:pt idx="1789">
                  <c:v>0.99288357739</c:v>
                </c:pt>
                <c:pt idx="1790">
                  <c:v>0.99330444292</c:v>
                </c:pt>
                <c:pt idx="1791">
                  <c:v>0.9937465255</c:v>
                </c:pt>
                <c:pt idx="1792">
                  <c:v>0.99420841328</c:v>
                </c:pt>
                <c:pt idx="1793">
                  <c:v>0.99468863108</c:v>
                </c:pt>
                <c:pt idx="1794">
                  <c:v>0.9951856451</c:v>
                </c:pt>
                <c:pt idx="1795">
                  <c:v>0.99569786786</c:v>
                </c:pt>
                <c:pt idx="1796">
                  <c:v>0.99622366322</c:v>
                </c:pt>
                <c:pt idx="1797">
                  <c:v>0.99676135165</c:v>
                </c:pt>
                <c:pt idx="1798">
                  <c:v>0.9973092156</c:v>
                </c:pt>
                <c:pt idx="1799">
                  <c:v>0.99786550495</c:v>
                </c:pt>
                <c:pt idx="1800">
                  <c:v>0.99842844268</c:v>
                </c:pt>
                <c:pt idx="1801">
                  <c:v>0.99899623046</c:v>
                </c:pt>
                <c:pt idx="1802">
                  <c:v>0.99956705446</c:v>
                </c:pt>
                <c:pt idx="1803">
                  <c:v>1.0001390911</c:v>
                </c:pt>
                <c:pt idx="1804">
                  <c:v>1.0007105131</c:v>
                </c:pt>
                <c:pt idx="1805">
                  <c:v>1.0012794948</c:v>
                </c:pt>
                <c:pt idx="1806">
                  <c:v>1.0018442186</c:v>
                </c:pt>
                <c:pt idx="1807">
                  <c:v>1.0024028804</c:v>
                </c:pt>
                <c:pt idx="1808">
                  <c:v>1.0029536956</c:v>
                </c:pt>
                <c:pt idx="1809">
                  <c:v>1.0034949043</c:v>
                </c:pt>
                <c:pt idx="1810">
                  <c:v>1.0040247779</c:v>
                </c:pt>
                <c:pt idx="1811">
                  <c:v>1.0045416234</c:v>
                </c:pt>
                <c:pt idx="1812">
                  <c:v>1.0050437899</c:v>
                </c:pt>
                <c:pt idx="1813">
                  <c:v>1.0055296731</c:v>
                </c:pt>
                <c:pt idx="1814">
                  <c:v>1.0059977211</c:v>
                </c:pt>
                <c:pt idx="1815">
                  <c:v>1.0064464387</c:v>
                </c:pt>
                <c:pt idx="1816">
                  <c:v>1.0068743926</c:v>
                </c:pt>
                <c:pt idx="1817">
                  <c:v>1.0072802158</c:v>
                </c:pt>
                <c:pt idx="1818">
                  <c:v>1.0076626122</c:v>
                </c:pt>
                <c:pt idx="1819">
                  <c:v>1.0080203604</c:v>
                </c:pt>
                <c:pt idx="1820">
                  <c:v>1.0083523179</c:v>
                </c:pt>
                <c:pt idx="1821">
                  <c:v>1.0086574247</c:v>
                </c:pt>
                <c:pt idx="1822">
                  <c:v>1.0089347065</c:v>
                </c:pt>
                <c:pt idx="1823">
                  <c:v>1.0091832779</c:v>
                </c:pt>
                <c:pt idx="1824">
                  <c:v>1.0094023455</c:v>
                </c:pt>
                <c:pt idx="1825">
                  <c:v>1.0095912101</c:v>
                </c:pt>
                <c:pt idx="1826">
                  <c:v>1.0097492688</c:v>
                </c:pt>
                <c:pt idx="1827">
                  <c:v>1.0098760177</c:v>
                </c:pt>
                <c:pt idx="1828">
                  <c:v>1.0099710525</c:v>
                </c:pt>
                <c:pt idx="1829">
                  <c:v>1.0100340705</c:v>
                </c:pt>
                <c:pt idx="1830">
                  <c:v>1.0100648713</c:v>
                </c:pt>
                <c:pt idx="1831">
                  <c:v>1.0100633576</c:v>
                </c:pt>
                <c:pt idx="1832">
                  <c:v>1.0100295351</c:v>
                </c:pt>
                <c:pt idx="1833">
                  <c:v>1.0099635132</c:v>
                </c:pt>
                <c:pt idx="1834">
                  <c:v>1.0098655039</c:v>
                </c:pt>
                <c:pt idx="1835">
                  <c:v>1.0097358216</c:v>
                </c:pt>
                <c:pt idx="1836">
                  <c:v>1.0095748818</c:v>
                </c:pt>
                <c:pt idx="1837">
                  <c:v>1.0093832002</c:v>
                </c:pt>
                <c:pt idx="1838">
                  <c:v>1.0091613905</c:v>
                </c:pt>
                <c:pt idx="1839">
                  <c:v>1.0089101627</c:v>
                </c:pt>
                <c:pt idx="1840">
                  <c:v>1.0086303212</c:v>
                </c:pt>
                <c:pt idx="1841">
                  <c:v>1.0083227614</c:v>
                </c:pt>
                <c:pt idx="1842">
                  <c:v>1.0079884676</c:v>
                </c:pt>
                <c:pt idx="1843">
                  <c:v>1.0076285094</c:v>
                </c:pt>
                <c:pt idx="1844">
                  <c:v>1.0072440387</c:v>
                </c:pt>
                <c:pt idx="1845">
                  <c:v>1.0068362854</c:v>
                </c:pt>
                <c:pt idx="1846">
                  <c:v>1.006406554</c:v>
                </c:pt>
                <c:pt idx="1847">
                  <c:v>1.0059562194</c:v>
                </c:pt>
                <c:pt idx="1848">
                  <c:v>1.005486722</c:v>
                </c:pt>
                <c:pt idx="1849">
                  <c:v>1.0049995639</c:v>
                </c:pt>
                <c:pt idx="1850">
                  <c:v>1.0044963032</c:v>
                </c:pt>
                <c:pt idx="1851">
                  <c:v>1.0039785498</c:v>
                </c:pt>
                <c:pt idx="1852">
                  <c:v>1.0034479599</c:v>
                </c:pt>
                <c:pt idx="1853">
                  <c:v>1.0029062304</c:v>
                </c:pt>
                <c:pt idx="1854">
                  <c:v>1.0023550943</c:v>
                </c:pt>
                <c:pt idx="1855">
                  <c:v>1.0017963143</c:v>
                </c:pt>
                <c:pt idx="1856">
                  <c:v>1.0012316776</c:v>
                </c:pt>
                <c:pt idx="1857">
                  <c:v>1.0006629902</c:v>
                </c:pt>
                <c:pt idx="1858">
                  <c:v>1.0000920711</c:v>
                </c:pt>
                <c:pt idx="1859">
                  <c:v>0.99952074616</c:v>
                </c:pt>
                <c:pt idx="1860">
                  <c:v>0.99895084283</c:v>
                </c:pt>
                <c:pt idx="1861">
                  <c:v>0.99838418383</c:v>
                </c:pt>
                <c:pt idx="1862">
                  <c:v>0.99782258157</c:v>
                </c:pt>
                <c:pt idx="1863">
                  <c:v>0.99726783225</c:v>
                </c:pt>
                <c:pt idx="1864">
                  <c:v>0.9967217102</c:v>
                </c:pt>
                <c:pt idx="1865">
                  <c:v>0.99618596212</c:v>
                </c:pt>
                <c:pt idx="1866">
                  <c:v>0.99566230157</c:v>
                </c:pt>
                <c:pt idx="1867">
                  <c:v>0.99515240345</c:v>
                </c:pt>
                <c:pt idx="1868">
                  <c:v>0.99465789864</c:v>
                </c:pt>
                <c:pt idx="1869">
                  <c:v>0.99418036884</c:v>
                </c:pt>
                <c:pt idx="1870">
                  <c:v>0.99372134144</c:v>
                </c:pt>
                <c:pt idx="1871">
                  <c:v>0.99328228469</c:v>
                </c:pt>
                <c:pt idx="1872">
                  <c:v>0.992864603</c:v>
                </c:pt>
                <c:pt idx="1873">
                  <c:v>0.99246963242</c:v>
                </c:pt>
                <c:pt idx="1874">
                  <c:v>0.9920986364</c:v>
                </c:pt>
                <c:pt idx="1875">
                  <c:v>0.99175280174</c:v>
                </c:pt>
                <c:pt idx="1876">
                  <c:v>0.99143323479</c:v>
                </c:pt>
                <c:pt idx="1877">
                  <c:v>0.99114095793</c:v>
                </c:pt>
                <c:pt idx="1878">
                  <c:v>0.99087690627</c:v>
                </c:pt>
                <c:pt idx="1879">
                  <c:v>0.9906419247</c:v>
                </c:pt>
                <c:pt idx="1880">
                  <c:v>0.99043676517</c:v>
                </c:pt>
                <c:pt idx="1881">
                  <c:v>0.99026208428</c:v>
                </c:pt>
                <c:pt idx="1882">
                  <c:v>0.99011844118</c:v>
                </c:pt>
                <c:pt idx="1883">
                  <c:v>0.9900062958</c:v>
                </c:pt>
                <c:pt idx="1884">
                  <c:v>0.98992600738</c:v>
                </c:pt>
                <c:pt idx="1885">
                  <c:v>0.98987783328</c:v>
                </c:pt>
                <c:pt idx="1886">
                  <c:v>0.98986192822</c:v>
                </c:pt>
                <c:pt idx="1887">
                  <c:v>0.98987834374</c:v>
                </c:pt>
                <c:pt idx="1888">
                  <c:v>0.98992702804</c:v>
                </c:pt>
                <c:pt idx="1889">
                  <c:v>0.99000782617</c:v>
                </c:pt>
                <c:pt idx="1890">
                  <c:v>0.9901204805</c:v>
                </c:pt>
                <c:pt idx="1891">
                  <c:v>0.99026463157</c:v>
                </c:pt>
                <c:pt idx="1892">
                  <c:v>0.9904398192</c:v>
                </c:pt>
                <c:pt idx="1893">
                  <c:v>0.99064548399</c:v>
                </c:pt>
                <c:pt idx="1894">
                  <c:v>0.99088096912</c:v>
                </c:pt>
                <c:pt idx="1895">
                  <c:v>0.99114552242</c:v>
                </c:pt>
                <c:pt idx="1896">
                  <c:v>0.99143829878</c:v>
                </c:pt>
                <c:pt idx="1897">
                  <c:v>0.99175836287</c:v>
                </c:pt>
                <c:pt idx="1898">
                  <c:v>0.99210469211</c:v>
                </c:pt>
                <c:pt idx="1899">
                  <c:v>0.99247617995</c:v>
                </c:pt>
                <c:pt idx="1900">
                  <c:v>0.99287163942</c:v>
                </c:pt>
                <c:pt idx="1901">
                  <c:v>0.99328980689</c:v>
                </c:pt>
                <c:pt idx="1902">
                  <c:v>0.99372934614</c:v>
                </c:pt>
                <c:pt idx="1903">
                  <c:v>0.99418885262</c:v>
                </c:pt>
                <c:pt idx="1904">
                  <c:v>0.99466685794</c:v>
                </c:pt>
                <c:pt idx="1905">
                  <c:v>0.99516183457</c:v>
                </c:pt>
                <c:pt idx="1906">
                  <c:v>0.99567220073</c:v>
                </c:pt>
                <c:pt idx="1907">
                  <c:v>0.9961963254</c:v>
                </c:pt>
                <c:pt idx="1908">
                  <c:v>0.99673253363</c:v>
                </c:pt>
                <c:pt idx="1909">
                  <c:v>0.99727911177</c:v>
                </c:pt>
                <c:pt idx="1910">
                  <c:v>0.99783431306</c:v>
                </c:pt>
                <c:pt idx="1911">
                  <c:v>0.99839636316</c:v>
                </c:pt>
                <c:pt idx="1912">
                  <c:v>0.99896346581</c:v>
                </c:pt>
                <c:pt idx="1913">
                  <c:v>0.99953380862</c:v>
                </c:pt>
                <c:pt idx="1914">
                  <c:v>1.0001055688</c:v>
                </c:pt>
                <c:pt idx="1915">
                  <c:v>1.0006769191</c:v>
                </c:pt>
                <c:pt idx="1916">
                  <c:v>1.0012460335</c:v>
                </c:pt>
                <c:pt idx="1917">
                  <c:v>1.0018110931</c:v>
                </c:pt>
                <c:pt idx="1918">
                  <c:v>1.0023702921</c:v>
                </c:pt>
                <c:pt idx="1919">
                  <c:v>1.0029218432</c:v>
                </c:pt>
                <c:pt idx="1920">
                  <c:v>1.0034639839</c:v>
                </c:pt>
                <c:pt idx="1921">
                  <c:v>1.0039949814</c:v>
                </c:pt>
                <c:pt idx="1922">
                  <c:v>1.0045131386</c:v>
                </c:pt>
                <c:pt idx="1923">
                  <c:v>1.0050167998</c:v>
                </c:pt>
                <c:pt idx="1924">
                  <c:v>1.0055043552</c:v>
                </c:pt>
                <c:pt idx="1925">
                  <c:v>1.0059742466</c:v>
                </c:pt>
                <c:pt idx="1926">
                  <c:v>1.0064249724</c:v>
                </c:pt>
                <c:pt idx="1927">
                  <c:v>1.0068550922</c:v>
                </c:pt>
                <c:pt idx="1928">
                  <c:v>1.0072632315</c:v>
                </c:pt>
                <c:pt idx="1929">
                  <c:v>1.0076480859</c:v>
                </c:pt>
                <c:pt idx="1930">
                  <c:v>1.0080084256</c:v>
                </c:pt>
                <c:pt idx="1931">
                  <c:v>1.0083430991</c:v>
                </c:pt>
                <c:pt idx="1932">
                  <c:v>1.008651037</c:v>
                </c:pt>
                <c:pt idx="1933">
                  <c:v>1.0089312554</c:v>
                </c:pt>
                <c:pt idx="1934">
                  <c:v>1.0091828589</c:v>
                </c:pt>
                <c:pt idx="1935">
                  <c:v>1.0094050436</c:v>
                </c:pt>
                <c:pt idx="1936">
                  <c:v>1.0095970997</c:v>
                </c:pt>
                <c:pt idx="1937">
                  <c:v>1.0097584137</c:v>
                </c:pt>
                <c:pt idx="1938">
                  <c:v>1.0098884704</c:v>
                </c:pt>
                <c:pt idx="1939">
                  <c:v>1.0099868544</c:v>
                </c:pt>
                <c:pt idx="1940">
                  <c:v>1.0100532516</c:v>
                </c:pt>
                <c:pt idx="1941">
                  <c:v>1.0100874504</c:v>
                </c:pt>
                <c:pt idx="1942">
                  <c:v>1.0100893417</c:v>
                </c:pt>
                <c:pt idx="1943">
                  <c:v>1.0100589201</c:v>
                </c:pt>
                <c:pt idx="1944">
                  <c:v>1.0099962831</c:v>
                </c:pt>
                <c:pt idx="1945">
                  <c:v>1.0099016316</c:v>
                </c:pt>
                <c:pt idx="1946">
                  <c:v>1.0097752684</c:v>
                </c:pt>
                <c:pt idx="1947">
                  <c:v>1.0096175981</c:v>
                </c:pt>
                <c:pt idx="1948">
                  <c:v>1.0094291251</c:v>
                </c:pt>
                <c:pt idx="1949">
                  <c:v>1.0092104524</c:v>
                </c:pt>
                <c:pt idx="1950">
                  <c:v>1.0089622795</c:v>
                </c:pt>
                <c:pt idx="1951">
                  <c:v>1.0086854001</c:v>
                </c:pt>
                <c:pt idx="1952">
                  <c:v>1.0083806999</c:v>
                </c:pt>
                <c:pt idx="1953">
                  <c:v>1.0080491534</c:v>
                </c:pt>
                <c:pt idx="1954">
                  <c:v>1.0076918209</c:v>
                </c:pt>
                <c:pt idx="1955">
                  <c:v>1.0073098452</c:v>
                </c:pt>
                <c:pt idx="1956">
                  <c:v>1.0069044479</c:v>
                </c:pt>
                <c:pt idx="1957">
                  <c:v>1.0064769252</c:v>
                </c:pt>
                <c:pt idx="1958">
                  <c:v>1.0060286445</c:v>
                </c:pt>
                <c:pt idx="1959">
                  <c:v>1.0055610392</c:v>
                </c:pt>
                <c:pt idx="1960">
                  <c:v>1.0050756045</c:v>
                </c:pt>
                <c:pt idx="1961">
                  <c:v>1.0045738928</c:v>
                </c:pt>
                <c:pt idx="1962">
                  <c:v>1.0040575084</c:v>
                </c:pt>
                <c:pt idx="1963">
                  <c:v>1.0035281025</c:v>
                </c:pt>
                <c:pt idx="1964">
                  <c:v>1.0029873679</c:v>
                </c:pt>
                <c:pt idx="1965">
                  <c:v>1.0024370338</c:v>
                </c:pt>
                <c:pt idx="1966">
                  <c:v>1.0018788597</c:v>
                </c:pt>
                <c:pt idx="1967">
                  <c:v>1.0013146306</c:v>
                </c:pt>
                <c:pt idx="1968">
                  <c:v>1.0007461505</c:v>
                </c:pt>
                <c:pt idx="1969">
                  <c:v>1.0001752373</c:v>
                </c:pt>
                <c:pt idx="1970">
                  <c:v>0.99960371642</c:v>
                </c:pt>
                <c:pt idx="1971">
                  <c:v>0.99903341536</c:v>
                </c:pt>
                <c:pt idx="1972">
                  <c:v>0.99846615766</c:v>
                </c:pt>
                <c:pt idx="1973">
                  <c:v>0.99790375714</c:v>
                </c:pt>
                <c:pt idx="1974">
                  <c:v>0.9973480121</c:v>
                </c:pt>
                <c:pt idx="1975">
                  <c:v>0.99680069956</c:v>
                </c:pt>
                <c:pt idx="1976">
                  <c:v>0.99626356957</c:v>
                </c:pt>
                <c:pt idx="1977">
                  <c:v>0.99573833961</c:v>
                </c:pt>
                <c:pt idx="1978">
                  <c:v>0.99522668916</c:v>
                </c:pt>
                <c:pt idx="1979">
                  <c:v>0.99473025423</c:v>
                </c:pt>
                <c:pt idx="1980">
                  <c:v>0.99425062224</c:v>
                </c:pt>
                <c:pt idx="1981">
                  <c:v>0.99378932684</c:v>
                </c:pt>
                <c:pt idx="1982">
                  <c:v>0.99334784308</c:v>
                </c:pt>
                <c:pt idx="1983">
                  <c:v>0.99292758268</c:v>
                </c:pt>
                <c:pt idx="1984">
                  <c:v>0.9925298895</c:v>
                </c:pt>
                <c:pt idx="1985">
                  <c:v>0.99215603525</c:v>
                </c:pt>
                <c:pt idx="1986">
                  <c:v>0.99180721542</c:v>
                </c:pt>
                <c:pt idx="1987">
                  <c:v>0.99148454548</c:v>
                </c:pt>
                <c:pt idx="1988">
                  <c:v>0.9911890573</c:v>
                </c:pt>
                <c:pt idx="1989">
                  <c:v>0.99092169583</c:v>
                </c:pt>
                <c:pt idx="1990">
                  <c:v>0.99068331612</c:v>
                </c:pt>
                <c:pt idx="1991">
                  <c:v>0.99047468055</c:v>
                </c:pt>
                <c:pt idx="1992">
                  <c:v>0.99029645642</c:v>
                </c:pt>
                <c:pt idx="1993">
                  <c:v>0.9901492138</c:v>
                </c:pt>
                <c:pt idx="1994">
                  <c:v>0.99003342372</c:v>
                </c:pt>
                <c:pt idx="1995">
                  <c:v>0.98994945665</c:v>
                </c:pt>
                <c:pt idx="1996">
                  <c:v>0.98989758132</c:v>
                </c:pt>
                <c:pt idx="1997">
                  <c:v>0.98987796387</c:v>
                </c:pt>
                <c:pt idx="1998">
                  <c:v>0.98989066731</c:v>
                </c:pt>
                <c:pt idx="1999">
                  <c:v>0.98993565133</c:v>
                </c:pt>
                <c:pt idx="2000">
                  <c:v>0.99001277239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0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餘弦參考</c:v>
          </c:tx>
          <c:spPr>
            <a:ln xmlns:a="http://schemas.openxmlformats.org/drawingml/2006/main" w="23813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Data'!$A$2:$A$362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xVal>
          <c:yVal>
            <c:numRef>
              <c:f>'Chart Data'!$B$2:$B$362</c:f>
              <c:numCache>
                <c:formatCode>0.0</c:formatCode>
                <c:ptCount val="361"/>
                <c:pt idx="0">
                  <c:v>1</c:v>
                </c:pt>
                <c:pt idx="1">
                  <c:v>0.99984769516</c:v>
                </c:pt>
                <c:pt idx="2">
                  <c:v>0.99939082702</c:v>
                </c:pt>
                <c:pt idx="3">
                  <c:v>0.99862953475</c:v>
                </c:pt>
                <c:pt idx="4">
                  <c:v>0.99756405026</c:v>
                </c:pt>
                <c:pt idx="5">
                  <c:v>0.99619469809</c:v>
                </c:pt>
                <c:pt idx="6">
                  <c:v>0.99452189537</c:v>
                </c:pt>
                <c:pt idx="7">
                  <c:v>0.99254615164</c:v>
                </c:pt>
                <c:pt idx="8">
                  <c:v>0.99026806874</c:v>
                </c:pt>
                <c:pt idx="9">
                  <c:v>0.9876883406</c:v>
                </c:pt>
                <c:pt idx="10">
                  <c:v>0.98480775301</c:v>
                </c:pt>
                <c:pt idx="11">
                  <c:v>0.98162718345</c:v>
                </c:pt>
                <c:pt idx="12">
                  <c:v>0.97814760073</c:v>
                </c:pt>
                <c:pt idx="13">
                  <c:v>0.97437006479</c:v>
                </c:pt>
                <c:pt idx="14">
                  <c:v>0.97029572628</c:v>
                </c:pt>
                <c:pt idx="15">
                  <c:v>0.96592582629</c:v>
                </c:pt>
                <c:pt idx="16">
                  <c:v>0.96126169594</c:v>
                </c:pt>
                <c:pt idx="17">
                  <c:v>0.95630475596</c:v>
                </c:pt>
                <c:pt idx="18">
                  <c:v>0.9510565163</c:v>
                </c:pt>
                <c:pt idx="19">
                  <c:v>0.9455185756</c:v>
                </c:pt>
                <c:pt idx="20">
                  <c:v>0.93969262079</c:v>
                </c:pt>
                <c:pt idx="21">
                  <c:v>0.9335804265</c:v>
                </c:pt>
                <c:pt idx="22">
                  <c:v>0.92718385457</c:v>
                </c:pt>
                <c:pt idx="23">
                  <c:v>0.92050485345</c:v>
                </c:pt>
                <c:pt idx="24">
                  <c:v>0.91354545764</c:v>
                </c:pt>
                <c:pt idx="25">
                  <c:v>0.90630778704</c:v>
                </c:pt>
                <c:pt idx="26">
                  <c:v>0.8987940463</c:v>
                </c:pt>
                <c:pt idx="27">
                  <c:v>0.89100652419</c:v>
                </c:pt>
                <c:pt idx="28">
                  <c:v>0.88294759286</c:v>
                </c:pt>
                <c:pt idx="29">
                  <c:v>0.87461970714</c:v>
                </c:pt>
                <c:pt idx="30">
                  <c:v>0.86602540378</c:v>
                </c:pt>
                <c:pt idx="31">
                  <c:v>0.8571673007</c:v>
                </c:pt>
                <c:pt idx="32">
                  <c:v>0.84804809616</c:v>
                </c:pt>
                <c:pt idx="33">
                  <c:v>0.83867056795</c:v>
                </c:pt>
                <c:pt idx="34">
                  <c:v>0.82903757256</c:v>
                </c:pt>
                <c:pt idx="35">
                  <c:v>0.81915204429</c:v>
                </c:pt>
                <c:pt idx="36">
                  <c:v>0.80901699437</c:v>
                </c:pt>
                <c:pt idx="37">
                  <c:v>0.79863551005</c:v>
                </c:pt>
                <c:pt idx="38">
                  <c:v>0.78801075361</c:v>
                </c:pt>
                <c:pt idx="39">
                  <c:v>0.77714596146</c:v>
                </c:pt>
                <c:pt idx="40">
                  <c:v>0.76604444312</c:v>
                </c:pt>
                <c:pt idx="41">
                  <c:v>0.75470958022</c:v>
                </c:pt>
                <c:pt idx="42">
                  <c:v>0.74314482548</c:v>
                </c:pt>
                <c:pt idx="43">
                  <c:v>0.73135370162</c:v>
                </c:pt>
                <c:pt idx="44">
                  <c:v>0.71933980034</c:v>
                </c:pt>
                <c:pt idx="45">
                  <c:v>0.70710678119</c:v>
                </c:pt>
                <c:pt idx="46">
                  <c:v>0.69465837046</c:v>
                </c:pt>
                <c:pt idx="47">
                  <c:v>0.68199836006</c:v>
                </c:pt>
                <c:pt idx="48">
                  <c:v>0.66913060636</c:v>
                </c:pt>
                <c:pt idx="49">
                  <c:v>0.65605902899</c:v>
                </c:pt>
                <c:pt idx="50">
                  <c:v>0.64278760969</c:v>
                </c:pt>
                <c:pt idx="51">
                  <c:v>0.62932039105</c:v>
                </c:pt>
                <c:pt idx="52">
                  <c:v>0.61566147533</c:v>
                </c:pt>
                <c:pt idx="53">
                  <c:v>0.60181502315</c:v>
                </c:pt>
                <c:pt idx="54">
                  <c:v>0.58778525229</c:v>
                </c:pt>
                <c:pt idx="55">
                  <c:v>0.57357643635</c:v>
                </c:pt>
                <c:pt idx="56">
                  <c:v>0.55919290347</c:v>
                </c:pt>
                <c:pt idx="57">
                  <c:v>0.54463903502</c:v>
                </c:pt>
                <c:pt idx="58">
                  <c:v>0.52991926423</c:v>
                </c:pt>
                <c:pt idx="59">
                  <c:v>0.51503807491</c:v>
                </c:pt>
                <c:pt idx="60">
                  <c:v>0.5</c:v>
                </c:pt>
                <c:pt idx="61">
                  <c:v>0.48480962025</c:v>
                </c:pt>
                <c:pt idx="62">
                  <c:v>0.46947156279</c:v>
                </c:pt>
                <c:pt idx="63">
                  <c:v>0.45399049974</c:v>
                </c:pt>
                <c:pt idx="64">
                  <c:v>0.43837114679</c:v>
                </c:pt>
                <c:pt idx="65">
                  <c:v>0.42261826174</c:v>
                </c:pt>
                <c:pt idx="66">
                  <c:v>0.40673664308</c:v>
                </c:pt>
                <c:pt idx="67">
                  <c:v>0.39073112849</c:v>
                </c:pt>
                <c:pt idx="68">
                  <c:v>0.37460659342</c:v>
                </c:pt>
                <c:pt idx="69">
                  <c:v>0.35836794955</c:v>
                </c:pt>
                <c:pt idx="70">
                  <c:v>0.34202014333</c:v>
                </c:pt>
                <c:pt idx="71">
                  <c:v>0.32556815446</c:v>
                </c:pt>
                <c:pt idx="72">
                  <c:v>0.30901699437</c:v>
                </c:pt>
                <c:pt idx="73">
                  <c:v>0.29237170472</c:v>
                </c:pt>
                <c:pt idx="74">
                  <c:v>0.27563735582</c:v>
                </c:pt>
                <c:pt idx="75">
                  <c:v>0.2588190451</c:v>
                </c:pt>
                <c:pt idx="76">
                  <c:v>0.2419218956</c:v>
                </c:pt>
                <c:pt idx="77">
                  <c:v>0.22495105434</c:v>
                </c:pt>
                <c:pt idx="78">
                  <c:v>0.20791169082</c:v>
                </c:pt>
                <c:pt idx="79">
                  <c:v>0.19080899538</c:v>
                </c:pt>
                <c:pt idx="80">
                  <c:v>0.17364817767</c:v>
                </c:pt>
                <c:pt idx="81">
                  <c:v>0.15643446504</c:v>
                </c:pt>
                <c:pt idx="82">
                  <c:v>0.13917310096</c:v>
                </c:pt>
                <c:pt idx="83">
                  <c:v>0.12186934341</c:v>
                </c:pt>
                <c:pt idx="84">
                  <c:v>0.10452846327</c:v>
                </c:pt>
                <c:pt idx="85">
                  <c:v>0.087155742748</c:v>
                </c:pt>
                <c:pt idx="86">
                  <c:v>0.069756473744</c:v>
                </c:pt>
                <c:pt idx="87">
                  <c:v>0.052335956243</c:v>
                </c:pt>
                <c:pt idx="88">
                  <c:v>0.034899496703</c:v>
                </c:pt>
                <c:pt idx="89">
                  <c:v>0.017452406437</c:v>
                </c:pt>
                <c:pt idx="90">
                  <c:v>0</c:v>
                </c:pt>
                <c:pt idx="91">
                  <c:v>-0.017452406437</c:v>
                </c:pt>
                <c:pt idx="92">
                  <c:v>-0.034899496703</c:v>
                </c:pt>
                <c:pt idx="93">
                  <c:v>-0.052335956243</c:v>
                </c:pt>
                <c:pt idx="94">
                  <c:v>-0.069756473744</c:v>
                </c:pt>
                <c:pt idx="95">
                  <c:v>-0.087155742748</c:v>
                </c:pt>
                <c:pt idx="96">
                  <c:v>-0.10452846327</c:v>
                </c:pt>
                <c:pt idx="97">
                  <c:v>-0.12186934341</c:v>
                </c:pt>
                <c:pt idx="98">
                  <c:v>-0.13917310096</c:v>
                </c:pt>
                <c:pt idx="99">
                  <c:v>-0.15643446504</c:v>
                </c:pt>
                <c:pt idx="100">
                  <c:v>-0.17364817767</c:v>
                </c:pt>
                <c:pt idx="101">
                  <c:v>-0.19080899538</c:v>
                </c:pt>
                <c:pt idx="102">
                  <c:v>-0.20791169082</c:v>
                </c:pt>
                <c:pt idx="103">
                  <c:v>-0.22495105434</c:v>
                </c:pt>
                <c:pt idx="104">
                  <c:v>-0.2419218956</c:v>
                </c:pt>
                <c:pt idx="105">
                  <c:v>-0.2588190451</c:v>
                </c:pt>
                <c:pt idx="106">
                  <c:v>-0.27563735582</c:v>
                </c:pt>
                <c:pt idx="107">
                  <c:v>-0.29237170472</c:v>
                </c:pt>
                <c:pt idx="108">
                  <c:v>-0.30901699437</c:v>
                </c:pt>
                <c:pt idx="109">
                  <c:v>-0.32556815446</c:v>
                </c:pt>
                <c:pt idx="110">
                  <c:v>-0.34202014333</c:v>
                </c:pt>
                <c:pt idx="111">
                  <c:v>-0.35836794955</c:v>
                </c:pt>
                <c:pt idx="112">
                  <c:v>-0.37460659342</c:v>
                </c:pt>
                <c:pt idx="113">
                  <c:v>-0.39073112849</c:v>
                </c:pt>
                <c:pt idx="114">
                  <c:v>-0.40673664308</c:v>
                </c:pt>
                <c:pt idx="115">
                  <c:v>-0.42261826174</c:v>
                </c:pt>
                <c:pt idx="116">
                  <c:v>-0.43837114679</c:v>
                </c:pt>
                <c:pt idx="117">
                  <c:v>-0.45399049974</c:v>
                </c:pt>
                <c:pt idx="118">
                  <c:v>-0.46947156279</c:v>
                </c:pt>
                <c:pt idx="119">
                  <c:v>-0.48480962025</c:v>
                </c:pt>
                <c:pt idx="120">
                  <c:v>-0.5</c:v>
                </c:pt>
                <c:pt idx="121">
                  <c:v>-0.51503807491</c:v>
                </c:pt>
                <c:pt idx="122">
                  <c:v>-0.52991926423</c:v>
                </c:pt>
                <c:pt idx="123">
                  <c:v>-0.54463903502</c:v>
                </c:pt>
                <c:pt idx="124">
                  <c:v>-0.55919290347</c:v>
                </c:pt>
                <c:pt idx="125">
                  <c:v>-0.57357643635</c:v>
                </c:pt>
                <c:pt idx="126">
                  <c:v>-0.58778525229</c:v>
                </c:pt>
                <c:pt idx="127">
                  <c:v>-0.60181502315</c:v>
                </c:pt>
                <c:pt idx="128">
                  <c:v>-0.61566147533</c:v>
                </c:pt>
                <c:pt idx="129">
                  <c:v>-0.62932039105</c:v>
                </c:pt>
                <c:pt idx="130">
                  <c:v>-0.64278760969</c:v>
                </c:pt>
                <c:pt idx="131">
                  <c:v>-0.65605902899</c:v>
                </c:pt>
                <c:pt idx="132">
                  <c:v>-0.66913060636</c:v>
                </c:pt>
                <c:pt idx="133">
                  <c:v>-0.68199836006</c:v>
                </c:pt>
                <c:pt idx="134">
                  <c:v>-0.69465837046</c:v>
                </c:pt>
                <c:pt idx="135">
                  <c:v>-0.70710678119</c:v>
                </c:pt>
                <c:pt idx="136">
                  <c:v>-0.71933980034</c:v>
                </c:pt>
                <c:pt idx="137">
                  <c:v>-0.73135370162</c:v>
                </c:pt>
                <c:pt idx="138">
                  <c:v>-0.74314482548</c:v>
                </c:pt>
                <c:pt idx="139">
                  <c:v>-0.75470958022</c:v>
                </c:pt>
                <c:pt idx="140">
                  <c:v>-0.76604444312</c:v>
                </c:pt>
                <c:pt idx="141">
                  <c:v>-0.77714596146</c:v>
                </c:pt>
                <c:pt idx="142">
                  <c:v>-0.78801075361</c:v>
                </c:pt>
                <c:pt idx="143">
                  <c:v>-0.79863551005</c:v>
                </c:pt>
                <c:pt idx="144">
                  <c:v>-0.80901699437</c:v>
                </c:pt>
                <c:pt idx="145">
                  <c:v>-0.81915204429</c:v>
                </c:pt>
                <c:pt idx="146">
                  <c:v>-0.82903757256</c:v>
                </c:pt>
                <c:pt idx="147">
                  <c:v>-0.83867056795</c:v>
                </c:pt>
                <c:pt idx="148">
                  <c:v>-0.84804809616</c:v>
                </c:pt>
                <c:pt idx="149">
                  <c:v>-0.8571673007</c:v>
                </c:pt>
                <c:pt idx="150">
                  <c:v>-0.86602540378</c:v>
                </c:pt>
                <c:pt idx="151">
                  <c:v>-0.87461970714</c:v>
                </c:pt>
                <c:pt idx="152">
                  <c:v>-0.88294759286</c:v>
                </c:pt>
                <c:pt idx="153">
                  <c:v>-0.89100652419</c:v>
                </c:pt>
                <c:pt idx="154">
                  <c:v>-0.8987940463</c:v>
                </c:pt>
                <c:pt idx="155">
                  <c:v>-0.90630778704</c:v>
                </c:pt>
                <c:pt idx="156">
                  <c:v>-0.91354545764</c:v>
                </c:pt>
                <c:pt idx="157">
                  <c:v>-0.92050485345</c:v>
                </c:pt>
                <c:pt idx="158">
                  <c:v>-0.92718385457</c:v>
                </c:pt>
                <c:pt idx="159">
                  <c:v>-0.9335804265</c:v>
                </c:pt>
                <c:pt idx="160">
                  <c:v>-0.93969262079</c:v>
                </c:pt>
                <c:pt idx="161">
                  <c:v>-0.9455185756</c:v>
                </c:pt>
                <c:pt idx="162">
                  <c:v>-0.9510565163</c:v>
                </c:pt>
                <c:pt idx="163">
                  <c:v>-0.95630475596</c:v>
                </c:pt>
                <c:pt idx="164">
                  <c:v>-0.96126169594</c:v>
                </c:pt>
                <c:pt idx="165">
                  <c:v>-0.96592582629</c:v>
                </c:pt>
                <c:pt idx="166">
                  <c:v>-0.97029572628</c:v>
                </c:pt>
                <c:pt idx="167">
                  <c:v>-0.97437006479</c:v>
                </c:pt>
                <c:pt idx="168">
                  <c:v>-0.97814760073</c:v>
                </c:pt>
                <c:pt idx="169">
                  <c:v>-0.98162718345</c:v>
                </c:pt>
                <c:pt idx="170">
                  <c:v>-0.98480775301</c:v>
                </c:pt>
                <c:pt idx="171">
                  <c:v>-0.9876883406</c:v>
                </c:pt>
                <c:pt idx="172">
                  <c:v>-0.99026806874</c:v>
                </c:pt>
                <c:pt idx="173">
                  <c:v>-0.99254615164</c:v>
                </c:pt>
                <c:pt idx="174">
                  <c:v>-0.99452189537</c:v>
                </c:pt>
                <c:pt idx="175">
                  <c:v>-0.99619469809</c:v>
                </c:pt>
                <c:pt idx="176">
                  <c:v>-0.99756405026</c:v>
                </c:pt>
                <c:pt idx="177">
                  <c:v>-0.99862953475</c:v>
                </c:pt>
                <c:pt idx="178">
                  <c:v>-0.99939082702</c:v>
                </c:pt>
                <c:pt idx="179">
                  <c:v>-0.99984769516</c:v>
                </c:pt>
                <c:pt idx="180">
                  <c:v>-1</c:v>
                </c:pt>
                <c:pt idx="181">
                  <c:v>-0.99984769516</c:v>
                </c:pt>
                <c:pt idx="182">
                  <c:v>-0.99939082702</c:v>
                </c:pt>
                <c:pt idx="183">
                  <c:v>-0.99862953475</c:v>
                </c:pt>
                <c:pt idx="184">
                  <c:v>-0.99756405026</c:v>
                </c:pt>
                <c:pt idx="185">
                  <c:v>-0.99619469809</c:v>
                </c:pt>
                <c:pt idx="186">
                  <c:v>-0.99452189537</c:v>
                </c:pt>
                <c:pt idx="187">
                  <c:v>-0.99254615164</c:v>
                </c:pt>
                <c:pt idx="188">
                  <c:v>-0.99026806874</c:v>
                </c:pt>
                <c:pt idx="189">
                  <c:v>-0.9876883406</c:v>
                </c:pt>
                <c:pt idx="190">
                  <c:v>-0.98480775301</c:v>
                </c:pt>
                <c:pt idx="191">
                  <c:v>-0.98162718345</c:v>
                </c:pt>
                <c:pt idx="192">
                  <c:v>-0.97814760073</c:v>
                </c:pt>
                <c:pt idx="193">
                  <c:v>-0.97437006479</c:v>
                </c:pt>
                <c:pt idx="194">
                  <c:v>-0.97029572628</c:v>
                </c:pt>
                <c:pt idx="195">
                  <c:v>-0.96592582629</c:v>
                </c:pt>
                <c:pt idx="196">
                  <c:v>-0.96126169594</c:v>
                </c:pt>
                <c:pt idx="197">
                  <c:v>-0.95630475596</c:v>
                </c:pt>
                <c:pt idx="198">
                  <c:v>-0.9510565163</c:v>
                </c:pt>
                <c:pt idx="199">
                  <c:v>-0.9455185756</c:v>
                </c:pt>
                <c:pt idx="200">
                  <c:v>-0.93969262079</c:v>
                </c:pt>
                <c:pt idx="201">
                  <c:v>-0.9335804265</c:v>
                </c:pt>
                <c:pt idx="202">
                  <c:v>-0.92718385457</c:v>
                </c:pt>
                <c:pt idx="203">
                  <c:v>-0.92050485345</c:v>
                </c:pt>
                <c:pt idx="204">
                  <c:v>-0.91354545764</c:v>
                </c:pt>
                <c:pt idx="205">
                  <c:v>-0.90630778704</c:v>
                </c:pt>
                <c:pt idx="206">
                  <c:v>-0.8987940463</c:v>
                </c:pt>
                <c:pt idx="207">
                  <c:v>-0.89100652419</c:v>
                </c:pt>
                <c:pt idx="208">
                  <c:v>-0.88294759286</c:v>
                </c:pt>
                <c:pt idx="209">
                  <c:v>-0.87461970714</c:v>
                </c:pt>
                <c:pt idx="210">
                  <c:v>-0.86602540378</c:v>
                </c:pt>
                <c:pt idx="211">
                  <c:v>-0.8571673007</c:v>
                </c:pt>
                <c:pt idx="212">
                  <c:v>-0.84804809616</c:v>
                </c:pt>
                <c:pt idx="213">
                  <c:v>-0.83867056795</c:v>
                </c:pt>
                <c:pt idx="214">
                  <c:v>-0.82903757256</c:v>
                </c:pt>
                <c:pt idx="215">
                  <c:v>-0.81915204429</c:v>
                </c:pt>
                <c:pt idx="216">
                  <c:v>-0.80901699437</c:v>
                </c:pt>
                <c:pt idx="217">
                  <c:v>-0.79863551005</c:v>
                </c:pt>
                <c:pt idx="218">
                  <c:v>-0.78801075361</c:v>
                </c:pt>
                <c:pt idx="219">
                  <c:v>-0.77714596146</c:v>
                </c:pt>
                <c:pt idx="220">
                  <c:v>-0.76604444312</c:v>
                </c:pt>
                <c:pt idx="221">
                  <c:v>-0.75470958022</c:v>
                </c:pt>
                <c:pt idx="222">
                  <c:v>-0.74314482548</c:v>
                </c:pt>
                <c:pt idx="223">
                  <c:v>-0.73135370162</c:v>
                </c:pt>
                <c:pt idx="224">
                  <c:v>-0.71933980034</c:v>
                </c:pt>
                <c:pt idx="225">
                  <c:v>-0.70710678119</c:v>
                </c:pt>
                <c:pt idx="226">
                  <c:v>-0.69465837046</c:v>
                </c:pt>
                <c:pt idx="227">
                  <c:v>-0.68199836006</c:v>
                </c:pt>
                <c:pt idx="228">
                  <c:v>-0.66913060636</c:v>
                </c:pt>
                <c:pt idx="229">
                  <c:v>-0.65605902899</c:v>
                </c:pt>
                <c:pt idx="230">
                  <c:v>-0.64278760969</c:v>
                </c:pt>
                <c:pt idx="231">
                  <c:v>-0.62932039105</c:v>
                </c:pt>
                <c:pt idx="232">
                  <c:v>-0.61566147533</c:v>
                </c:pt>
                <c:pt idx="233">
                  <c:v>-0.60181502315</c:v>
                </c:pt>
                <c:pt idx="234">
                  <c:v>-0.58778525229</c:v>
                </c:pt>
                <c:pt idx="235">
                  <c:v>-0.57357643635</c:v>
                </c:pt>
                <c:pt idx="236">
                  <c:v>-0.55919290347</c:v>
                </c:pt>
                <c:pt idx="237">
                  <c:v>-0.54463903502</c:v>
                </c:pt>
                <c:pt idx="238">
                  <c:v>-0.52991926423</c:v>
                </c:pt>
                <c:pt idx="239">
                  <c:v>-0.51503807491</c:v>
                </c:pt>
                <c:pt idx="240">
                  <c:v>-0.5</c:v>
                </c:pt>
                <c:pt idx="241">
                  <c:v>-0.48480962025</c:v>
                </c:pt>
                <c:pt idx="242">
                  <c:v>-0.46947156279</c:v>
                </c:pt>
                <c:pt idx="243">
                  <c:v>-0.45399049974</c:v>
                </c:pt>
                <c:pt idx="244">
                  <c:v>-0.43837114679</c:v>
                </c:pt>
                <c:pt idx="245">
                  <c:v>-0.42261826174</c:v>
                </c:pt>
                <c:pt idx="246">
                  <c:v>-0.40673664308</c:v>
                </c:pt>
                <c:pt idx="247">
                  <c:v>-0.39073112849</c:v>
                </c:pt>
                <c:pt idx="248">
                  <c:v>-0.37460659342</c:v>
                </c:pt>
                <c:pt idx="249">
                  <c:v>-0.35836794955</c:v>
                </c:pt>
                <c:pt idx="250">
                  <c:v>-0.34202014333</c:v>
                </c:pt>
                <c:pt idx="251">
                  <c:v>-0.32556815446</c:v>
                </c:pt>
                <c:pt idx="252">
                  <c:v>-0.30901699437</c:v>
                </c:pt>
                <c:pt idx="253">
                  <c:v>-0.29237170472</c:v>
                </c:pt>
                <c:pt idx="254">
                  <c:v>-0.27563735582</c:v>
                </c:pt>
                <c:pt idx="255">
                  <c:v>-0.2588190451</c:v>
                </c:pt>
                <c:pt idx="256">
                  <c:v>-0.2419218956</c:v>
                </c:pt>
                <c:pt idx="257">
                  <c:v>-0.22495105434</c:v>
                </c:pt>
                <c:pt idx="258">
                  <c:v>-0.20791169082</c:v>
                </c:pt>
                <c:pt idx="259">
                  <c:v>-0.19080899538</c:v>
                </c:pt>
                <c:pt idx="260">
                  <c:v>-0.17364817767</c:v>
                </c:pt>
                <c:pt idx="261">
                  <c:v>-0.15643446504</c:v>
                </c:pt>
                <c:pt idx="262">
                  <c:v>-0.13917310096</c:v>
                </c:pt>
                <c:pt idx="263">
                  <c:v>-0.12186934341</c:v>
                </c:pt>
                <c:pt idx="264">
                  <c:v>-0.10452846327</c:v>
                </c:pt>
                <c:pt idx="265">
                  <c:v>-0.087155742748</c:v>
                </c:pt>
                <c:pt idx="266">
                  <c:v>-0.069756473744</c:v>
                </c:pt>
                <c:pt idx="267">
                  <c:v>-0.052335956243</c:v>
                </c:pt>
                <c:pt idx="268">
                  <c:v>-0.034899496703</c:v>
                </c:pt>
                <c:pt idx="269">
                  <c:v>-0.017452406437</c:v>
                </c:pt>
                <c:pt idx="270">
                  <c:v>0</c:v>
                </c:pt>
                <c:pt idx="271">
                  <c:v>0.017452406437</c:v>
                </c:pt>
                <c:pt idx="272">
                  <c:v>0.034899496703</c:v>
                </c:pt>
                <c:pt idx="273">
                  <c:v>0.052335956243</c:v>
                </c:pt>
                <c:pt idx="274">
                  <c:v>0.069756473744</c:v>
                </c:pt>
                <c:pt idx="275">
                  <c:v>0.087155742748</c:v>
                </c:pt>
                <c:pt idx="276">
                  <c:v>0.10452846327</c:v>
                </c:pt>
                <c:pt idx="277">
                  <c:v>0.12186934341</c:v>
                </c:pt>
                <c:pt idx="278">
                  <c:v>0.13917310096</c:v>
                </c:pt>
                <c:pt idx="279">
                  <c:v>0.15643446504</c:v>
                </c:pt>
                <c:pt idx="280">
                  <c:v>0.17364817767</c:v>
                </c:pt>
                <c:pt idx="281">
                  <c:v>0.19080899538</c:v>
                </c:pt>
                <c:pt idx="282">
                  <c:v>0.20791169082</c:v>
                </c:pt>
                <c:pt idx="283">
                  <c:v>0.22495105434</c:v>
                </c:pt>
                <c:pt idx="284">
                  <c:v>0.2419218956</c:v>
                </c:pt>
                <c:pt idx="285">
                  <c:v>0.2588190451</c:v>
                </c:pt>
                <c:pt idx="286">
                  <c:v>0.27563735582</c:v>
                </c:pt>
                <c:pt idx="287">
                  <c:v>0.29237170472</c:v>
                </c:pt>
                <c:pt idx="288">
                  <c:v>0.30901699437</c:v>
                </c:pt>
                <c:pt idx="289">
                  <c:v>0.32556815446</c:v>
                </c:pt>
                <c:pt idx="290">
                  <c:v>0.34202014333</c:v>
                </c:pt>
                <c:pt idx="291">
                  <c:v>0.35836794955</c:v>
                </c:pt>
                <c:pt idx="292">
                  <c:v>0.37460659342</c:v>
                </c:pt>
                <c:pt idx="293">
                  <c:v>0.39073112849</c:v>
                </c:pt>
                <c:pt idx="294">
                  <c:v>0.40673664308</c:v>
                </c:pt>
                <c:pt idx="295">
                  <c:v>0.42261826174</c:v>
                </c:pt>
                <c:pt idx="296">
                  <c:v>0.43837114679</c:v>
                </c:pt>
                <c:pt idx="297">
                  <c:v>0.45399049974</c:v>
                </c:pt>
                <c:pt idx="298">
                  <c:v>0.46947156279</c:v>
                </c:pt>
                <c:pt idx="299">
                  <c:v>0.48480962025</c:v>
                </c:pt>
                <c:pt idx="300">
                  <c:v>0.5</c:v>
                </c:pt>
                <c:pt idx="301">
                  <c:v>0.51503807491</c:v>
                </c:pt>
                <c:pt idx="302">
                  <c:v>0.52991926423</c:v>
                </c:pt>
                <c:pt idx="303">
                  <c:v>0.54463903502</c:v>
                </c:pt>
                <c:pt idx="304">
                  <c:v>0.55919290347</c:v>
                </c:pt>
                <c:pt idx="305">
                  <c:v>0.57357643635</c:v>
                </c:pt>
                <c:pt idx="306">
                  <c:v>0.58778525229</c:v>
                </c:pt>
                <c:pt idx="307">
                  <c:v>0.60181502315</c:v>
                </c:pt>
                <c:pt idx="308">
                  <c:v>0.61566147533</c:v>
                </c:pt>
                <c:pt idx="309">
                  <c:v>0.62932039105</c:v>
                </c:pt>
                <c:pt idx="310">
                  <c:v>0.64278760969</c:v>
                </c:pt>
                <c:pt idx="311">
                  <c:v>0.65605902899</c:v>
                </c:pt>
                <c:pt idx="312">
                  <c:v>0.66913060636</c:v>
                </c:pt>
                <c:pt idx="313">
                  <c:v>0.68199836006</c:v>
                </c:pt>
                <c:pt idx="314">
                  <c:v>0.69465837046</c:v>
                </c:pt>
                <c:pt idx="315">
                  <c:v>0.70710678119</c:v>
                </c:pt>
                <c:pt idx="316">
                  <c:v>0.71933980034</c:v>
                </c:pt>
                <c:pt idx="317">
                  <c:v>0.73135370162</c:v>
                </c:pt>
                <c:pt idx="318">
                  <c:v>0.74314482548</c:v>
                </c:pt>
                <c:pt idx="319">
                  <c:v>0.75470958022</c:v>
                </c:pt>
                <c:pt idx="320">
                  <c:v>0.76604444312</c:v>
                </c:pt>
                <c:pt idx="321">
                  <c:v>0.77714596146</c:v>
                </c:pt>
                <c:pt idx="322">
                  <c:v>0.78801075361</c:v>
                </c:pt>
                <c:pt idx="323">
                  <c:v>0.79863551005</c:v>
                </c:pt>
                <c:pt idx="324">
                  <c:v>0.80901699437</c:v>
                </c:pt>
                <c:pt idx="325">
                  <c:v>0.81915204429</c:v>
                </c:pt>
                <c:pt idx="326">
                  <c:v>0.82903757256</c:v>
                </c:pt>
                <c:pt idx="327">
                  <c:v>0.83867056795</c:v>
                </c:pt>
                <c:pt idx="328">
                  <c:v>0.84804809616</c:v>
                </c:pt>
                <c:pt idx="329">
                  <c:v>0.8571673007</c:v>
                </c:pt>
                <c:pt idx="330">
                  <c:v>0.86602540378</c:v>
                </c:pt>
                <c:pt idx="331">
                  <c:v>0.87461970714</c:v>
                </c:pt>
                <c:pt idx="332">
                  <c:v>0.88294759286</c:v>
                </c:pt>
                <c:pt idx="333">
                  <c:v>0.89100652419</c:v>
                </c:pt>
                <c:pt idx="334">
                  <c:v>0.8987940463</c:v>
                </c:pt>
                <c:pt idx="335">
                  <c:v>0.90630778704</c:v>
                </c:pt>
                <c:pt idx="336">
                  <c:v>0.91354545764</c:v>
                </c:pt>
                <c:pt idx="337">
                  <c:v>0.92050485345</c:v>
                </c:pt>
                <c:pt idx="338">
                  <c:v>0.92718385457</c:v>
                </c:pt>
                <c:pt idx="339">
                  <c:v>0.9335804265</c:v>
                </c:pt>
                <c:pt idx="340">
                  <c:v>0.93969262079</c:v>
                </c:pt>
                <c:pt idx="341">
                  <c:v>0.9455185756</c:v>
                </c:pt>
                <c:pt idx="342">
                  <c:v>0.9510565163</c:v>
                </c:pt>
                <c:pt idx="343">
                  <c:v>0.95630475596</c:v>
                </c:pt>
                <c:pt idx="344">
                  <c:v>0.96126169594</c:v>
                </c:pt>
                <c:pt idx="345">
                  <c:v>0.96592582629</c:v>
                </c:pt>
                <c:pt idx="346">
                  <c:v>0.97029572628</c:v>
                </c:pt>
                <c:pt idx="347">
                  <c:v>0.97437006479</c:v>
                </c:pt>
                <c:pt idx="348">
                  <c:v>0.97814760073</c:v>
                </c:pt>
                <c:pt idx="349">
                  <c:v>0.98162718345</c:v>
                </c:pt>
                <c:pt idx="350">
                  <c:v>0.98480775301</c:v>
                </c:pt>
                <c:pt idx="351">
                  <c:v>0.9876883406</c:v>
                </c:pt>
                <c:pt idx="352">
                  <c:v>0.99026806874</c:v>
                </c:pt>
                <c:pt idx="353">
                  <c:v>0.99254615164</c:v>
                </c:pt>
                <c:pt idx="354">
                  <c:v>0.99452189537</c:v>
                </c:pt>
                <c:pt idx="355">
                  <c:v>0.99619469809</c:v>
                </c:pt>
                <c:pt idx="356">
                  <c:v>0.99756405026</c:v>
                </c:pt>
                <c:pt idx="357">
                  <c:v>0.99862953475</c:v>
                </c:pt>
                <c:pt idx="358">
                  <c:v>0.99939082702</c:v>
                </c:pt>
                <c:pt idx="359">
                  <c:v>0.99984769516</c:v>
                </c:pt>
                <c:pt idx="360">
                  <c:v>1</c:v>
                </c:pt>
              </c:numCache>
            </c:numRef>
          </c:yVal>
        </c:ser>
        <c:ser>
          <c:idx val="1"/>
          <c:order val="1"/>
          <c:tx>
            <c:v>理想正弦</c:v>
          </c:tx>
          <c:spPr>
            <a:ln xmlns:a="http://schemas.openxmlformats.org/drawingml/2006/main" w="23813">
              <a:solidFill>
                <a:srgbClr val="949FAA"/>
              </a:solidFill>
              <a:prstDash val="dash"/>
            </a:ln>
          </c:spPr>
          <c:marker>
            <c:symbol val="none"/>
          </c:marker>
          <c:xVal>
            <c:numRef>
              <c:f>'Chart Data'!$C$2:$C$362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xVal>
          <c:yVal>
            <c:numRef>
              <c:f>'Chart Data'!$D$2:$D$362</c:f>
              <c:numCache>
                <c:formatCode>0.0</c:formatCode>
                <c:ptCount val="361"/>
                <c:pt idx="0">
                  <c:v>0</c:v>
                </c:pt>
                <c:pt idx="1">
                  <c:v>0.017452406437</c:v>
                </c:pt>
                <c:pt idx="2">
                  <c:v>0.034899496703</c:v>
                </c:pt>
                <c:pt idx="3">
                  <c:v>0.052335956243</c:v>
                </c:pt>
                <c:pt idx="4">
                  <c:v>0.069756473744</c:v>
                </c:pt>
                <c:pt idx="5">
                  <c:v>0.087155742748</c:v>
                </c:pt>
                <c:pt idx="6">
                  <c:v>0.10452846327</c:v>
                </c:pt>
                <c:pt idx="7">
                  <c:v>0.12186934341</c:v>
                </c:pt>
                <c:pt idx="8">
                  <c:v>0.13917310096</c:v>
                </c:pt>
                <c:pt idx="9">
                  <c:v>0.15643446504</c:v>
                </c:pt>
                <c:pt idx="10">
                  <c:v>0.17364817767</c:v>
                </c:pt>
                <c:pt idx="11">
                  <c:v>0.19080899538</c:v>
                </c:pt>
                <c:pt idx="12">
                  <c:v>0.20791169082</c:v>
                </c:pt>
                <c:pt idx="13">
                  <c:v>0.22495105434</c:v>
                </c:pt>
                <c:pt idx="14">
                  <c:v>0.2419218956</c:v>
                </c:pt>
                <c:pt idx="15">
                  <c:v>0.2588190451</c:v>
                </c:pt>
                <c:pt idx="16">
                  <c:v>0.27563735582</c:v>
                </c:pt>
                <c:pt idx="17">
                  <c:v>0.29237170472</c:v>
                </c:pt>
                <c:pt idx="18">
                  <c:v>0.30901699437</c:v>
                </c:pt>
                <c:pt idx="19">
                  <c:v>0.32556815446</c:v>
                </c:pt>
                <c:pt idx="20">
                  <c:v>0.34202014333</c:v>
                </c:pt>
                <c:pt idx="21">
                  <c:v>0.35836794955</c:v>
                </c:pt>
                <c:pt idx="22">
                  <c:v>0.37460659342</c:v>
                </c:pt>
                <c:pt idx="23">
                  <c:v>0.39073112849</c:v>
                </c:pt>
                <c:pt idx="24">
                  <c:v>0.40673664308</c:v>
                </c:pt>
                <c:pt idx="25">
                  <c:v>0.42261826174</c:v>
                </c:pt>
                <c:pt idx="26">
                  <c:v>0.43837114679</c:v>
                </c:pt>
                <c:pt idx="27">
                  <c:v>0.45399049974</c:v>
                </c:pt>
                <c:pt idx="28">
                  <c:v>0.46947156279</c:v>
                </c:pt>
                <c:pt idx="29">
                  <c:v>0.48480962025</c:v>
                </c:pt>
                <c:pt idx="30">
                  <c:v>0.5</c:v>
                </c:pt>
                <c:pt idx="31">
                  <c:v>0.51503807491</c:v>
                </c:pt>
                <c:pt idx="32">
                  <c:v>0.52991926423</c:v>
                </c:pt>
                <c:pt idx="33">
                  <c:v>0.54463903502</c:v>
                </c:pt>
                <c:pt idx="34">
                  <c:v>0.55919290347</c:v>
                </c:pt>
                <c:pt idx="35">
                  <c:v>0.57357643635</c:v>
                </c:pt>
                <c:pt idx="36">
                  <c:v>0.58778525229</c:v>
                </c:pt>
                <c:pt idx="37">
                  <c:v>0.60181502315</c:v>
                </c:pt>
                <c:pt idx="38">
                  <c:v>0.61566147533</c:v>
                </c:pt>
                <c:pt idx="39">
                  <c:v>0.62932039105</c:v>
                </c:pt>
                <c:pt idx="40">
                  <c:v>0.64278760969</c:v>
                </c:pt>
                <c:pt idx="41">
                  <c:v>0.65605902899</c:v>
                </c:pt>
                <c:pt idx="42">
                  <c:v>0.66913060636</c:v>
                </c:pt>
                <c:pt idx="43">
                  <c:v>0.68199836006</c:v>
                </c:pt>
                <c:pt idx="44">
                  <c:v>0.69465837046</c:v>
                </c:pt>
                <c:pt idx="45">
                  <c:v>0.70710678119</c:v>
                </c:pt>
                <c:pt idx="46">
                  <c:v>0.71933980034</c:v>
                </c:pt>
                <c:pt idx="47">
                  <c:v>0.73135370162</c:v>
                </c:pt>
                <c:pt idx="48">
                  <c:v>0.74314482548</c:v>
                </c:pt>
                <c:pt idx="49">
                  <c:v>0.75470958022</c:v>
                </c:pt>
                <c:pt idx="50">
                  <c:v>0.76604444312</c:v>
                </c:pt>
                <c:pt idx="51">
                  <c:v>0.77714596146</c:v>
                </c:pt>
                <c:pt idx="52">
                  <c:v>0.78801075361</c:v>
                </c:pt>
                <c:pt idx="53">
                  <c:v>0.79863551005</c:v>
                </c:pt>
                <c:pt idx="54">
                  <c:v>0.80901699437</c:v>
                </c:pt>
                <c:pt idx="55">
                  <c:v>0.81915204429</c:v>
                </c:pt>
                <c:pt idx="56">
                  <c:v>0.82903757256</c:v>
                </c:pt>
                <c:pt idx="57">
                  <c:v>0.83867056795</c:v>
                </c:pt>
                <c:pt idx="58">
                  <c:v>0.84804809616</c:v>
                </c:pt>
                <c:pt idx="59">
                  <c:v>0.8571673007</c:v>
                </c:pt>
                <c:pt idx="60">
                  <c:v>0.86602540378</c:v>
                </c:pt>
                <c:pt idx="61">
                  <c:v>0.87461970714</c:v>
                </c:pt>
                <c:pt idx="62">
                  <c:v>0.88294759286</c:v>
                </c:pt>
                <c:pt idx="63">
                  <c:v>0.89100652419</c:v>
                </c:pt>
                <c:pt idx="64">
                  <c:v>0.8987940463</c:v>
                </c:pt>
                <c:pt idx="65">
                  <c:v>0.90630778704</c:v>
                </c:pt>
                <c:pt idx="66">
                  <c:v>0.91354545764</c:v>
                </c:pt>
                <c:pt idx="67">
                  <c:v>0.92050485345</c:v>
                </c:pt>
                <c:pt idx="68">
                  <c:v>0.92718385457</c:v>
                </c:pt>
                <c:pt idx="69">
                  <c:v>0.9335804265</c:v>
                </c:pt>
                <c:pt idx="70">
                  <c:v>0.93969262079</c:v>
                </c:pt>
                <c:pt idx="71">
                  <c:v>0.9455185756</c:v>
                </c:pt>
                <c:pt idx="72">
                  <c:v>0.9510565163</c:v>
                </c:pt>
                <c:pt idx="73">
                  <c:v>0.95630475596</c:v>
                </c:pt>
                <c:pt idx="74">
                  <c:v>0.96126169594</c:v>
                </c:pt>
                <c:pt idx="75">
                  <c:v>0.96592582629</c:v>
                </c:pt>
                <c:pt idx="76">
                  <c:v>0.97029572628</c:v>
                </c:pt>
                <c:pt idx="77">
                  <c:v>0.97437006479</c:v>
                </c:pt>
                <c:pt idx="78">
                  <c:v>0.97814760073</c:v>
                </c:pt>
                <c:pt idx="79">
                  <c:v>0.98162718345</c:v>
                </c:pt>
                <c:pt idx="80">
                  <c:v>0.98480775301</c:v>
                </c:pt>
                <c:pt idx="81">
                  <c:v>0.9876883406</c:v>
                </c:pt>
                <c:pt idx="82">
                  <c:v>0.99026806874</c:v>
                </c:pt>
                <c:pt idx="83">
                  <c:v>0.99254615164</c:v>
                </c:pt>
                <c:pt idx="84">
                  <c:v>0.99452189537</c:v>
                </c:pt>
                <c:pt idx="85">
                  <c:v>0.99619469809</c:v>
                </c:pt>
                <c:pt idx="86">
                  <c:v>0.99756405026</c:v>
                </c:pt>
                <c:pt idx="87">
                  <c:v>0.99862953475</c:v>
                </c:pt>
                <c:pt idx="88">
                  <c:v>0.99939082702</c:v>
                </c:pt>
                <c:pt idx="89">
                  <c:v>0.99984769516</c:v>
                </c:pt>
                <c:pt idx="90">
                  <c:v>1</c:v>
                </c:pt>
                <c:pt idx="91">
                  <c:v>0.99984769516</c:v>
                </c:pt>
                <c:pt idx="92">
                  <c:v>0.99939082702</c:v>
                </c:pt>
                <c:pt idx="93">
                  <c:v>0.99862953475</c:v>
                </c:pt>
                <c:pt idx="94">
                  <c:v>0.99756405026</c:v>
                </c:pt>
                <c:pt idx="95">
                  <c:v>0.99619469809</c:v>
                </c:pt>
                <c:pt idx="96">
                  <c:v>0.99452189537</c:v>
                </c:pt>
                <c:pt idx="97">
                  <c:v>0.99254615164</c:v>
                </c:pt>
                <c:pt idx="98">
                  <c:v>0.99026806874</c:v>
                </c:pt>
                <c:pt idx="99">
                  <c:v>0.9876883406</c:v>
                </c:pt>
                <c:pt idx="100">
                  <c:v>0.98480775301</c:v>
                </c:pt>
                <c:pt idx="101">
                  <c:v>0.98162718345</c:v>
                </c:pt>
                <c:pt idx="102">
                  <c:v>0.97814760073</c:v>
                </c:pt>
                <c:pt idx="103">
                  <c:v>0.97437006479</c:v>
                </c:pt>
                <c:pt idx="104">
                  <c:v>0.97029572628</c:v>
                </c:pt>
                <c:pt idx="105">
                  <c:v>0.96592582629</c:v>
                </c:pt>
                <c:pt idx="106">
                  <c:v>0.96126169594</c:v>
                </c:pt>
                <c:pt idx="107">
                  <c:v>0.95630475596</c:v>
                </c:pt>
                <c:pt idx="108">
                  <c:v>0.9510565163</c:v>
                </c:pt>
                <c:pt idx="109">
                  <c:v>0.9455185756</c:v>
                </c:pt>
                <c:pt idx="110">
                  <c:v>0.93969262079</c:v>
                </c:pt>
                <c:pt idx="111">
                  <c:v>0.9335804265</c:v>
                </c:pt>
                <c:pt idx="112">
                  <c:v>0.92718385457</c:v>
                </c:pt>
                <c:pt idx="113">
                  <c:v>0.92050485345</c:v>
                </c:pt>
                <c:pt idx="114">
                  <c:v>0.91354545764</c:v>
                </c:pt>
                <c:pt idx="115">
                  <c:v>0.90630778704</c:v>
                </c:pt>
                <c:pt idx="116">
                  <c:v>0.8987940463</c:v>
                </c:pt>
                <c:pt idx="117">
                  <c:v>0.89100652419</c:v>
                </c:pt>
                <c:pt idx="118">
                  <c:v>0.88294759286</c:v>
                </c:pt>
                <c:pt idx="119">
                  <c:v>0.87461970714</c:v>
                </c:pt>
                <c:pt idx="120">
                  <c:v>0.86602540378</c:v>
                </c:pt>
                <c:pt idx="121">
                  <c:v>0.8571673007</c:v>
                </c:pt>
                <c:pt idx="122">
                  <c:v>0.84804809616</c:v>
                </c:pt>
                <c:pt idx="123">
                  <c:v>0.83867056795</c:v>
                </c:pt>
                <c:pt idx="124">
                  <c:v>0.82903757256</c:v>
                </c:pt>
                <c:pt idx="125">
                  <c:v>0.81915204429</c:v>
                </c:pt>
                <c:pt idx="126">
                  <c:v>0.80901699437</c:v>
                </c:pt>
                <c:pt idx="127">
                  <c:v>0.79863551005</c:v>
                </c:pt>
                <c:pt idx="128">
                  <c:v>0.78801075361</c:v>
                </c:pt>
                <c:pt idx="129">
                  <c:v>0.77714596146</c:v>
                </c:pt>
                <c:pt idx="130">
                  <c:v>0.76604444312</c:v>
                </c:pt>
                <c:pt idx="131">
                  <c:v>0.75470958022</c:v>
                </c:pt>
                <c:pt idx="132">
                  <c:v>0.74314482548</c:v>
                </c:pt>
                <c:pt idx="133">
                  <c:v>0.73135370162</c:v>
                </c:pt>
                <c:pt idx="134">
                  <c:v>0.71933980034</c:v>
                </c:pt>
                <c:pt idx="135">
                  <c:v>0.70710678119</c:v>
                </c:pt>
                <c:pt idx="136">
                  <c:v>0.69465837046</c:v>
                </c:pt>
                <c:pt idx="137">
                  <c:v>0.68199836006</c:v>
                </c:pt>
                <c:pt idx="138">
                  <c:v>0.66913060636</c:v>
                </c:pt>
                <c:pt idx="139">
                  <c:v>0.65605902899</c:v>
                </c:pt>
                <c:pt idx="140">
                  <c:v>0.64278760969</c:v>
                </c:pt>
                <c:pt idx="141">
                  <c:v>0.62932039105</c:v>
                </c:pt>
                <c:pt idx="142">
                  <c:v>0.61566147533</c:v>
                </c:pt>
                <c:pt idx="143">
                  <c:v>0.60181502315</c:v>
                </c:pt>
                <c:pt idx="144">
                  <c:v>0.58778525229</c:v>
                </c:pt>
                <c:pt idx="145">
                  <c:v>0.57357643635</c:v>
                </c:pt>
                <c:pt idx="146">
                  <c:v>0.55919290347</c:v>
                </c:pt>
                <c:pt idx="147">
                  <c:v>0.54463903502</c:v>
                </c:pt>
                <c:pt idx="148">
                  <c:v>0.52991926423</c:v>
                </c:pt>
                <c:pt idx="149">
                  <c:v>0.51503807491</c:v>
                </c:pt>
                <c:pt idx="150">
                  <c:v>0.5</c:v>
                </c:pt>
                <c:pt idx="151">
                  <c:v>0.48480962025</c:v>
                </c:pt>
                <c:pt idx="152">
                  <c:v>0.46947156279</c:v>
                </c:pt>
                <c:pt idx="153">
                  <c:v>0.45399049974</c:v>
                </c:pt>
                <c:pt idx="154">
                  <c:v>0.43837114679</c:v>
                </c:pt>
                <c:pt idx="155">
                  <c:v>0.42261826174</c:v>
                </c:pt>
                <c:pt idx="156">
                  <c:v>0.40673664308</c:v>
                </c:pt>
                <c:pt idx="157">
                  <c:v>0.39073112849</c:v>
                </c:pt>
                <c:pt idx="158">
                  <c:v>0.37460659342</c:v>
                </c:pt>
                <c:pt idx="159">
                  <c:v>0.35836794955</c:v>
                </c:pt>
                <c:pt idx="160">
                  <c:v>0.34202014333</c:v>
                </c:pt>
                <c:pt idx="161">
                  <c:v>0.32556815446</c:v>
                </c:pt>
                <c:pt idx="162">
                  <c:v>0.30901699437</c:v>
                </c:pt>
                <c:pt idx="163">
                  <c:v>0.29237170472</c:v>
                </c:pt>
                <c:pt idx="164">
                  <c:v>0.27563735582</c:v>
                </c:pt>
                <c:pt idx="165">
                  <c:v>0.2588190451</c:v>
                </c:pt>
                <c:pt idx="166">
                  <c:v>0.2419218956</c:v>
                </c:pt>
                <c:pt idx="167">
                  <c:v>0.22495105434</c:v>
                </c:pt>
                <c:pt idx="168">
                  <c:v>0.20791169082</c:v>
                </c:pt>
                <c:pt idx="169">
                  <c:v>0.19080899538</c:v>
                </c:pt>
                <c:pt idx="170">
                  <c:v>0.17364817767</c:v>
                </c:pt>
                <c:pt idx="171">
                  <c:v>0.15643446504</c:v>
                </c:pt>
                <c:pt idx="172">
                  <c:v>0.13917310096</c:v>
                </c:pt>
                <c:pt idx="173">
                  <c:v>0.12186934341</c:v>
                </c:pt>
                <c:pt idx="174">
                  <c:v>0.10452846327</c:v>
                </c:pt>
                <c:pt idx="175">
                  <c:v>0.087155742748</c:v>
                </c:pt>
                <c:pt idx="176">
                  <c:v>0.069756473744</c:v>
                </c:pt>
                <c:pt idx="177">
                  <c:v>0.052335956243</c:v>
                </c:pt>
                <c:pt idx="178">
                  <c:v>0.034899496703</c:v>
                </c:pt>
                <c:pt idx="179">
                  <c:v>0.017452406437</c:v>
                </c:pt>
                <c:pt idx="180">
                  <c:v>0</c:v>
                </c:pt>
                <c:pt idx="181">
                  <c:v>-0.017452406437</c:v>
                </c:pt>
                <c:pt idx="182">
                  <c:v>-0.034899496703</c:v>
                </c:pt>
                <c:pt idx="183">
                  <c:v>-0.052335956243</c:v>
                </c:pt>
                <c:pt idx="184">
                  <c:v>-0.069756473744</c:v>
                </c:pt>
                <c:pt idx="185">
                  <c:v>-0.087155742748</c:v>
                </c:pt>
                <c:pt idx="186">
                  <c:v>-0.10452846327</c:v>
                </c:pt>
                <c:pt idx="187">
                  <c:v>-0.12186934341</c:v>
                </c:pt>
                <c:pt idx="188">
                  <c:v>-0.13917310096</c:v>
                </c:pt>
                <c:pt idx="189">
                  <c:v>-0.15643446504</c:v>
                </c:pt>
                <c:pt idx="190">
                  <c:v>-0.17364817767</c:v>
                </c:pt>
                <c:pt idx="191">
                  <c:v>-0.19080899538</c:v>
                </c:pt>
                <c:pt idx="192">
                  <c:v>-0.20791169082</c:v>
                </c:pt>
                <c:pt idx="193">
                  <c:v>-0.22495105434</c:v>
                </c:pt>
                <c:pt idx="194">
                  <c:v>-0.2419218956</c:v>
                </c:pt>
                <c:pt idx="195">
                  <c:v>-0.2588190451</c:v>
                </c:pt>
                <c:pt idx="196">
                  <c:v>-0.27563735582</c:v>
                </c:pt>
                <c:pt idx="197">
                  <c:v>-0.29237170472</c:v>
                </c:pt>
                <c:pt idx="198">
                  <c:v>-0.30901699437</c:v>
                </c:pt>
                <c:pt idx="199">
                  <c:v>-0.32556815446</c:v>
                </c:pt>
                <c:pt idx="200">
                  <c:v>-0.34202014333</c:v>
                </c:pt>
                <c:pt idx="201">
                  <c:v>-0.35836794955</c:v>
                </c:pt>
                <c:pt idx="202">
                  <c:v>-0.37460659342</c:v>
                </c:pt>
                <c:pt idx="203">
                  <c:v>-0.39073112849</c:v>
                </c:pt>
                <c:pt idx="204">
                  <c:v>-0.40673664308</c:v>
                </c:pt>
                <c:pt idx="205">
                  <c:v>-0.42261826174</c:v>
                </c:pt>
                <c:pt idx="206">
                  <c:v>-0.43837114679</c:v>
                </c:pt>
                <c:pt idx="207">
                  <c:v>-0.45399049974</c:v>
                </c:pt>
                <c:pt idx="208">
                  <c:v>-0.46947156279</c:v>
                </c:pt>
                <c:pt idx="209">
                  <c:v>-0.48480962025</c:v>
                </c:pt>
                <c:pt idx="210">
                  <c:v>-0.5</c:v>
                </c:pt>
                <c:pt idx="211">
                  <c:v>-0.51503807491</c:v>
                </c:pt>
                <c:pt idx="212">
                  <c:v>-0.52991926423</c:v>
                </c:pt>
                <c:pt idx="213">
                  <c:v>-0.54463903502</c:v>
                </c:pt>
                <c:pt idx="214">
                  <c:v>-0.55919290347</c:v>
                </c:pt>
                <c:pt idx="215">
                  <c:v>-0.57357643635</c:v>
                </c:pt>
                <c:pt idx="216">
                  <c:v>-0.58778525229</c:v>
                </c:pt>
                <c:pt idx="217">
                  <c:v>-0.60181502315</c:v>
                </c:pt>
                <c:pt idx="218">
                  <c:v>-0.61566147533</c:v>
                </c:pt>
                <c:pt idx="219">
                  <c:v>-0.62932039105</c:v>
                </c:pt>
                <c:pt idx="220">
                  <c:v>-0.64278760969</c:v>
                </c:pt>
                <c:pt idx="221">
                  <c:v>-0.65605902899</c:v>
                </c:pt>
                <c:pt idx="222">
                  <c:v>-0.66913060636</c:v>
                </c:pt>
                <c:pt idx="223">
                  <c:v>-0.68199836006</c:v>
                </c:pt>
                <c:pt idx="224">
                  <c:v>-0.69465837046</c:v>
                </c:pt>
                <c:pt idx="225">
                  <c:v>-0.70710678119</c:v>
                </c:pt>
                <c:pt idx="226">
                  <c:v>-0.71933980034</c:v>
                </c:pt>
                <c:pt idx="227">
                  <c:v>-0.73135370162</c:v>
                </c:pt>
                <c:pt idx="228">
                  <c:v>-0.74314482548</c:v>
                </c:pt>
                <c:pt idx="229">
                  <c:v>-0.75470958022</c:v>
                </c:pt>
                <c:pt idx="230">
                  <c:v>-0.76604444312</c:v>
                </c:pt>
                <c:pt idx="231">
                  <c:v>-0.77714596146</c:v>
                </c:pt>
                <c:pt idx="232">
                  <c:v>-0.78801075361</c:v>
                </c:pt>
                <c:pt idx="233">
                  <c:v>-0.79863551005</c:v>
                </c:pt>
                <c:pt idx="234">
                  <c:v>-0.80901699437</c:v>
                </c:pt>
                <c:pt idx="235">
                  <c:v>-0.81915204429</c:v>
                </c:pt>
                <c:pt idx="236">
                  <c:v>-0.82903757256</c:v>
                </c:pt>
                <c:pt idx="237">
                  <c:v>-0.83867056795</c:v>
                </c:pt>
                <c:pt idx="238">
                  <c:v>-0.84804809616</c:v>
                </c:pt>
                <c:pt idx="239">
                  <c:v>-0.8571673007</c:v>
                </c:pt>
                <c:pt idx="240">
                  <c:v>-0.86602540378</c:v>
                </c:pt>
                <c:pt idx="241">
                  <c:v>-0.87461970714</c:v>
                </c:pt>
                <c:pt idx="242">
                  <c:v>-0.88294759286</c:v>
                </c:pt>
                <c:pt idx="243">
                  <c:v>-0.89100652419</c:v>
                </c:pt>
                <c:pt idx="244">
                  <c:v>-0.8987940463</c:v>
                </c:pt>
                <c:pt idx="245">
                  <c:v>-0.90630778704</c:v>
                </c:pt>
                <c:pt idx="246">
                  <c:v>-0.91354545764</c:v>
                </c:pt>
                <c:pt idx="247">
                  <c:v>-0.92050485345</c:v>
                </c:pt>
                <c:pt idx="248">
                  <c:v>-0.92718385457</c:v>
                </c:pt>
                <c:pt idx="249">
                  <c:v>-0.9335804265</c:v>
                </c:pt>
                <c:pt idx="250">
                  <c:v>-0.93969262079</c:v>
                </c:pt>
                <c:pt idx="251">
                  <c:v>-0.9455185756</c:v>
                </c:pt>
                <c:pt idx="252">
                  <c:v>-0.9510565163</c:v>
                </c:pt>
                <c:pt idx="253">
                  <c:v>-0.95630475596</c:v>
                </c:pt>
                <c:pt idx="254">
                  <c:v>-0.96126169594</c:v>
                </c:pt>
                <c:pt idx="255">
                  <c:v>-0.96592582629</c:v>
                </c:pt>
                <c:pt idx="256">
                  <c:v>-0.97029572628</c:v>
                </c:pt>
                <c:pt idx="257">
                  <c:v>-0.97437006479</c:v>
                </c:pt>
                <c:pt idx="258">
                  <c:v>-0.97814760073</c:v>
                </c:pt>
                <c:pt idx="259">
                  <c:v>-0.98162718345</c:v>
                </c:pt>
                <c:pt idx="260">
                  <c:v>-0.98480775301</c:v>
                </c:pt>
                <c:pt idx="261">
                  <c:v>-0.9876883406</c:v>
                </c:pt>
                <c:pt idx="262">
                  <c:v>-0.99026806874</c:v>
                </c:pt>
                <c:pt idx="263">
                  <c:v>-0.99254615164</c:v>
                </c:pt>
                <c:pt idx="264">
                  <c:v>-0.99452189537</c:v>
                </c:pt>
                <c:pt idx="265">
                  <c:v>-0.99619469809</c:v>
                </c:pt>
                <c:pt idx="266">
                  <c:v>-0.99756405026</c:v>
                </c:pt>
                <c:pt idx="267">
                  <c:v>-0.99862953475</c:v>
                </c:pt>
                <c:pt idx="268">
                  <c:v>-0.99939082702</c:v>
                </c:pt>
                <c:pt idx="269">
                  <c:v>-0.99984769516</c:v>
                </c:pt>
                <c:pt idx="270">
                  <c:v>-1</c:v>
                </c:pt>
                <c:pt idx="271">
                  <c:v>-0.99984769516</c:v>
                </c:pt>
                <c:pt idx="272">
                  <c:v>-0.99939082702</c:v>
                </c:pt>
                <c:pt idx="273">
                  <c:v>-0.99862953475</c:v>
                </c:pt>
                <c:pt idx="274">
                  <c:v>-0.99756405026</c:v>
                </c:pt>
                <c:pt idx="275">
                  <c:v>-0.99619469809</c:v>
                </c:pt>
                <c:pt idx="276">
                  <c:v>-0.99452189537</c:v>
                </c:pt>
                <c:pt idx="277">
                  <c:v>-0.99254615164</c:v>
                </c:pt>
                <c:pt idx="278">
                  <c:v>-0.99026806874</c:v>
                </c:pt>
                <c:pt idx="279">
                  <c:v>-0.9876883406</c:v>
                </c:pt>
                <c:pt idx="280">
                  <c:v>-0.98480775301</c:v>
                </c:pt>
                <c:pt idx="281">
                  <c:v>-0.98162718345</c:v>
                </c:pt>
                <c:pt idx="282">
                  <c:v>-0.97814760073</c:v>
                </c:pt>
                <c:pt idx="283">
                  <c:v>-0.97437006479</c:v>
                </c:pt>
                <c:pt idx="284">
                  <c:v>-0.97029572628</c:v>
                </c:pt>
                <c:pt idx="285">
                  <c:v>-0.96592582629</c:v>
                </c:pt>
                <c:pt idx="286">
                  <c:v>-0.96126169594</c:v>
                </c:pt>
                <c:pt idx="287">
                  <c:v>-0.95630475596</c:v>
                </c:pt>
                <c:pt idx="288">
                  <c:v>-0.9510565163</c:v>
                </c:pt>
                <c:pt idx="289">
                  <c:v>-0.9455185756</c:v>
                </c:pt>
                <c:pt idx="290">
                  <c:v>-0.93969262079</c:v>
                </c:pt>
                <c:pt idx="291">
                  <c:v>-0.9335804265</c:v>
                </c:pt>
                <c:pt idx="292">
                  <c:v>-0.92718385457</c:v>
                </c:pt>
                <c:pt idx="293">
                  <c:v>-0.92050485345</c:v>
                </c:pt>
                <c:pt idx="294">
                  <c:v>-0.91354545764</c:v>
                </c:pt>
                <c:pt idx="295">
                  <c:v>-0.90630778704</c:v>
                </c:pt>
                <c:pt idx="296">
                  <c:v>-0.8987940463</c:v>
                </c:pt>
                <c:pt idx="297">
                  <c:v>-0.89100652419</c:v>
                </c:pt>
                <c:pt idx="298">
                  <c:v>-0.88294759286</c:v>
                </c:pt>
                <c:pt idx="299">
                  <c:v>-0.87461970714</c:v>
                </c:pt>
                <c:pt idx="300">
                  <c:v>-0.86602540378</c:v>
                </c:pt>
                <c:pt idx="301">
                  <c:v>-0.8571673007</c:v>
                </c:pt>
                <c:pt idx="302">
                  <c:v>-0.84804809616</c:v>
                </c:pt>
                <c:pt idx="303">
                  <c:v>-0.83867056795</c:v>
                </c:pt>
                <c:pt idx="304">
                  <c:v>-0.82903757256</c:v>
                </c:pt>
                <c:pt idx="305">
                  <c:v>-0.81915204429</c:v>
                </c:pt>
                <c:pt idx="306">
                  <c:v>-0.80901699437</c:v>
                </c:pt>
                <c:pt idx="307">
                  <c:v>-0.79863551005</c:v>
                </c:pt>
                <c:pt idx="308">
                  <c:v>-0.78801075361</c:v>
                </c:pt>
                <c:pt idx="309">
                  <c:v>-0.77714596146</c:v>
                </c:pt>
                <c:pt idx="310">
                  <c:v>-0.76604444312</c:v>
                </c:pt>
                <c:pt idx="311">
                  <c:v>-0.75470958022</c:v>
                </c:pt>
                <c:pt idx="312">
                  <c:v>-0.74314482548</c:v>
                </c:pt>
                <c:pt idx="313">
                  <c:v>-0.73135370162</c:v>
                </c:pt>
                <c:pt idx="314">
                  <c:v>-0.71933980034</c:v>
                </c:pt>
                <c:pt idx="315">
                  <c:v>-0.70710678119</c:v>
                </c:pt>
                <c:pt idx="316">
                  <c:v>-0.69465837046</c:v>
                </c:pt>
                <c:pt idx="317">
                  <c:v>-0.68199836006</c:v>
                </c:pt>
                <c:pt idx="318">
                  <c:v>-0.66913060636</c:v>
                </c:pt>
                <c:pt idx="319">
                  <c:v>-0.65605902899</c:v>
                </c:pt>
                <c:pt idx="320">
                  <c:v>-0.64278760969</c:v>
                </c:pt>
                <c:pt idx="321">
                  <c:v>-0.62932039105</c:v>
                </c:pt>
                <c:pt idx="322">
                  <c:v>-0.61566147533</c:v>
                </c:pt>
                <c:pt idx="323">
                  <c:v>-0.60181502315</c:v>
                </c:pt>
                <c:pt idx="324">
                  <c:v>-0.58778525229</c:v>
                </c:pt>
                <c:pt idx="325">
                  <c:v>-0.57357643635</c:v>
                </c:pt>
                <c:pt idx="326">
                  <c:v>-0.55919290347</c:v>
                </c:pt>
                <c:pt idx="327">
                  <c:v>-0.54463903502</c:v>
                </c:pt>
                <c:pt idx="328">
                  <c:v>-0.52991926423</c:v>
                </c:pt>
                <c:pt idx="329">
                  <c:v>-0.51503807491</c:v>
                </c:pt>
                <c:pt idx="330">
                  <c:v>-0.5</c:v>
                </c:pt>
                <c:pt idx="331">
                  <c:v>-0.48480962025</c:v>
                </c:pt>
                <c:pt idx="332">
                  <c:v>-0.46947156279</c:v>
                </c:pt>
                <c:pt idx="333">
                  <c:v>-0.45399049974</c:v>
                </c:pt>
                <c:pt idx="334">
                  <c:v>-0.43837114679</c:v>
                </c:pt>
                <c:pt idx="335">
                  <c:v>-0.42261826174</c:v>
                </c:pt>
                <c:pt idx="336">
                  <c:v>-0.40673664308</c:v>
                </c:pt>
                <c:pt idx="337">
                  <c:v>-0.39073112849</c:v>
                </c:pt>
                <c:pt idx="338">
                  <c:v>-0.37460659342</c:v>
                </c:pt>
                <c:pt idx="339">
                  <c:v>-0.35836794955</c:v>
                </c:pt>
                <c:pt idx="340">
                  <c:v>-0.34202014333</c:v>
                </c:pt>
                <c:pt idx="341">
                  <c:v>-0.32556815446</c:v>
                </c:pt>
                <c:pt idx="342">
                  <c:v>-0.30901699437</c:v>
                </c:pt>
                <c:pt idx="343">
                  <c:v>-0.29237170472</c:v>
                </c:pt>
                <c:pt idx="344">
                  <c:v>-0.27563735582</c:v>
                </c:pt>
                <c:pt idx="345">
                  <c:v>-0.2588190451</c:v>
                </c:pt>
                <c:pt idx="346">
                  <c:v>-0.2419218956</c:v>
                </c:pt>
                <c:pt idx="347">
                  <c:v>-0.22495105434</c:v>
                </c:pt>
                <c:pt idx="348">
                  <c:v>-0.20791169082</c:v>
                </c:pt>
                <c:pt idx="349">
                  <c:v>-0.19080899538</c:v>
                </c:pt>
                <c:pt idx="350">
                  <c:v>-0.17364817767</c:v>
                </c:pt>
                <c:pt idx="351">
                  <c:v>-0.15643446504</c:v>
                </c:pt>
                <c:pt idx="352">
                  <c:v>-0.13917310096</c:v>
                </c:pt>
                <c:pt idx="353">
                  <c:v>-0.12186934341</c:v>
                </c:pt>
                <c:pt idx="354">
                  <c:v>-0.10452846327</c:v>
                </c:pt>
                <c:pt idx="355">
                  <c:v>-0.087155742748</c:v>
                </c:pt>
                <c:pt idx="356">
                  <c:v>-0.069756473744</c:v>
                </c:pt>
                <c:pt idx="357">
                  <c:v>-0.052335956243</c:v>
                </c:pt>
                <c:pt idx="358">
                  <c:v>-0.034899496703</c:v>
                </c:pt>
                <c:pt idx="359">
                  <c:v>-0.017452406437</c:v>
                </c:pt>
                <c:pt idx="360">
                  <c:v>0</c:v>
                </c:pt>
              </c:numCache>
            </c:numRef>
          </c:yVal>
        </c:ser>
        <c:ser>
          <c:idx val="2"/>
          <c:order val="2"/>
          <c:tx>
            <c:v>含誤差正弦</c:v>
          </c:tx>
          <c:spPr>
            <a:ln xmlns:a="http://schemas.openxmlformats.org/drawingml/2006/main" w="23813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Data'!$E$2:$E$362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xVal>
          <c:yVal>
            <c:numRef>
              <c:f>'Chart Data'!$F$2:$F$362</c:f>
              <c:numCache>
                <c:formatCode>0.0</c:formatCode>
                <c:ptCount val="361"/>
                <c:pt idx="0">
                  <c:v>0.4</c:v>
                </c:pt>
                <c:pt idx="1">
                  <c:v>0.41745240644</c:v>
                </c:pt>
                <c:pt idx="2">
                  <c:v>0.4348994967</c:v>
                </c:pt>
                <c:pt idx="3">
                  <c:v>0.45233595624</c:v>
                </c:pt>
                <c:pt idx="4">
                  <c:v>0.46975647374</c:v>
                </c:pt>
                <c:pt idx="5">
                  <c:v>0.48715574275</c:v>
                </c:pt>
                <c:pt idx="6">
                  <c:v>0.50452846327</c:v>
                </c:pt>
                <c:pt idx="7">
                  <c:v>0.52186934341</c:v>
                </c:pt>
                <c:pt idx="8">
                  <c:v>0.53917310096</c:v>
                </c:pt>
                <c:pt idx="9">
                  <c:v>0.55643446504</c:v>
                </c:pt>
                <c:pt idx="10">
                  <c:v>0.57364817767</c:v>
                </c:pt>
                <c:pt idx="11">
                  <c:v>0.59080899538</c:v>
                </c:pt>
                <c:pt idx="12">
                  <c:v>0.60791169082</c:v>
                </c:pt>
                <c:pt idx="13">
                  <c:v>0.62495105434</c:v>
                </c:pt>
                <c:pt idx="14">
                  <c:v>0.6419218956</c:v>
                </c:pt>
                <c:pt idx="15">
                  <c:v>0.6588190451</c:v>
                </c:pt>
                <c:pt idx="16">
                  <c:v>0.67563735582</c:v>
                </c:pt>
                <c:pt idx="17">
                  <c:v>0.69237170472</c:v>
                </c:pt>
                <c:pt idx="18">
                  <c:v>0.70901699437</c:v>
                </c:pt>
                <c:pt idx="19">
                  <c:v>0.72556815446</c:v>
                </c:pt>
                <c:pt idx="20">
                  <c:v>0.74202014333</c:v>
                </c:pt>
                <c:pt idx="21">
                  <c:v>0.75836794955</c:v>
                </c:pt>
                <c:pt idx="22">
                  <c:v>0.77460659342</c:v>
                </c:pt>
                <c:pt idx="23">
                  <c:v>0.79073112849</c:v>
                </c:pt>
                <c:pt idx="24">
                  <c:v>0.80673664308</c:v>
                </c:pt>
                <c:pt idx="25">
                  <c:v>0.82261826174</c:v>
                </c:pt>
                <c:pt idx="26">
                  <c:v>0.83837114679</c:v>
                </c:pt>
                <c:pt idx="27">
                  <c:v>0.85399049974</c:v>
                </c:pt>
                <c:pt idx="28">
                  <c:v>0.86947156279</c:v>
                </c:pt>
                <c:pt idx="29">
                  <c:v>0.88480962025</c:v>
                </c:pt>
                <c:pt idx="30">
                  <c:v>0.9</c:v>
                </c:pt>
                <c:pt idx="31">
                  <c:v>0.91503807491</c:v>
                </c:pt>
                <c:pt idx="32">
                  <c:v>0.92991926423</c:v>
                </c:pt>
                <c:pt idx="33">
                  <c:v>0.94463903502</c:v>
                </c:pt>
                <c:pt idx="34">
                  <c:v>0.95919290347</c:v>
                </c:pt>
                <c:pt idx="35">
                  <c:v>0.97357643635</c:v>
                </c:pt>
                <c:pt idx="36">
                  <c:v>0.98778525229</c:v>
                </c:pt>
                <c:pt idx="37">
                  <c:v>1.0018150232</c:v>
                </c:pt>
                <c:pt idx="38">
                  <c:v>1.0156614753</c:v>
                </c:pt>
                <c:pt idx="39">
                  <c:v>1.029320391</c:v>
                </c:pt>
                <c:pt idx="40">
                  <c:v>1.0427876097</c:v>
                </c:pt>
                <c:pt idx="41">
                  <c:v>1.056059029</c:v>
                </c:pt>
                <c:pt idx="42">
                  <c:v>1.0691306064</c:v>
                </c:pt>
                <c:pt idx="43">
                  <c:v>1.0819983601</c:v>
                </c:pt>
                <c:pt idx="44">
                  <c:v>1.0946583705</c:v>
                </c:pt>
                <c:pt idx="45">
                  <c:v>1.1071067812</c:v>
                </c:pt>
                <c:pt idx="46">
                  <c:v>1.1193398003</c:v>
                </c:pt>
                <c:pt idx="47">
                  <c:v>1.1313537016</c:v>
                </c:pt>
                <c:pt idx="48">
                  <c:v>1.1431448255</c:v>
                </c:pt>
                <c:pt idx="49">
                  <c:v>1.1547095802</c:v>
                </c:pt>
                <c:pt idx="50">
                  <c:v>1.1660444431</c:v>
                </c:pt>
                <c:pt idx="51">
                  <c:v>1.1771459615</c:v>
                </c:pt>
                <c:pt idx="52">
                  <c:v>1.1880107536</c:v>
                </c:pt>
                <c:pt idx="53">
                  <c:v>1.19863551</c:v>
                </c:pt>
                <c:pt idx="54">
                  <c:v>1.2090169944</c:v>
                </c:pt>
                <c:pt idx="55">
                  <c:v>1.2191520443</c:v>
                </c:pt>
                <c:pt idx="56">
                  <c:v>1.2290375726</c:v>
                </c:pt>
                <c:pt idx="57">
                  <c:v>1.2386705679</c:v>
                </c:pt>
                <c:pt idx="58">
                  <c:v>1.2480480962</c:v>
                </c:pt>
                <c:pt idx="59">
                  <c:v>1.2571673007</c:v>
                </c:pt>
                <c:pt idx="60">
                  <c:v>1.2660254038</c:v>
                </c:pt>
                <c:pt idx="61">
                  <c:v>1.2746197071</c:v>
                </c:pt>
                <c:pt idx="62">
                  <c:v>1.2829475929</c:v>
                </c:pt>
                <c:pt idx="63">
                  <c:v>1.2910065242</c:v>
                </c:pt>
                <c:pt idx="64">
                  <c:v>1.2987940463</c:v>
                </c:pt>
                <c:pt idx="65">
                  <c:v>1.306307787</c:v>
                </c:pt>
                <c:pt idx="66">
                  <c:v>1.3135454576</c:v>
                </c:pt>
                <c:pt idx="67">
                  <c:v>1.3205048535</c:v>
                </c:pt>
                <c:pt idx="68">
                  <c:v>1.3271838546</c:v>
                </c:pt>
                <c:pt idx="69">
                  <c:v>1.3335804265</c:v>
                </c:pt>
                <c:pt idx="70">
                  <c:v>1.3396926208</c:v>
                </c:pt>
                <c:pt idx="71">
                  <c:v>1.3455185756</c:v>
                </c:pt>
                <c:pt idx="72">
                  <c:v>1.3510565163</c:v>
                </c:pt>
                <c:pt idx="73">
                  <c:v>1.356304756</c:v>
                </c:pt>
                <c:pt idx="74">
                  <c:v>1.3612616959</c:v>
                </c:pt>
                <c:pt idx="75">
                  <c:v>1.3659258263</c:v>
                </c:pt>
                <c:pt idx="76">
                  <c:v>1.3702957263</c:v>
                </c:pt>
                <c:pt idx="77">
                  <c:v>1.3743700648</c:v>
                </c:pt>
                <c:pt idx="78">
                  <c:v>1.3781476007</c:v>
                </c:pt>
                <c:pt idx="79">
                  <c:v>1.3816271834</c:v>
                </c:pt>
                <c:pt idx="80">
                  <c:v>1.384807753</c:v>
                </c:pt>
                <c:pt idx="81">
                  <c:v>1.3876883406</c:v>
                </c:pt>
                <c:pt idx="82">
                  <c:v>1.3902680687</c:v>
                </c:pt>
                <c:pt idx="83">
                  <c:v>1.3925461516</c:v>
                </c:pt>
                <c:pt idx="84">
                  <c:v>1.3945218954</c:v>
                </c:pt>
                <c:pt idx="85">
                  <c:v>1.3961946981</c:v>
                </c:pt>
                <c:pt idx="86">
                  <c:v>1.3975640503</c:v>
                </c:pt>
                <c:pt idx="87">
                  <c:v>1.3986295348</c:v>
                </c:pt>
                <c:pt idx="88">
                  <c:v>1.399390827</c:v>
                </c:pt>
                <c:pt idx="89">
                  <c:v>1.3998476952</c:v>
                </c:pt>
                <c:pt idx="90">
                  <c:v>1.4</c:v>
                </c:pt>
                <c:pt idx="91">
                  <c:v>1.3998476952</c:v>
                </c:pt>
                <c:pt idx="92">
                  <c:v>1.399390827</c:v>
                </c:pt>
                <c:pt idx="93">
                  <c:v>1.3986295348</c:v>
                </c:pt>
                <c:pt idx="94">
                  <c:v>1.3975640503</c:v>
                </c:pt>
                <c:pt idx="95">
                  <c:v>1.3961946981</c:v>
                </c:pt>
                <c:pt idx="96">
                  <c:v>1.3945218954</c:v>
                </c:pt>
                <c:pt idx="97">
                  <c:v>1.3925461516</c:v>
                </c:pt>
                <c:pt idx="98">
                  <c:v>1.3902680687</c:v>
                </c:pt>
                <c:pt idx="99">
                  <c:v>1.3876883406</c:v>
                </c:pt>
                <c:pt idx="100">
                  <c:v>1.384807753</c:v>
                </c:pt>
                <c:pt idx="101">
                  <c:v>1.3816271834</c:v>
                </c:pt>
                <c:pt idx="102">
                  <c:v>1.3781476007</c:v>
                </c:pt>
                <c:pt idx="103">
                  <c:v>1.3743700648</c:v>
                </c:pt>
                <c:pt idx="104">
                  <c:v>1.3702957263</c:v>
                </c:pt>
                <c:pt idx="105">
                  <c:v>1.3659258263</c:v>
                </c:pt>
                <c:pt idx="106">
                  <c:v>1.3612616959</c:v>
                </c:pt>
                <c:pt idx="107">
                  <c:v>1.356304756</c:v>
                </c:pt>
                <c:pt idx="108">
                  <c:v>1.3510565163</c:v>
                </c:pt>
                <c:pt idx="109">
                  <c:v>1.3455185756</c:v>
                </c:pt>
                <c:pt idx="110">
                  <c:v>1.3396926208</c:v>
                </c:pt>
                <c:pt idx="111">
                  <c:v>1.3335804265</c:v>
                </c:pt>
                <c:pt idx="112">
                  <c:v>1.3271838546</c:v>
                </c:pt>
                <c:pt idx="113">
                  <c:v>1.3205048535</c:v>
                </c:pt>
                <c:pt idx="114">
                  <c:v>1.3135454576</c:v>
                </c:pt>
                <c:pt idx="115">
                  <c:v>1.306307787</c:v>
                </c:pt>
                <c:pt idx="116">
                  <c:v>1.2987940463</c:v>
                </c:pt>
                <c:pt idx="117">
                  <c:v>1.2910065242</c:v>
                </c:pt>
                <c:pt idx="118">
                  <c:v>1.2829475929</c:v>
                </c:pt>
                <c:pt idx="119">
                  <c:v>1.2746197071</c:v>
                </c:pt>
                <c:pt idx="120">
                  <c:v>1.2660254038</c:v>
                </c:pt>
                <c:pt idx="121">
                  <c:v>1.2571673007</c:v>
                </c:pt>
                <c:pt idx="122">
                  <c:v>1.2480480962</c:v>
                </c:pt>
                <c:pt idx="123">
                  <c:v>1.2386705679</c:v>
                </c:pt>
                <c:pt idx="124">
                  <c:v>1.2290375726</c:v>
                </c:pt>
                <c:pt idx="125">
                  <c:v>1.2191520443</c:v>
                </c:pt>
                <c:pt idx="126">
                  <c:v>1.2090169944</c:v>
                </c:pt>
                <c:pt idx="127">
                  <c:v>1.19863551</c:v>
                </c:pt>
                <c:pt idx="128">
                  <c:v>1.1880107536</c:v>
                </c:pt>
                <c:pt idx="129">
                  <c:v>1.1771459615</c:v>
                </c:pt>
                <c:pt idx="130">
                  <c:v>1.1660444431</c:v>
                </c:pt>
                <c:pt idx="131">
                  <c:v>1.1547095802</c:v>
                </c:pt>
                <c:pt idx="132">
                  <c:v>1.1431448255</c:v>
                </c:pt>
                <c:pt idx="133">
                  <c:v>1.1313537016</c:v>
                </c:pt>
                <c:pt idx="134">
                  <c:v>1.1193398003</c:v>
                </c:pt>
                <c:pt idx="135">
                  <c:v>1.1071067812</c:v>
                </c:pt>
                <c:pt idx="136">
                  <c:v>1.0946583705</c:v>
                </c:pt>
                <c:pt idx="137">
                  <c:v>1.0819983601</c:v>
                </c:pt>
                <c:pt idx="138">
                  <c:v>1.0691306064</c:v>
                </c:pt>
                <c:pt idx="139">
                  <c:v>1.056059029</c:v>
                </c:pt>
                <c:pt idx="140">
                  <c:v>1.0427876097</c:v>
                </c:pt>
                <c:pt idx="141">
                  <c:v>1.029320391</c:v>
                </c:pt>
                <c:pt idx="142">
                  <c:v>1.0156614753</c:v>
                </c:pt>
                <c:pt idx="143">
                  <c:v>1.0018150232</c:v>
                </c:pt>
                <c:pt idx="144">
                  <c:v>0.98778525229</c:v>
                </c:pt>
                <c:pt idx="145">
                  <c:v>0.97357643635</c:v>
                </c:pt>
                <c:pt idx="146">
                  <c:v>0.95919290347</c:v>
                </c:pt>
                <c:pt idx="147">
                  <c:v>0.94463903502</c:v>
                </c:pt>
                <c:pt idx="148">
                  <c:v>0.92991926423</c:v>
                </c:pt>
                <c:pt idx="149">
                  <c:v>0.91503807491</c:v>
                </c:pt>
                <c:pt idx="150">
                  <c:v>0.9</c:v>
                </c:pt>
                <c:pt idx="151">
                  <c:v>0.88480962025</c:v>
                </c:pt>
                <c:pt idx="152">
                  <c:v>0.86947156279</c:v>
                </c:pt>
                <c:pt idx="153">
                  <c:v>0.85399049974</c:v>
                </c:pt>
                <c:pt idx="154">
                  <c:v>0.83837114679</c:v>
                </c:pt>
                <c:pt idx="155">
                  <c:v>0.82261826174</c:v>
                </c:pt>
                <c:pt idx="156">
                  <c:v>0.80673664308</c:v>
                </c:pt>
                <c:pt idx="157">
                  <c:v>0.79073112849</c:v>
                </c:pt>
                <c:pt idx="158">
                  <c:v>0.77460659342</c:v>
                </c:pt>
                <c:pt idx="159">
                  <c:v>0.75836794955</c:v>
                </c:pt>
                <c:pt idx="160">
                  <c:v>0.74202014333</c:v>
                </c:pt>
                <c:pt idx="161">
                  <c:v>0.72556815446</c:v>
                </c:pt>
                <c:pt idx="162">
                  <c:v>0.70901699437</c:v>
                </c:pt>
                <c:pt idx="163">
                  <c:v>0.69237170472</c:v>
                </c:pt>
                <c:pt idx="164">
                  <c:v>0.67563735582</c:v>
                </c:pt>
                <c:pt idx="165">
                  <c:v>0.6588190451</c:v>
                </c:pt>
                <c:pt idx="166">
                  <c:v>0.6419218956</c:v>
                </c:pt>
                <c:pt idx="167">
                  <c:v>0.62495105434</c:v>
                </c:pt>
                <c:pt idx="168">
                  <c:v>0.60791169082</c:v>
                </c:pt>
                <c:pt idx="169">
                  <c:v>0.59080899538</c:v>
                </c:pt>
                <c:pt idx="170">
                  <c:v>0.57364817767</c:v>
                </c:pt>
                <c:pt idx="171">
                  <c:v>0.55643446504</c:v>
                </c:pt>
                <c:pt idx="172">
                  <c:v>0.53917310096</c:v>
                </c:pt>
                <c:pt idx="173">
                  <c:v>0.52186934341</c:v>
                </c:pt>
                <c:pt idx="174">
                  <c:v>0.50452846327</c:v>
                </c:pt>
                <c:pt idx="175">
                  <c:v>0.48715574275</c:v>
                </c:pt>
                <c:pt idx="176">
                  <c:v>0.46975647374</c:v>
                </c:pt>
                <c:pt idx="177">
                  <c:v>0.45233595624</c:v>
                </c:pt>
                <c:pt idx="178">
                  <c:v>0.4348994967</c:v>
                </c:pt>
                <c:pt idx="179">
                  <c:v>0.41745240644</c:v>
                </c:pt>
                <c:pt idx="180">
                  <c:v>0.4</c:v>
                </c:pt>
                <c:pt idx="181">
                  <c:v>0.38254759356</c:v>
                </c:pt>
                <c:pt idx="182">
                  <c:v>0.3651005033</c:v>
                </c:pt>
                <c:pt idx="183">
                  <c:v>0.34766404376</c:v>
                </c:pt>
                <c:pt idx="184">
                  <c:v>0.33024352626</c:v>
                </c:pt>
                <c:pt idx="185">
                  <c:v>0.31284425725</c:v>
                </c:pt>
                <c:pt idx="186">
                  <c:v>0.29547153673</c:v>
                </c:pt>
                <c:pt idx="187">
                  <c:v>0.27813065659</c:v>
                </c:pt>
                <c:pt idx="188">
                  <c:v>0.26082689904</c:v>
                </c:pt>
                <c:pt idx="189">
                  <c:v>0.24356553496</c:v>
                </c:pt>
                <c:pt idx="190">
                  <c:v>0.22635182233</c:v>
                </c:pt>
                <c:pt idx="191">
                  <c:v>0.20919100462</c:v>
                </c:pt>
                <c:pt idx="192">
                  <c:v>0.19208830918</c:v>
                </c:pt>
                <c:pt idx="193">
                  <c:v>0.17504894566</c:v>
                </c:pt>
                <c:pt idx="194">
                  <c:v>0.1580781044</c:v>
                </c:pt>
                <c:pt idx="195">
                  <c:v>0.1411809549</c:v>
                </c:pt>
                <c:pt idx="196">
                  <c:v>0.12436264418</c:v>
                </c:pt>
                <c:pt idx="197">
                  <c:v>0.10762829528</c:v>
                </c:pt>
                <c:pt idx="198">
                  <c:v>0.090983005625</c:v>
                </c:pt>
                <c:pt idx="199">
                  <c:v>0.074431845543</c:v>
                </c:pt>
                <c:pt idx="200">
                  <c:v>0.057979856674</c:v>
                </c:pt>
                <c:pt idx="201">
                  <c:v>0.041632050455</c:v>
                </c:pt>
                <c:pt idx="202">
                  <c:v>0.025393406584</c:v>
                </c:pt>
                <c:pt idx="203">
                  <c:v>0.0092688715107</c:v>
                </c:pt>
                <c:pt idx="204">
                  <c:v>-0.0067366430758</c:v>
                </c:pt>
                <c:pt idx="205">
                  <c:v>-0.022618261741</c:v>
                </c:pt>
                <c:pt idx="206">
                  <c:v>-0.038371146789</c:v>
                </c:pt>
                <c:pt idx="207">
                  <c:v>-0.05399049974</c:v>
                </c:pt>
                <c:pt idx="208">
                  <c:v>-0.069471562786</c:v>
                </c:pt>
                <c:pt idx="209">
                  <c:v>-0.084809620246</c:v>
                </c:pt>
                <c:pt idx="210">
                  <c:v>-0.1</c:v>
                </c:pt>
                <c:pt idx="211">
                  <c:v>-0.11503807491</c:v>
                </c:pt>
                <c:pt idx="212">
                  <c:v>-0.12991926423</c:v>
                </c:pt>
                <c:pt idx="213">
                  <c:v>-0.14463903502</c:v>
                </c:pt>
                <c:pt idx="214">
                  <c:v>-0.15919290347</c:v>
                </c:pt>
                <c:pt idx="215">
                  <c:v>-0.17357643635</c:v>
                </c:pt>
                <c:pt idx="216">
                  <c:v>-0.18778525229</c:v>
                </c:pt>
                <c:pt idx="217">
                  <c:v>-0.20181502315</c:v>
                </c:pt>
                <c:pt idx="218">
                  <c:v>-0.21566147533</c:v>
                </c:pt>
                <c:pt idx="219">
                  <c:v>-0.22932039105</c:v>
                </c:pt>
                <c:pt idx="220">
                  <c:v>-0.24278760969</c:v>
                </c:pt>
                <c:pt idx="221">
                  <c:v>-0.25605902899</c:v>
                </c:pt>
                <c:pt idx="222">
                  <c:v>-0.26913060636</c:v>
                </c:pt>
                <c:pt idx="223">
                  <c:v>-0.28199836006</c:v>
                </c:pt>
                <c:pt idx="224">
                  <c:v>-0.29465837046</c:v>
                </c:pt>
                <c:pt idx="225">
                  <c:v>-0.30710678119</c:v>
                </c:pt>
                <c:pt idx="226">
                  <c:v>-0.31933980034</c:v>
                </c:pt>
                <c:pt idx="227">
                  <c:v>-0.33135370162</c:v>
                </c:pt>
                <c:pt idx="228">
                  <c:v>-0.34314482548</c:v>
                </c:pt>
                <c:pt idx="229">
                  <c:v>-0.35470958022</c:v>
                </c:pt>
                <c:pt idx="230">
                  <c:v>-0.36604444312</c:v>
                </c:pt>
                <c:pt idx="231">
                  <c:v>-0.37714596146</c:v>
                </c:pt>
                <c:pt idx="232">
                  <c:v>-0.38801075361</c:v>
                </c:pt>
                <c:pt idx="233">
                  <c:v>-0.39863551005</c:v>
                </c:pt>
                <c:pt idx="234">
                  <c:v>-0.40901699437</c:v>
                </c:pt>
                <c:pt idx="235">
                  <c:v>-0.41915204429</c:v>
                </c:pt>
                <c:pt idx="236">
                  <c:v>-0.42903757256</c:v>
                </c:pt>
                <c:pt idx="237">
                  <c:v>-0.43867056795</c:v>
                </c:pt>
                <c:pt idx="238">
                  <c:v>-0.44804809616</c:v>
                </c:pt>
                <c:pt idx="239">
                  <c:v>-0.4571673007</c:v>
                </c:pt>
                <c:pt idx="240">
                  <c:v>-0.46602540378</c:v>
                </c:pt>
                <c:pt idx="241">
                  <c:v>-0.47461970714</c:v>
                </c:pt>
                <c:pt idx="242">
                  <c:v>-0.48294759286</c:v>
                </c:pt>
                <c:pt idx="243">
                  <c:v>-0.49100652419</c:v>
                </c:pt>
                <c:pt idx="244">
                  <c:v>-0.4987940463</c:v>
                </c:pt>
                <c:pt idx="245">
                  <c:v>-0.50630778704</c:v>
                </c:pt>
                <c:pt idx="246">
                  <c:v>-0.51354545764</c:v>
                </c:pt>
                <c:pt idx="247">
                  <c:v>-0.52050485345</c:v>
                </c:pt>
                <c:pt idx="248">
                  <c:v>-0.52718385457</c:v>
                </c:pt>
                <c:pt idx="249">
                  <c:v>-0.5335804265</c:v>
                </c:pt>
                <c:pt idx="250">
                  <c:v>-0.53969262079</c:v>
                </c:pt>
                <c:pt idx="251">
                  <c:v>-0.5455185756</c:v>
                </c:pt>
                <c:pt idx="252">
                  <c:v>-0.5510565163</c:v>
                </c:pt>
                <c:pt idx="253">
                  <c:v>-0.55630475596</c:v>
                </c:pt>
                <c:pt idx="254">
                  <c:v>-0.56126169594</c:v>
                </c:pt>
                <c:pt idx="255">
                  <c:v>-0.56592582629</c:v>
                </c:pt>
                <c:pt idx="256">
                  <c:v>-0.57029572628</c:v>
                </c:pt>
                <c:pt idx="257">
                  <c:v>-0.57437006479</c:v>
                </c:pt>
                <c:pt idx="258">
                  <c:v>-0.57814760073</c:v>
                </c:pt>
                <c:pt idx="259">
                  <c:v>-0.58162718345</c:v>
                </c:pt>
                <c:pt idx="260">
                  <c:v>-0.58480775301</c:v>
                </c:pt>
                <c:pt idx="261">
                  <c:v>-0.5876883406</c:v>
                </c:pt>
                <c:pt idx="262">
                  <c:v>-0.59026806874</c:v>
                </c:pt>
                <c:pt idx="263">
                  <c:v>-0.59254615164</c:v>
                </c:pt>
                <c:pt idx="264">
                  <c:v>-0.59452189537</c:v>
                </c:pt>
                <c:pt idx="265">
                  <c:v>-0.59619469809</c:v>
                </c:pt>
                <c:pt idx="266">
                  <c:v>-0.59756405026</c:v>
                </c:pt>
                <c:pt idx="267">
                  <c:v>-0.59862953475</c:v>
                </c:pt>
                <c:pt idx="268">
                  <c:v>-0.59939082702</c:v>
                </c:pt>
                <c:pt idx="269">
                  <c:v>-0.59984769516</c:v>
                </c:pt>
                <c:pt idx="270">
                  <c:v>-0.6</c:v>
                </c:pt>
                <c:pt idx="271">
                  <c:v>-0.59984769516</c:v>
                </c:pt>
                <c:pt idx="272">
                  <c:v>-0.59939082702</c:v>
                </c:pt>
                <c:pt idx="273">
                  <c:v>-0.59862953475</c:v>
                </c:pt>
                <c:pt idx="274">
                  <c:v>-0.59756405026</c:v>
                </c:pt>
                <c:pt idx="275">
                  <c:v>-0.59619469809</c:v>
                </c:pt>
                <c:pt idx="276">
                  <c:v>-0.59452189537</c:v>
                </c:pt>
                <c:pt idx="277">
                  <c:v>-0.59254615164</c:v>
                </c:pt>
                <c:pt idx="278">
                  <c:v>-0.59026806874</c:v>
                </c:pt>
                <c:pt idx="279">
                  <c:v>-0.5876883406</c:v>
                </c:pt>
                <c:pt idx="280">
                  <c:v>-0.58480775301</c:v>
                </c:pt>
                <c:pt idx="281">
                  <c:v>-0.58162718345</c:v>
                </c:pt>
                <c:pt idx="282">
                  <c:v>-0.57814760073</c:v>
                </c:pt>
                <c:pt idx="283">
                  <c:v>-0.57437006479</c:v>
                </c:pt>
                <c:pt idx="284">
                  <c:v>-0.57029572628</c:v>
                </c:pt>
                <c:pt idx="285">
                  <c:v>-0.56592582629</c:v>
                </c:pt>
                <c:pt idx="286">
                  <c:v>-0.56126169594</c:v>
                </c:pt>
                <c:pt idx="287">
                  <c:v>-0.55630475596</c:v>
                </c:pt>
                <c:pt idx="288">
                  <c:v>-0.5510565163</c:v>
                </c:pt>
                <c:pt idx="289">
                  <c:v>-0.5455185756</c:v>
                </c:pt>
                <c:pt idx="290">
                  <c:v>-0.53969262079</c:v>
                </c:pt>
                <c:pt idx="291">
                  <c:v>-0.5335804265</c:v>
                </c:pt>
                <c:pt idx="292">
                  <c:v>-0.52718385457</c:v>
                </c:pt>
                <c:pt idx="293">
                  <c:v>-0.52050485345</c:v>
                </c:pt>
                <c:pt idx="294">
                  <c:v>-0.51354545764</c:v>
                </c:pt>
                <c:pt idx="295">
                  <c:v>-0.50630778704</c:v>
                </c:pt>
                <c:pt idx="296">
                  <c:v>-0.4987940463</c:v>
                </c:pt>
                <c:pt idx="297">
                  <c:v>-0.49100652419</c:v>
                </c:pt>
                <c:pt idx="298">
                  <c:v>-0.48294759286</c:v>
                </c:pt>
                <c:pt idx="299">
                  <c:v>-0.47461970714</c:v>
                </c:pt>
                <c:pt idx="300">
                  <c:v>-0.46602540378</c:v>
                </c:pt>
                <c:pt idx="301">
                  <c:v>-0.4571673007</c:v>
                </c:pt>
                <c:pt idx="302">
                  <c:v>-0.44804809616</c:v>
                </c:pt>
                <c:pt idx="303">
                  <c:v>-0.43867056795</c:v>
                </c:pt>
                <c:pt idx="304">
                  <c:v>-0.42903757256</c:v>
                </c:pt>
                <c:pt idx="305">
                  <c:v>-0.41915204429</c:v>
                </c:pt>
                <c:pt idx="306">
                  <c:v>-0.40901699437</c:v>
                </c:pt>
                <c:pt idx="307">
                  <c:v>-0.39863551005</c:v>
                </c:pt>
                <c:pt idx="308">
                  <c:v>-0.38801075361</c:v>
                </c:pt>
                <c:pt idx="309">
                  <c:v>-0.37714596146</c:v>
                </c:pt>
                <c:pt idx="310">
                  <c:v>-0.36604444312</c:v>
                </c:pt>
                <c:pt idx="311">
                  <c:v>-0.35470958022</c:v>
                </c:pt>
                <c:pt idx="312">
                  <c:v>-0.34314482548</c:v>
                </c:pt>
                <c:pt idx="313">
                  <c:v>-0.33135370162</c:v>
                </c:pt>
                <c:pt idx="314">
                  <c:v>-0.31933980034</c:v>
                </c:pt>
                <c:pt idx="315">
                  <c:v>-0.30710678119</c:v>
                </c:pt>
                <c:pt idx="316">
                  <c:v>-0.29465837046</c:v>
                </c:pt>
                <c:pt idx="317">
                  <c:v>-0.28199836006</c:v>
                </c:pt>
                <c:pt idx="318">
                  <c:v>-0.26913060636</c:v>
                </c:pt>
                <c:pt idx="319">
                  <c:v>-0.25605902899</c:v>
                </c:pt>
                <c:pt idx="320">
                  <c:v>-0.24278760969</c:v>
                </c:pt>
                <c:pt idx="321">
                  <c:v>-0.22932039105</c:v>
                </c:pt>
                <c:pt idx="322">
                  <c:v>-0.21566147533</c:v>
                </c:pt>
                <c:pt idx="323">
                  <c:v>-0.20181502315</c:v>
                </c:pt>
                <c:pt idx="324">
                  <c:v>-0.18778525229</c:v>
                </c:pt>
                <c:pt idx="325">
                  <c:v>-0.17357643635</c:v>
                </c:pt>
                <c:pt idx="326">
                  <c:v>-0.15919290347</c:v>
                </c:pt>
                <c:pt idx="327">
                  <c:v>-0.14463903502</c:v>
                </c:pt>
                <c:pt idx="328">
                  <c:v>-0.12991926423</c:v>
                </c:pt>
                <c:pt idx="329">
                  <c:v>-0.11503807491</c:v>
                </c:pt>
                <c:pt idx="330">
                  <c:v>-0.1</c:v>
                </c:pt>
                <c:pt idx="331">
                  <c:v>-0.084809620246</c:v>
                </c:pt>
                <c:pt idx="332">
                  <c:v>-0.069471562786</c:v>
                </c:pt>
                <c:pt idx="333">
                  <c:v>-0.05399049974</c:v>
                </c:pt>
                <c:pt idx="334">
                  <c:v>-0.038371146789</c:v>
                </c:pt>
                <c:pt idx="335">
                  <c:v>-0.022618261741</c:v>
                </c:pt>
                <c:pt idx="336">
                  <c:v>-0.0067366430758</c:v>
                </c:pt>
                <c:pt idx="337">
                  <c:v>0.0092688715107</c:v>
                </c:pt>
                <c:pt idx="338">
                  <c:v>0.025393406584</c:v>
                </c:pt>
                <c:pt idx="339">
                  <c:v>0.041632050455</c:v>
                </c:pt>
                <c:pt idx="340">
                  <c:v>0.057979856674</c:v>
                </c:pt>
                <c:pt idx="341">
                  <c:v>0.074431845543</c:v>
                </c:pt>
                <c:pt idx="342">
                  <c:v>0.090983005625</c:v>
                </c:pt>
                <c:pt idx="343">
                  <c:v>0.10762829528</c:v>
                </c:pt>
                <c:pt idx="344">
                  <c:v>0.12436264418</c:v>
                </c:pt>
                <c:pt idx="345">
                  <c:v>0.1411809549</c:v>
                </c:pt>
                <c:pt idx="346">
                  <c:v>0.1580781044</c:v>
                </c:pt>
                <c:pt idx="347">
                  <c:v>0.17504894566</c:v>
                </c:pt>
                <c:pt idx="348">
                  <c:v>0.19208830918</c:v>
                </c:pt>
                <c:pt idx="349">
                  <c:v>0.20919100462</c:v>
                </c:pt>
                <c:pt idx="350">
                  <c:v>0.22635182233</c:v>
                </c:pt>
                <c:pt idx="351">
                  <c:v>0.24356553496</c:v>
                </c:pt>
                <c:pt idx="352">
                  <c:v>0.26082689904</c:v>
                </c:pt>
                <c:pt idx="353">
                  <c:v>0.27813065659</c:v>
                </c:pt>
                <c:pt idx="354">
                  <c:v>0.29547153673</c:v>
                </c:pt>
                <c:pt idx="355">
                  <c:v>0.31284425725</c:v>
                </c:pt>
                <c:pt idx="356">
                  <c:v>0.33024352626</c:v>
                </c:pt>
                <c:pt idx="357">
                  <c:v>0.34766404376</c:v>
                </c:pt>
                <c:pt idx="358">
                  <c:v>0.3651005033</c:v>
                </c:pt>
                <c:pt idx="359">
                  <c:v>0.38254759356</c:v>
                </c:pt>
                <c:pt idx="360">
                  <c:v>0.4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360"/>
          <c:min val="0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餘弦參考</c:v>
          </c:tx>
          <c:spPr>
            <a:ln xmlns:a="http://schemas.openxmlformats.org/drawingml/2006/main" w="23813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Data'!$A$2:$A$362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xVal>
          <c:yVal>
            <c:numRef>
              <c:f>'Chart Data'!$B$2:$B$362</c:f>
              <c:numCache>
                <c:formatCode>0.0</c:formatCode>
                <c:ptCount val="361"/>
                <c:pt idx="0">
                  <c:v>1</c:v>
                </c:pt>
                <c:pt idx="1">
                  <c:v>0.99984769516</c:v>
                </c:pt>
                <c:pt idx="2">
                  <c:v>0.99939082702</c:v>
                </c:pt>
                <c:pt idx="3">
                  <c:v>0.99862953475</c:v>
                </c:pt>
                <c:pt idx="4">
                  <c:v>0.99756405026</c:v>
                </c:pt>
                <c:pt idx="5">
                  <c:v>0.99619469809</c:v>
                </c:pt>
                <c:pt idx="6">
                  <c:v>0.99452189537</c:v>
                </c:pt>
                <c:pt idx="7">
                  <c:v>0.99254615164</c:v>
                </c:pt>
                <c:pt idx="8">
                  <c:v>0.99026806874</c:v>
                </c:pt>
                <c:pt idx="9">
                  <c:v>0.9876883406</c:v>
                </c:pt>
                <c:pt idx="10">
                  <c:v>0.98480775301</c:v>
                </c:pt>
                <c:pt idx="11">
                  <c:v>0.98162718345</c:v>
                </c:pt>
                <c:pt idx="12">
                  <c:v>0.97814760073</c:v>
                </c:pt>
                <c:pt idx="13">
                  <c:v>0.97437006479</c:v>
                </c:pt>
                <c:pt idx="14">
                  <c:v>0.97029572628</c:v>
                </c:pt>
                <c:pt idx="15">
                  <c:v>0.96592582629</c:v>
                </c:pt>
                <c:pt idx="16">
                  <c:v>0.96126169594</c:v>
                </c:pt>
                <c:pt idx="17">
                  <c:v>0.95630475596</c:v>
                </c:pt>
                <c:pt idx="18">
                  <c:v>0.9510565163</c:v>
                </c:pt>
                <c:pt idx="19">
                  <c:v>0.9455185756</c:v>
                </c:pt>
                <c:pt idx="20">
                  <c:v>0.93969262079</c:v>
                </c:pt>
                <c:pt idx="21">
                  <c:v>0.9335804265</c:v>
                </c:pt>
                <c:pt idx="22">
                  <c:v>0.92718385457</c:v>
                </c:pt>
                <c:pt idx="23">
                  <c:v>0.92050485345</c:v>
                </c:pt>
                <c:pt idx="24">
                  <c:v>0.91354545764</c:v>
                </c:pt>
                <c:pt idx="25">
                  <c:v>0.90630778704</c:v>
                </c:pt>
                <c:pt idx="26">
                  <c:v>0.8987940463</c:v>
                </c:pt>
                <c:pt idx="27">
                  <c:v>0.89100652419</c:v>
                </c:pt>
                <c:pt idx="28">
                  <c:v>0.88294759286</c:v>
                </c:pt>
                <c:pt idx="29">
                  <c:v>0.87461970714</c:v>
                </c:pt>
                <c:pt idx="30">
                  <c:v>0.86602540378</c:v>
                </c:pt>
                <c:pt idx="31">
                  <c:v>0.8571673007</c:v>
                </c:pt>
                <c:pt idx="32">
                  <c:v>0.84804809616</c:v>
                </c:pt>
                <c:pt idx="33">
                  <c:v>0.83867056795</c:v>
                </c:pt>
                <c:pt idx="34">
                  <c:v>0.82903757256</c:v>
                </c:pt>
                <c:pt idx="35">
                  <c:v>0.81915204429</c:v>
                </c:pt>
                <c:pt idx="36">
                  <c:v>0.80901699437</c:v>
                </c:pt>
                <c:pt idx="37">
                  <c:v>0.79863551005</c:v>
                </c:pt>
                <c:pt idx="38">
                  <c:v>0.78801075361</c:v>
                </c:pt>
                <c:pt idx="39">
                  <c:v>0.77714596146</c:v>
                </c:pt>
                <c:pt idx="40">
                  <c:v>0.76604444312</c:v>
                </c:pt>
                <c:pt idx="41">
                  <c:v>0.75470958022</c:v>
                </c:pt>
                <c:pt idx="42">
                  <c:v>0.74314482548</c:v>
                </c:pt>
                <c:pt idx="43">
                  <c:v>0.73135370162</c:v>
                </c:pt>
                <c:pt idx="44">
                  <c:v>0.71933980034</c:v>
                </c:pt>
                <c:pt idx="45">
                  <c:v>0.70710678119</c:v>
                </c:pt>
                <c:pt idx="46">
                  <c:v>0.69465837046</c:v>
                </c:pt>
                <c:pt idx="47">
                  <c:v>0.68199836006</c:v>
                </c:pt>
                <c:pt idx="48">
                  <c:v>0.66913060636</c:v>
                </c:pt>
                <c:pt idx="49">
                  <c:v>0.65605902899</c:v>
                </c:pt>
                <c:pt idx="50">
                  <c:v>0.64278760969</c:v>
                </c:pt>
                <c:pt idx="51">
                  <c:v>0.62932039105</c:v>
                </c:pt>
                <c:pt idx="52">
                  <c:v>0.61566147533</c:v>
                </c:pt>
                <c:pt idx="53">
                  <c:v>0.60181502315</c:v>
                </c:pt>
                <c:pt idx="54">
                  <c:v>0.58778525229</c:v>
                </c:pt>
                <c:pt idx="55">
                  <c:v>0.57357643635</c:v>
                </c:pt>
                <c:pt idx="56">
                  <c:v>0.55919290347</c:v>
                </c:pt>
                <c:pt idx="57">
                  <c:v>0.54463903502</c:v>
                </c:pt>
                <c:pt idx="58">
                  <c:v>0.52991926423</c:v>
                </c:pt>
                <c:pt idx="59">
                  <c:v>0.51503807491</c:v>
                </c:pt>
                <c:pt idx="60">
                  <c:v>0.5</c:v>
                </c:pt>
                <c:pt idx="61">
                  <c:v>0.48480962025</c:v>
                </c:pt>
                <c:pt idx="62">
                  <c:v>0.46947156279</c:v>
                </c:pt>
                <c:pt idx="63">
                  <c:v>0.45399049974</c:v>
                </c:pt>
                <c:pt idx="64">
                  <c:v>0.43837114679</c:v>
                </c:pt>
                <c:pt idx="65">
                  <c:v>0.42261826174</c:v>
                </c:pt>
                <c:pt idx="66">
                  <c:v>0.40673664308</c:v>
                </c:pt>
                <c:pt idx="67">
                  <c:v>0.39073112849</c:v>
                </c:pt>
                <c:pt idx="68">
                  <c:v>0.37460659342</c:v>
                </c:pt>
                <c:pt idx="69">
                  <c:v>0.35836794955</c:v>
                </c:pt>
                <c:pt idx="70">
                  <c:v>0.34202014333</c:v>
                </c:pt>
                <c:pt idx="71">
                  <c:v>0.32556815446</c:v>
                </c:pt>
                <c:pt idx="72">
                  <c:v>0.30901699437</c:v>
                </c:pt>
                <c:pt idx="73">
                  <c:v>0.29237170472</c:v>
                </c:pt>
                <c:pt idx="74">
                  <c:v>0.27563735582</c:v>
                </c:pt>
                <c:pt idx="75">
                  <c:v>0.2588190451</c:v>
                </c:pt>
                <c:pt idx="76">
                  <c:v>0.2419218956</c:v>
                </c:pt>
                <c:pt idx="77">
                  <c:v>0.22495105434</c:v>
                </c:pt>
                <c:pt idx="78">
                  <c:v>0.20791169082</c:v>
                </c:pt>
                <c:pt idx="79">
                  <c:v>0.19080899538</c:v>
                </c:pt>
                <c:pt idx="80">
                  <c:v>0.17364817767</c:v>
                </c:pt>
                <c:pt idx="81">
                  <c:v>0.15643446504</c:v>
                </c:pt>
                <c:pt idx="82">
                  <c:v>0.13917310096</c:v>
                </c:pt>
                <c:pt idx="83">
                  <c:v>0.12186934341</c:v>
                </c:pt>
                <c:pt idx="84">
                  <c:v>0.10452846327</c:v>
                </c:pt>
                <c:pt idx="85">
                  <c:v>0.087155742748</c:v>
                </c:pt>
                <c:pt idx="86">
                  <c:v>0.069756473744</c:v>
                </c:pt>
                <c:pt idx="87">
                  <c:v>0.052335956243</c:v>
                </c:pt>
                <c:pt idx="88">
                  <c:v>0.034899496703</c:v>
                </c:pt>
                <c:pt idx="89">
                  <c:v>0.017452406437</c:v>
                </c:pt>
                <c:pt idx="90">
                  <c:v>0</c:v>
                </c:pt>
                <c:pt idx="91">
                  <c:v>-0.017452406437</c:v>
                </c:pt>
                <c:pt idx="92">
                  <c:v>-0.034899496703</c:v>
                </c:pt>
                <c:pt idx="93">
                  <c:v>-0.052335956243</c:v>
                </c:pt>
                <c:pt idx="94">
                  <c:v>-0.069756473744</c:v>
                </c:pt>
                <c:pt idx="95">
                  <c:v>-0.087155742748</c:v>
                </c:pt>
                <c:pt idx="96">
                  <c:v>-0.10452846327</c:v>
                </c:pt>
                <c:pt idx="97">
                  <c:v>-0.12186934341</c:v>
                </c:pt>
                <c:pt idx="98">
                  <c:v>-0.13917310096</c:v>
                </c:pt>
                <c:pt idx="99">
                  <c:v>-0.15643446504</c:v>
                </c:pt>
                <c:pt idx="100">
                  <c:v>-0.17364817767</c:v>
                </c:pt>
                <c:pt idx="101">
                  <c:v>-0.19080899538</c:v>
                </c:pt>
                <c:pt idx="102">
                  <c:v>-0.20791169082</c:v>
                </c:pt>
                <c:pt idx="103">
                  <c:v>-0.22495105434</c:v>
                </c:pt>
                <c:pt idx="104">
                  <c:v>-0.2419218956</c:v>
                </c:pt>
                <c:pt idx="105">
                  <c:v>-0.2588190451</c:v>
                </c:pt>
                <c:pt idx="106">
                  <c:v>-0.27563735582</c:v>
                </c:pt>
                <c:pt idx="107">
                  <c:v>-0.29237170472</c:v>
                </c:pt>
                <c:pt idx="108">
                  <c:v>-0.30901699437</c:v>
                </c:pt>
                <c:pt idx="109">
                  <c:v>-0.32556815446</c:v>
                </c:pt>
                <c:pt idx="110">
                  <c:v>-0.34202014333</c:v>
                </c:pt>
                <c:pt idx="111">
                  <c:v>-0.35836794955</c:v>
                </c:pt>
                <c:pt idx="112">
                  <c:v>-0.37460659342</c:v>
                </c:pt>
                <c:pt idx="113">
                  <c:v>-0.39073112849</c:v>
                </c:pt>
                <c:pt idx="114">
                  <c:v>-0.40673664308</c:v>
                </c:pt>
                <c:pt idx="115">
                  <c:v>-0.42261826174</c:v>
                </c:pt>
                <c:pt idx="116">
                  <c:v>-0.43837114679</c:v>
                </c:pt>
                <c:pt idx="117">
                  <c:v>-0.45399049974</c:v>
                </c:pt>
                <c:pt idx="118">
                  <c:v>-0.46947156279</c:v>
                </c:pt>
                <c:pt idx="119">
                  <c:v>-0.48480962025</c:v>
                </c:pt>
                <c:pt idx="120">
                  <c:v>-0.5</c:v>
                </c:pt>
                <c:pt idx="121">
                  <c:v>-0.51503807491</c:v>
                </c:pt>
                <c:pt idx="122">
                  <c:v>-0.52991926423</c:v>
                </c:pt>
                <c:pt idx="123">
                  <c:v>-0.54463903502</c:v>
                </c:pt>
                <c:pt idx="124">
                  <c:v>-0.55919290347</c:v>
                </c:pt>
                <c:pt idx="125">
                  <c:v>-0.57357643635</c:v>
                </c:pt>
                <c:pt idx="126">
                  <c:v>-0.58778525229</c:v>
                </c:pt>
                <c:pt idx="127">
                  <c:v>-0.60181502315</c:v>
                </c:pt>
                <c:pt idx="128">
                  <c:v>-0.61566147533</c:v>
                </c:pt>
                <c:pt idx="129">
                  <c:v>-0.62932039105</c:v>
                </c:pt>
                <c:pt idx="130">
                  <c:v>-0.64278760969</c:v>
                </c:pt>
                <c:pt idx="131">
                  <c:v>-0.65605902899</c:v>
                </c:pt>
                <c:pt idx="132">
                  <c:v>-0.66913060636</c:v>
                </c:pt>
                <c:pt idx="133">
                  <c:v>-0.68199836006</c:v>
                </c:pt>
                <c:pt idx="134">
                  <c:v>-0.69465837046</c:v>
                </c:pt>
                <c:pt idx="135">
                  <c:v>-0.70710678119</c:v>
                </c:pt>
                <c:pt idx="136">
                  <c:v>-0.71933980034</c:v>
                </c:pt>
                <c:pt idx="137">
                  <c:v>-0.73135370162</c:v>
                </c:pt>
                <c:pt idx="138">
                  <c:v>-0.74314482548</c:v>
                </c:pt>
                <c:pt idx="139">
                  <c:v>-0.75470958022</c:v>
                </c:pt>
                <c:pt idx="140">
                  <c:v>-0.76604444312</c:v>
                </c:pt>
                <c:pt idx="141">
                  <c:v>-0.77714596146</c:v>
                </c:pt>
                <c:pt idx="142">
                  <c:v>-0.78801075361</c:v>
                </c:pt>
                <c:pt idx="143">
                  <c:v>-0.79863551005</c:v>
                </c:pt>
                <c:pt idx="144">
                  <c:v>-0.80901699437</c:v>
                </c:pt>
                <c:pt idx="145">
                  <c:v>-0.81915204429</c:v>
                </c:pt>
                <c:pt idx="146">
                  <c:v>-0.82903757256</c:v>
                </c:pt>
                <c:pt idx="147">
                  <c:v>-0.83867056795</c:v>
                </c:pt>
                <c:pt idx="148">
                  <c:v>-0.84804809616</c:v>
                </c:pt>
                <c:pt idx="149">
                  <c:v>-0.8571673007</c:v>
                </c:pt>
                <c:pt idx="150">
                  <c:v>-0.86602540378</c:v>
                </c:pt>
                <c:pt idx="151">
                  <c:v>-0.87461970714</c:v>
                </c:pt>
                <c:pt idx="152">
                  <c:v>-0.88294759286</c:v>
                </c:pt>
                <c:pt idx="153">
                  <c:v>-0.89100652419</c:v>
                </c:pt>
                <c:pt idx="154">
                  <c:v>-0.8987940463</c:v>
                </c:pt>
                <c:pt idx="155">
                  <c:v>-0.90630778704</c:v>
                </c:pt>
                <c:pt idx="156">
                  <c:v>-0.91354545764</c:v>
                </c:pt>
                <c:pt idx="157">
                  <c:v>-0.92050485345</c:v>
                </c:pt>
                <c:pt idx="158">
                  <c:v>-0.92718385457</c:v>
                </c:pt>
                <c:pt idx="159">
                  <c:v>-0.9335804265</c:v>
                </c:pt>
                <c:pt idx="160">
                  <c:v>-0.93969262079</c:v>
                </c:pt>
                <c:pt idx="161">
                  <c:v>-0.9455185756</c:v>
                </c:pt>
                <c:pt idx="162">
                  <c:v>-0.9510565163</c:v>
                </c:pt>
                <c:pt idx="163">
                  <c:v>-0.95630475596</c:v>
                </c:pt>
                <c:pt idx="164">
                  <c:v>-0.96126169594</c:v>
                </c:pt>
                <c:pt idx="165">
                  <c:v>-0.96592582629</c:v>
                </c:pt>
                <c:pt idx="166">
                  <c:v>-0.97029572628</c:v>
                </c:pt>
                <c:pt idx="167">
                  <c:v>-0.97437006479</c:v>
                </c:pt>
                <c:pt idx="168">
                  <c:v>-0.97814760073</c:v>
                </c:pt>
                <c:pt idx="169">
                  <c:v>-0.98162718345</c:v>
                </c:pt>
                <c:pt idx="170">
                  <c:v>-0.98480775301</c:v>
                </c:pt>
                <c:pt idx="171">
                  <c:v>-0.9876883406</c:v>
                </c:pt>
                <c:pt idx="172">
                  <c:v>-0.99026806874</c:v>
                </c:pt>
                <c:pt idx="173">
                  <c:v>-0.99254615164</c:v>
                </c:pt>
                <c:pt idx="174">
                  <c:v>-0.99452189537</c:v>
                </c:pt>
                <c:pt idx="175">
                  <c:v>-0.99619469809</c:v>
                </c:pt>
                <c:pt idx="176">
                  <c:v>-0.99756405026</c:v>
                </c:pt>
                <c:pt idx="177">
                  <c:v>-0.99862953475</c:v>
                </c:pt>
                <c:pt idx="178">
                  <c:v>-0.99939082702</c:v>
                </c:pt>
                <c:pt idx="179">
                  <c:v>-0.99984769516</c:v>
                </c:pt>
                <c:pt idx="180">
                  <c:v>-1</c:v>
                </c:pt>
                <c:pt idx="181">
                  <c:v>-0.99984769516</c:v>
                </c:pt>
                <c:pt idx="182">
                  <c:v>-0.99939082702</c:v>
                </c:pt>
                <c:pt idx="183">
                  <c:v>-0.99862953475</c:v>
                </c:pt>
                <c:pt idx="184">
                  <c:v>-0.99756405026</c:v>
                </c:pt>
                <c:pt idx="185">
                  <c:v>-0.99619469809</c:v>
                </c:pt>
                <c:pt idx="186">
                  <c:v>-0.99452189537</c:v>
                </c:pt>
                <c:pt idx="187">
                  <c:v>-0.99254615164</c:v>
                </c:pt>
                <c:pt idx="188">
                  <c:v>-0.99026806874</c:v>
                </c:pt>
                <c:pt idx="189">
                  <c:v>-0.9876883406</c:v>
                </c:pt>
                <c:pt idx="190">
                  <c:v>-0.98480775301</c:v>
                </c:pt>
                <c:pt idx="191">
                  <c:v>-0.98162718345</c:v>
                </c:pt>
                <c:pt idx="192">
                  <c:v>-0.97814760073</c:v>
                </c:pt>
                <c:pt idx="193">
                  <c:v>-0.97437006479</c:v>
                </c:pt>
                <c:pt idx="194">
                  <c:v>-0.97029572628</c:v>
                </c:pt>
                <c:pt idx="195">
                  <c:v>-0.96592582629</c:v>
                </c:pt>
                <c:pt idx="196">
                  <c:v>-0.96126169594</c:v>
                </c:pt>
                <c:pt idx="197">
                  <c:v>-0.95630475596</c:v>
                </c:pt>
                <c:pt idx="198">
                  <c:v>-0.9510565163</c:v>
                </c:pt>
                <c:pt idx="199">
                  <c:v>-0.9455185756</c:v>
                </c:pt>
                <c:pt idx="200">
                  <c:v>-0.93969262079</c:v>
                </c:pt>
                <c:pt idx="201">
                  <c:v>-0.9335804265</c:v>
                </c:pt>
                <c:pt idx="202">
                  <c:v>-0.92718385457</c:v>
                </c:pt>
                <c:pt idx="203">
                  <c:v>-0.92050485345</c:v>
                </c:pt>
                <c:pt idx="204">
                  <c:v>-0.91354545764</c:v>
                </c:pt>
                <c:pt idx="205">
                  <c:v>-0.90630778704</c:v>
                </c:pt>
                <c:pt idx="206">
                  <c:v>-0.8987940463</c:v>
                </c:pt>
                <c:pt idx="207">
                  <c:v>-0.89100652419</c:v>
                </c:pt>
                <c:pt idx="208">
                  <c:v>-0.88294759286</c:v>
                </c:pt>
                <c:pt idx="209">
                  <c:v>-0.87461970714</c:v>
                </c:pt>
                <c:pt idx="210">
                  <c:v>-0.86602540378</c:v>
                </c:pt>
                <c:pt idx="211">
                  <c:v>-0.8571673007</c:v>
                </c:pt>
                <c:pt idx="212">
                  <c:v>-0.84804809616</c:v>
                </c:pt>
                <c:pt idx="213">
                  <c:v>-0.83867056795</c:v>
                </c:pt>
                <c:pt idx="214">
                  <c:v>-0.82903757256</c:v>
                </c:pt>
                <c:pt idx="215">
                  <c:v>-0.81915204429</c:v>
                </c:pt>
                <c:pt idx="216">
                  <c:v>-0.80901699437</c:v>
                </c:pt>
                <c:pt idx="217">
                  <c:v>-0.79863551005</c:v>
                </c:pt>
                <c:pt idx="218">
                  <c:v>-0.78801075361</c:v>
                </c:pt>
                <c:pt idx="219">
                  <c:v>-0.77714596146</c:v>
                </c:pt>
                <c:pt idx="220">
                  <c:v>-0.76604444312</c:v>
                </c:pt>
                <c:pt idx="221">
                  <c:v>-0.75470958022</c:v>
                </c:pt>
                <c:pt idx="222">
                  <c:v>-0.74314482548</c:v>
                </c:pt>
                <c:pt idx="223">
                  <c:v>-0.73135370162</c:v>
                </c:pt>
                <c:pt idx="224">
                  <c:v>-0.71933980034</c:v>
                </c:pt>
                <c:pt idx="225">
                  <c:v>-0.70710678119</c:v>
                </c:pt>
                <c:pt idx="226">
                  <c:v>-0.69465837046</c:v>
                </c:pt>
                <c:pt idx="227">
                  <c:v>-0.68199836006</c:v>
                </c:pt>
                <c:pt idx="228">
                  <c:v>-0.66913060636</c:v>
                </c:pt>
                <c:pt idx="229">
                  <c:v>-0.65605902899</c:v>
                </c:pt>
                <c:pt idx="230">
                  <c:v>-0.64278760969</c:v>
                </c:pt>
                <c:pt idx="231">
                  <c:v>-0.62932039105</c:v>
                </c:pt>
                <c:pt idx="232">
                  <c:v>-0.61566147533</c:v>
                </c:pt>
                <c:pt idx="233">
                  <c:v>-0.60181502315</c:v>
                </c:pt>
                <c:pt idx="234">
                  <c:v>-0.58778525229</c:v>
                </c:pt>
                <c:pt idx="235">
                  <c:v>-0.57357643635</c:v>
                </c:pt>
                <c:pt idx="236">
                  <c:v>-0.55919290347</c:v>
                </c:pt>
                <c:pt idx="237">
                  <c:v>-0.54463903502</c:v>
                </c:pt>
                <c:pt idx="238">
                  <c:v>-0.52991926423</c:v>
                </c:pt>
                <c:pt idx="239">
                  <c:v>-0.51503807491</c:v>
                </c:pt>
                <c:pt idx="240">
                  <c:v>-0.5</c:v>
                </c:pt>
                <c:pt idx="241">
                  <c:v>-0.48480962025</c:v>
                </c:pt>
                <c:pt idx="242">
                  <c:v>-0.46947156279</c:v>
                </c:pt>
                <c:pt idx="243">
                  <c:v>-0.45399049974</c:v>
                </c:pt>
                <c:pt idx="244">
                  <c:v>-0.43837114679</c:v>
                </c:pt>
                <c:pt idx="245">
                  <c:v>-0.42261826174</c:v>
                </c:pt>
                <c:pt idx="246">
                  <c:v>-0.40673664308</c:v>
                </c:pt>
                <c:pt idx="247">
                  <c:v>-0.39073112849</c:v>
                </c:pt>
                <c:pt idx="248">
                  <c:v>-0.37460659342</c:v>
                </c:pt>
                <c:pt idx="249">
                  <c:v>-0.35836794955</c:v>
                </c:pt>
                <c:pt idx="250">
                  <c:v>-0.34202014333</c:v>
                </c:pt>
                <c:pt idx="251">
                  <c:v>-0.32556815446</c:v>
                </c:pt>
                <c:pt idx="252">
                  <c:v>-0.30901699437</c:v>
                </c:pt>
                <c:pt idx="253">
                  <c:v>-0.29237170472</c:v>
                </c:pt>
                <c:pt idx="254">
                  <c:v>-0.27563735582</c:v>
                </c:pt>
                <c:pt idx="255">
                  <c:v>-0.2588190451</c:v>
                </c:pt>
                <c:pt idx="256">
                  <c:v>-0.2419218956</c:v>
                </c:pt>
                <c:pt idx="257">
                  <c:v>-0.22495105434</c:v>
                </c:pt>
                <c:pt idx="258">
                  <c:v>-0.20791169082</c:v>
                </c:pt>
                <c:pt idx="259">
                  <c:v>-0.19080899538</c:v>
                </c:pt>
                <c:pt idx="260">
                  <c:v>-0.17364817767</c:v>
                </c:pt>
                <c:pt idx="261">
                  <c:v>-0.15643446504</c:v>
                </c:pt>
                <c:pt idx="262">
                  <c:v>-0.13917310096</c:v>
                </c:pt>
                <c:pt idx="263">
                  <c:v>-0.12186934341</c:v>
                </c:pt>
                <c:pt idx="264">
                  <c:v>-0.10452846327</c:v>
                </c:pt>
                <c:pt idx="265">
                  <c:v>-0.087155742748</c:v>
                </c:pt>
                <c:pt idx="266">
                  <c:v>-0.069756473744</c:v>
                </c:pt>
                <c:pt idx="267">
                  <c:v>-0.052335956243</c:v>
                </c:pt>
                <c:pt idx="268">
                  <c:v>-0.034899496703</c:v>
                </c:pt>
                <c:pt idx="269">
                  <c:v>-0.017452406437</c:v>
                </c:pt>
                <c:pt idx="270">
                  <c:v>0</c:v>
                </c:pt>
                <c:pt idx="271">
                  <c:v>0.017452406437</c:v>
                </c:pt>
                <c:pt idx="272">
                  <c:v>0.034899496703</c:v>
                </c:pt>
                <c:pt idx="273">
                  <c:v>0.052335956243</c:v>
                </c:pt>
                <c:pt idx="274">
                  <c:v>0.069756473744</c:v>
                </c:pt>
                <c:pt idx="275">
                  <c:v>0.087155742748</c:v>
                </c:pt>
                <c:pt idx="276">
                  <c:v>0.10452846327</c:v>
                </c:pt>
                <c:pt idx="277">
                  <c:v>0.12186934341</c:v>
                </c:pt>
                <c:pt idx="278">
                  <c:v>0.13917310096</c:v>
                </c:pt>
                <c:pt idx="279">
                  <c:v>0.15643446504</c:v>
                </c:pt>
                <c:pt idx="280">
                  <c:v>0.17364817767</c:v>
                </c:pt>
                <c:pt idx="281">
                  <c:v>0.19080899538</c:v>
                </c:pt>
                <c:pt idx="282">
                  <c:v>0.20791169082</c:v>
                </c:pt>
                <c:pt idx="283">
                  <c:v>0.22495105434</c:v>
                </c:pt>
                <c:pt idx="284">
                  <c:v>0.2419218956</c:v>
                </c:pt>
                <c:pt idx="285">
                  <c:v>0.2588190451</c:v>
                </c:pt>
                <c:pt idx="286">
                  <c:v>0.27563735582</c:v>
                </c:pt>
                <c:pt idx="287">
                  <c:v>0.29237170472</c:v>
                </c:pt>
                <c:pt idx="288">
                  <c:v>0.30901699437</c:v>
                </c:pt>
                <c:pt idx="289">
                  <c:v>0.32556815446</c:v>
                </c:pt>
                <c:pt idx="290">
                  <c:v>0.34202014333</c:v>
                </c:pt>
                <c:pt idx="291">
                  <c:v>0.35836794955</c:v>
                </c:pt>
                <c:pt idx="292">
                  <c:v>0.37460659342</c:v>
                </c:pt>
                <c:pt idx="293">
                  <c:v>0.39073112849</c:v>
                </c:pt>
                <c:pt idx="294">
                  <c:v>0.40673664308</c:v>
                </c:pt>
                <c:pt idx="295">
                  <c:v>0.42261826174</c:v>
                </c:pt>
                <c:pt idx="296">
                  <c:v>0.43837114679</c:v>
                </c:pt>
                <c:pt idx="297">
                  <c:v>0.45399049974</c:v>
                </c:pt>
                <c:pt idx="298">
                  <c:v>0.46947156279</c:v>
                </c:pt>
                <c:pt idx="299">
                  <c:v>0.48480962025</c:v>
                </c:pt>
                <c:pt idx="300">
                  <c:v>0.5</c:v>
                </c:pt>
                <c:pt idx="301">
                  <c:v>0.51503807491</c:v>
                </c:pt>
                <c:pt idx="302">
                  <c:v>0.52991926423</c:v>
                </c:pt>
                <c:pt idx="303">
                  <c:v>0.54463903502</c:v>
                </c:pt>
                <c:pt idx="304">
                  <c:v>0.55919290347</c:v>
                </c:pt>
                <c:pt idx="305">
                  <c:v>0.57357643635</c:v>
                </c:pt>
                <c:pt idx="306">
                  <c:v>0.58778525229</c:v>
                </c:pt>
                <c:pt idx="307">
                  <c:v>0.60181502315</c:v>
                </c:pt>
                <c:pt idx="308">
                  <c:v>0.61566147533</c:v>
                </c:pt>
                <c:pt idx="309">
                  <c:v>0.62932039105</c:v>
                </c:pt>
                <c:pt idx="310">
                  <c:v>0.64278760969</c:v>
                </c:pt>
                <c:pt idx="311">
                  <c:v>0.65605902899</c:v>
                </c:pt>
                <c:pt idx="312">
                  <c:v>0.66913060636</c:v>
                </c:pt>
                <c:pt idx="313">
                  <c:v>0.68199836006</c:v>
                </c:pt>
                <c:pt idx="314">
                  <c:v>0.69465837046</c:v>
                </c:pt>
                <c:pt idx="315">
                  <c:v>0.70710678119</c:v>
                </c:pt>
                <c:pt idx="316">
                  <c:v>0.71933980034</c:v>
                </c:pt>
                <c:pt idx="317">
                  <c:v>0.73135370162</c:v>
                </c:pt>
                <c:pt idx="318">
                  <c:v>0.74314482548</c:v>
                </c:pt>
                <c:pt idx="319">
                  <c:v>0.75470958022</c:v>
                </c:pt>
                <c:pt idx="320">
                  <c:v>0.76604444312</c:v>
                </c:pt>
                <c:pt idx="321">
                  <c:v>0.77714596146</c:v>
                </c:pt>
                <c:pt idx="322">
                  <c:v>0.78801075361</c:v>
                </c:pt>
                <c:pt idx="323">
                  <c:v>0.79863551005</c:v>
                </c:pt>
                <c:pt idx="324">
                  <c:v>0.80901699437</c:v>
                </c:pt>
                <c:pt idx="325">
                  <c:v>0.81915204429</c:v>
                </c:pt>
                <c:pt idx="326">
                  <c:v>0.82903757256</c:v>
                </c:pt>
                <c:pt idx="327">
                  <c:v>0.83867056795</c:v>
                </c:pt>
                <c:pt idx="328">
                  <c:v>0.84804809616</c:v>
                </c:pt>
                <c:pt idx="329">
                  <c:v>0.8571673007</c:v>
                </c:pt>
                <c:pt idx="330">
                  <c:v>0.86602540378</c:v>
                </c:pt>
                <c:pt idx="331">
                  <c:v>0.87461970714</c:v>
                </c:pt>
                <c:pt idx="332">
                  <c:v>0.88294759286</c:v>
                </c:pt>
                <c:pt idx="333">
                  <c:v>0.89100652419</c:v>
                </c:pt>
                <c:pt idx="334">
                  <c:v>0.8987940463</c:v>
                </c:pt>
                <c:pt idx="335">
                  <c:v>0.90630778704</c:v>
                </c:pt>
                <c:pt idx="336">
                  <c:v>0.91354545764</c:v>
                </c:pt>
                <c:pt idx="337">
                  <c:v>0.92050485345</c:v>
                </c:pt>
                <c:pt idx="338">
                  <c:v>0.92718385457</c:v>
                </c:pt>
                <c:pt idx="339">
                  <c:v>0.9335804265</c:v>
                </c:pt>
                <c:pt idx="340">
                  <c:v>0.93969262079</c:v>
                </c:pt>
                <c:pt idx="341">
                  <c:v>0.9455185756</c:v>
                </c:pt>
                <c:pt idx="342">
                  <c:v>0.9510565163</c:v>
                </c:pt>
                <c:pt idx="343">
                  <c:v>0.95630475596</c:v>
                </c:pt>
                <c:pt idx="344">
                  <c:v>0.96126169594</c:v>
                </c:pt>
                <c:pt idx="345">
                  <c:v>0.96592582629</c:v>
                </c:pt>
                <c:pt idx="346">
                  <c:v>0.97029572628</c:v>
                </c:pt>
                <c:pt idx="347">
                  <c:v>0.97437006479</c:v>
                </c:pt>
                <c:pt idx="348">
                  <c:v>0.97814760073</c:v>
                </c:pt>
                <c:pt idx="349">
                  <c:v>0.98162718345</c:v>
                </c:pt>
                <c:pt idx="350">
                  <c:v>0.98480775301</c:v>
                </c:pt>
                <c:pt idx="351">
                  <c:v>0.9876883406</c:v>
                </c:pt>
                <c:pt idx="352">
                  <c:v>0.99026806874</c:v>
                </c:pt>
                <c:pt idx="353">
                  <c:v>0.99254615164</c:v>
                </c:pt>
                <c:pt idx="354">
                  <c:v>0.99452189537</c:v>
                </c:pt>
                <c:pt idx="355">
                  <c:v>0.99619469809</c:v>
                </c:pt>
                <c:pt idx="356">
                  <c:v>0.99756405026</c:v>
                </c:pt>
                <c:pt idx="357">
                  <c:v>0.99862953475</c:v>
                </c:pt>
                <c:pt idx="358">
                  <c:v>0.99939082702</c:v>
                </c:pt>
                <c:pt idx="359">
                  <c:v>0.99984769516</c:v>
                </c:pt>
                <c:pt idx="360">
                  <c:v>1</c:v>
                </c:pt>
              </c:numCache>
            </c:numRef>
          </c:yVal>
        </c:ser>
        <c:ser>
          <c:idx val="1"/>
          <c:order val="1"/>
          <c:tx>
            <c:v>理想正弦</c:v>
          </c:tx>
          <c:spPr>
            <a:ln xmlns:a="http://schemas.openxmlformats.org/drawingml/2006/main" w="23813">
              <a:solidFill>
                <a:srgbClr val="949FAA"/>
              </a:solidFill>
              <a:prstDash val="dash"/>
            </a:ln>
          </c:spPr>
          <c:marker>
            <c:symbol val="none"/>
          </c:marker>
          <c:xVal>
            <c:numRef>
              <c:f>'Chart Data'!$C$2:$C$362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xVal>
          <c:yVal>
            <c:numRef>
              <c:f>'Chart Data'!$D$2:$D$362</c:f>
              <c:numCache>
                <c:formatCode>0.0</c:formatCode>
                <c:ptCount val="361"/>
                <c:pt idx="0">
                  <c:v>0</c:v>
                </c:pt>
                <c:pt idx="1">
                  <c:v>0.017452406437</c:v>
                </c:pt>
                <c:pt idx="2">
                  <c:v>0.034899496703</c:v>
                </c:pt>
                <c:pt idx="3">
                  <c:v>0.052335956243</c:v>
                </c:pt>
                <c:pt idx="4">
                  <c:v>0.069756473744</c:v>
                </c:pt>
                <c:pt idx="5">
                  <c:v>0.087155742748</c:v>
                </c:pt>
                <c:pt idx="6">
                  <c:v>0.10452846327</c:v>
                </c:pt>
                <c:pt idx="7">
                  <c:v>0.12186934341</c:v>
                </c:pt>
                <c:pt idx="8">
                  <c:v>0.13917310096</c:v>
                </c:pt>
                <c:pt idx="9">
                  <c:v>0.15643446504</c:v>
                </c:pt>
                <c:pt idx="10">
                  <c:v>0.17364817767</c:v>
                </c:pt>
                <c:pt idx="11">
                  <c:v>0.19080899538</c:v>
                </c:pt>
                <c:pt idx="12">
                  <c:v>0.20791169082</c:v>
                </c:pt>
                <c:pt idx="13">
                  <c:v>0.22495105434</c:v>
                </c:pt>
                <c:pt idx="14">
                  <c:v>0.2419218956</c:v>
                </c:pt>
                <c:pt idx="15">
                  <c:v>0.2588190451</c:v>
                </c:pt>
                <c:pt idx="16">
                  <c:v>0.27563735582</c:v>
                </c:pt>
                <c:pt idx="17">
                  <c:v>0.29237170472</c:v>
                </c:pt>
                <c:pt idx="18">
                  <c:v>0.30901699437</c:v>
                </c:pt>
                <c:pt idx="19">
                  <c:v>0.32556815446</c:v>
                </c:pt>
                <c:pt idx="20">
                  <c:v>0.34202014333</c:v>
                </c:pt>
                <c:pt idx="21">
                  <c:v>0.35836794955</c:v>
                </c:pt>
                <c:pt idx="22">
                  <c:v>0.37460659342</c:v>
                </c:pt>
                <c:pt idx="23">
                  <c:v>0.39073112849</c:v>
                </c:pt>
                <c:pt idx="24">
                  <c:v>0.40673664308</c:v>
                </c:pt>
                <c:pt idx="25">
                  <c:v>0.42261826174</c:v>
                </c:pt>
                <c:pt idx="26">
                  <c:v>0.43837114679</c:v>
                </c:pt>
                <c:pt idx="27">
                  <c:v>0.45399049974</c:v>
                </c:pt>
                <c:pt idx="28">
                  <c:v>0.46947156279</c:v>
                </c:pt>
                <c:pt idx="29">
                  <c:v>0.48480962025</c:v>
                </c:pt>
                <c:pt idx="30">
                  <c:v>0.5</c:v>
                </c:pt>
                <c:pt idx="31">
                  <c:v>0.51503807491</c:v>
                </c:pt>
                <c:pt idx="32">
                  <c:v>0.52991926423</c:v>
                </c:pt>
                <c:pt idx="33">
                  <c:v>0.54463903502</c:v>
                </c:pt>
                <c:pt idx="34">
                  <c:v>0.55919290347</c:v>
                </c:pt>
                <c:pt idx="35">
                  <c:v>0.57357643635</c:v>
                </c:pt>
                <c:pt idx="36">
                  <c:v>0.58778525229</c:v>
                </c:pt>
                <c:pt idx="37">
                  <c:v>0.60181502315</c:v>
                </c:pt>
                <c:pt idx="38">
                  <c:v>0.61566147533</c:v>
                </c:pt>
                <c:pt idx="39">
                  <c:v>0.62932039105</c:v>
                </c:pt>
                <c:pt idx="40">
                  <c:v>0.64278760969</c:v>
                </c:pt>
                <c:pt idx="41">
                  <c:v>0.65605902899</c:v>
                </c:pt>
                <c:pt idx="42">
                  <c:v>0.66913060636</c:v>
                </c:pt>
                <c:pt idx="43">
                  <c:v>0.68199836006</c:v>
                </c:pt>
                <c:pt idx="44">
                  <c:v>0.69465837046</c:v>
                </c:pt>
                <c:pt idx="45">
                  <c:v>0.70710678119</c:v>
                </c:pt>
                <c:pt idx="46">
                  <c:v>0.71933980034</c:v>
                </c:pt>
                <c:pt idx="47">
                  <c:v>0.73135370162</c:v>
                </c:pt>
                <c:pt idx="48">
                  <c:v>0.74314482548</c:v>
                </c:pt>
                <c:pt idx="49">
                  <c:v>0.75470958022</c:v>
                </c:pt>
                <c:pt idx="50">
                  <c:v>0.76604444312</c:v>
                </c:pt>
                <c:pt idx="51">
                  <c:v>0.77714596146</c:v>
                </c:pt>
                <c:pt idx="52">
                  <c:v>0.78801075361</c:v>
                </c:pt>
                <c:pt idx="53">
                  <c:v>0.79863551005</c:v>
                </c:pt>
                <c:pt idx="54">
                  <c:v>0.80901699437</c:v>
                </c:pt>
                <c:pt idx="55">
                  <c:v>0.81915204429</c:v>
                </c:pt>
                <c:pt idx="56">
                  <c:v>0.82903757256</c:v>
                </c:pt>
                <c:pt idx="57">
                  <c:v>0.83867056795</c:v>
                </c:pt>
                <c:pt idx="58">
                  <c:v>0.84804809616</c:v>
                </c:pt>
                <c:pt idx="59">
                  <c:v>0.8571673007</c:v>
                </c:pt>
                <c:pt idx="60">
                  <c:v>0.86602540378</c:v>
                </c:pt>
                <c:pt idx="61">
                  <c:v>0.87461970714</c:v>
                </c:pt>
                <c:pt idx="62">
                  <c:v>0.88294759286</c:v>
                </c:pt>
                <c:pt idx="63">
                  <c:v>0.89100652419</c:v>
                </c:pt>
                <c:pt idx="64">
                  <c:v>0.8987940463</c:v>
                </c:pt>
                <c:pt idx="65">
                  <c:v>0.90630778704</c:v>
                </c:pt>
                <c:pt idx="66">
                  <c:v>0.91354545764</c:v>
                </c:pt>
                <c:pt idx="67">
                  <c:v>0.92050485345</c:v>
                </c:pt>
                <c:pt idx="68">
                  <c:v>0.92718385457</c:v>
                </c:pt>
                <c:pt idx="69">
                  <c:v>0.9335804265</c:v>
                </c:pt>
                <c:pt idx="70">
                  <c:v>0.93969262079</c:v>
                </c:pt>
                <c:pt idx="71">
                  <c:v>0.9455185756</c:v>
                </c:pt>
                <c:pt idx="72">
                  <c:v>0.9510565163</c:v>
                </c:pt>
                <c:pt idx="73">
                  <c:v>0.95630475596</c:v>
                </c:pt>
                <c:pt idx="74">
                  <c:v>0.96126169594</c:v>
                </c:pt>
                <c:pt idx="75">
                  <c:v>0.96592582629</c:v>
                </c:pt>
                <c:pt idx="76">
                  <c:v>0.97029572628</c:v>
                </c:pt>
                <c:pt idx="77">
                  <c:v>0.97437006479</c:v>
                </c:pt>
                <c:pt idx="78">
                  <c:v>0.97814760073</c:v>
                </c:pt>
                <c:pt idx="79">
                  <c:v>0.98162718345</c:v>
                </c:pt>
                <c:pt idx="80">
                  <c:v>0.98480775301</c:v>
                </c:pt>
                <c:pt idx="81">
                  <c:v>0.9876883406</c:v>
                </c:pt>
                <c:pt idx="82">
                  <c:v>0.99026806874</c:v>
                </c:pt>
                <c:pt idx="83">
                  <c:v>0.99254615164</c:v>
                </c:pt>
                <c:pt idx="84">
                  <c:v>0.99452189537</c:v>
                </c:pt>
                <c:pt idx="85">
                  <c:v>0.99619469809</c:v>
                </c:pt>
                <c:pt idx="86">
                  <c:v>0.99756405026</c:v>
                </c:pt>
                <c:pt idx="87">
                  <c:v>0.99862953475</c:v>
                </c:pt>
                <c:pt idx="88">
                  <c:v>0.99939082702</c:v>
                </c:pt>
                <c:pt idx="89">
                  <c:v>0.99984769516</c:v>
                </c:pt>
                <c:pt idx="90">
                  <c:v>1</c:v>
                </c:pt>
                <c:pt idx="91">
                  <c:v>0.99984769516</c:v>
                </c:pt>
                <c:pt idx="92">
                  <c:v>0.99939082702</c:v>
                </c:pt>
                <c:pt idx="93">
                  <c:v>0.99862953475</c:v>
                </c:pt>
                <c:pt idx="94">
                  <c:v>0.99756405026</c:v>
                </c:pt>
                <c:pt idx="95">
                  <c:v>0.99619469809</c:v>
                </c:pt>
                <c:pt idx="96">
                  <c:v>0.99452189537</c:v>
                </c:pt>
                <c:pt idx="97">
                  <c:v>0.99254615164</c:v>
                </c:pt>
                <c:pt idx="98">
                  <c:v>0.99026806874</c:v>
                </c:pt>
                <c:pt idx="99">
                  <c:v>0.9876883406</c:v>
                </c:pt>
                <c:pt idx="100">
                  <c:v>0.98480775301</c:v>
                </c:pt>
                <c:pt idx="101">
                  <c:v>0.98162718345</c:v>
                </c:pt>
                <c:pt idx="102">
                  <c:v>0.97814760073</c:v>
                </c:pt>
                <c:pt idx="103">
                  <c:v>0.97437006479</c:v>
                </c:pt>
                <c:pt idx="104">
                  <c:v>0.97029572628</c:v>
                </c:pt>
                <c:pt idx="105">
                  <c:v>0.96592582629</c:v>
                </c:pt>
                <c:pt idx="106">
                  <c:v>0.96126169594</c:v>
                </c:pt>
                <c:pt idx="107">
                  <c:v>0.95630475596</c:v>
                </c:pt>
                <c:pt idx="108">
                  <c:v>0.9510565163</c:v>
                </c:pt>
                <c:pt idx="109">
                  <c:v>0.9455185756</c:v>
                </c:pt>
                <c:pt idx="110">
                  <c:v>0.93969262079</c:v>
                </c:pt>
                <c:pt idx="111">
                  <c:v>0.9335804265</c:v>
                </c:pt>
                <c:pt idx="112">
                  <c:v>0.92718385457</c:v>
                </c:pt>
                <c:pt idx="113">
                  <c:v>0.92050485345</c:v>
                </c:pt>
                <c:pt idx="114">
                  <c:v>0.91354545764</c:v>
                </c:pt>
                <c:pt idx="115">
                  <c:v>0.90630778704</c:v>
                </c:pt>
                <c:pt idx="116">
                  <c:v>0.8987940463</c:v>
                </c:pt>
                <c:pt idx="117">
                  <c:v>0.89100652419</c:v>
                </c:pt>
                <c:pt idx="118">
                  <c:v>0.88294759286</c:v>
                </c:pt>
                <c:pt idx="119">
                  <c:v>0.87461970714</c:v>
                </c:pt>
                <c:pt idx="120">
                  <c:v>0.86602540378</c:v>
                </c:pt>
                <c:pt idx="121">
                  <c:v>0.8571673007</c:v>
                </c:pt>
                <c:pt idx="122">
                  <c:v>0.84804809616</c:v>
                </c:pt>
                <c:pt idx="123">
                  <c:v>0.83867056795</c:v>
                </c:pt>
                <c:pt idx="124">
                  <c:v>0.82903757256</c:v>
                </c:pt>
                <c:pt idx="125">
                  <c:v>0.81915204429</c:v>
                </c:pt>
                <c:pt idx="126">
                  <c:v>0.80901699437</c:v>
                </c:pt>
                <c:pt idx="127">
                  <c:v>0.79863551005</c:v>
                </c:pt>
                <c:pt idx="128">
                  <c:v>0.78801075361</c:v>
                </c:pt>
                <c:pt idx="129">
                  <c:v>0.77714596146</c:v>
                </c:pt>
                <c:pt idx="130">
                  <c:v>0.76604444312</c:v>
                </c:pt>
                <c:pt idx="131">
                  <c:v>0.75470958022</c:v>
                </c:pt>
                <c:pt idx="132">
                  <c:v>0.74314482548</c:v>
                </c:pt>
                <c:pt idx="133">
                  <c:v>0.73135370162</c:v>
                </c:pt>
                <c:pt idx="134">
                  <c:v>0.71933980034</c:v>
                </c:pt>
                <c:pt idx="135">
                  <c:v>0.70710678119</c:v>
                </c:pt>
                <c:pt idx="136">
                  <c:v>0.69465837046</c:v>
                </c:pt>
                <c:pt idx="137">
                  <c:v>0.68199836006</c:v>
                </c:pt>
                <c:pt idx="138">
                  <c:v>0.66913060636</c:v>
                </c:pt>
                <c:pt idx="139">
                  <c:v>0.65605902899</c:v>
                </c:pt>
                <c:pt idx="140">
                  <c:v>0.64278760969</c:v>
                </c:pt>
                <c:pt idx="141">
                  <c:v>0.62932039105</c:v>
                </c:pt>
                <c:pt idx="142">
                  <c:v>0.61566147533</c:v>
                </c:pt>
                <c:pt idx="143">
                  <c:v>0.60181502315</c:v>
                </c:pt>
                <c:pt idx="144">
                  <c:v>0.58778525229</c:v>
                </c:pt>
                <c:pt idx="145">
                  <c:v>0.57357643635</c:v>
                </c:pt>
                <c:pt idx="146">
                  <c:v>0.55919290347</c:v>
                </c:pt>
                <c:pt idx="147">
                  <c:v>0.54463903502</c:v>
                </c:pt>
                <c:pt idx="148">
                  <c:v>0.52991926423</c:v>
                </c:pt>
                <c:pt idx="149">
                  <c:v>0.51503807491</c:v>
                </c:pt>
                <c:pt idx="150">
                  <c:v>0.5</c:v>
                </c:pt>
                <c:pt idx="151">
                  <c:v>0.48480962025</c:v>
                </c:pt>
                <c:pt idx="152">
                  <c:v>0.46947156279</c:v>
                </c:pt>
                <c:pt idx="153">
                  <c:v>0.45399049974</c:v>
                </c:pt>
                <c:pt idx="154">
                  <c:v>0.43837114679</c:v>
                </c:pt>
                <c:pt idx="155">
                  <c:v>0.42261826174</c:v>
                </c:pt>
                <c:pt idx="156">
                  <c:v>0.40673664308</c:v>
                </c:pt>
                <c:pt idx="157">
                  <c:v>0.39073112849</c:v>
                </c:pt>
                <c:pt idx="158">
                  <c:v>0.37460659342</c:v>
                </c:pt>
                <c:pt idx="159">
                  <c:v>0.35836794955</c:v>
                </c:pt>
                <c:pt idx="160">
                  <c:v>0.34202014333</c:v>
                </c:pt>
                <c:pt idx="161">
                  <c:v>0.32556815446</c:v>
                </c:pt>
                <c:pt idx="162">
                  <c:v>0.30901699437</c:v>
                </c:pt>
                <c:pt idx="163">
                  <c:v>0.29237170472</c:v>
                </c:pt>
                <c:pt idx="164">
                  <c:v>0.27563735582</c:v>
                </c:pt>
                <c:pt idx="165">
                  <c:v>0.2588190451</c:v>
                </c:pt>
                <c:pt idx="166">
                  <c:v>0.2419218956</c:v>
                </c:pt>
                <c:pt idx="167">
                  <c:v>0.22495105434</c:v>
                </c:pt>
                <c:pt idx="168">
                  <c:v>0.20791169082</c:v>
                </c:pt>
                <c:pt idx="169">
                  <c:v>0.19080899538</c:v>
                </c:pt>
                <c:pt idx="170">
                  <c:v>0.17364817767</c:v>
                </c:pt>
                <c:pt idx="171">
                  <c:v>0.15643446504</c:v>
                </c:pt>
                <c:pt idx="172">
                  <c:v>0.13917310096</c:v>
                </c:pt>
                <c:pt idx="173">
                  <c:v>0.12186934341</c:v>
                </c:pt>
                <c:pt idx="174">
                  <c:v>0.10452846327</c:v>
                </c:pt>
                <c:pt idx="175">
                  <c:v>0.087155742748</c:v>
                </c:pt>
                <c:pt idx="176">
                  <c:v>0.069756473744</c:v>
                </c:pt>
                <c:pt idx="177">
                  <c:v>0.052335956243</c:v>
                </c:pt>
                <c:pt idx="178">
                  <c:v>0.034899496703</c:v>
                </c:pt>
                <c:pt idx="179">
                  <c:v>0.017452406437</c:v>
                </c:pt>
                <c:pt idx="180">
                  <c:v>0</c:v>
                </c:pt>
                <c:pt idx="181">
                  <c:v>-0.017452406437</c:v>
                </c:pt>
                <c:pt idx="182">
                  <c:v>-0.034899496703</c:v>
                </c:pt>
                <c:pt idx="183">
                  <c:v>-0.052335956243</c:v>
                </c:pt>
                <c:pt idx="184">
                  <c:v>-0.069756473744</c:v>
                </c:pt>
                <c:pt idx="185">
                  <c:v>-0.087155742748</c:v>
                </c:pt>
                <c:pt idx="186">
                  <c:v>-0.10452846327</c:v>
                </c:pt>
                <c:pt idx="187">
                  <c:v>-0.12186934341</c:v>
                </c:pt>
                <c:pt idx="188">
                  <c:v>-0.13917310096</c:v>
                </c:pt>
                <c:pt idx="189">
                  <c:v>-0.15643446504</c:v>
                </c:pt>
                <c:pt idx="190">
                  <c:v>-0.17364817767</c:v>
                </c:pt>
                <c:pt idx="191">
                  <c:v>-0.19080899538</c:v>
                </c:pt>
                <c:pt idx="192">
                  <c:v>-0.20791169082</c:v>
                </c:pt>
                <c:pt idx="193">
                  <c:v>-0.22495105434</c:v>
                </c:pt>
                <c:pt idx="194">
                  <c:v>-0.2419218956</c:v>
                </c:pt>
                <c:pt idx="195">
                  <c:v>-0.2588190451</c:v>
                </c:pt>
                <c:pt idx="196">
                  <c:v>-0.27563735582</c:v>
                </c:pt>
                <c:pt idx="197">
                  <c:v>-0.29237170472</c:v>
                </c:pt>
                <c:pt idx="198">
                  <c:v>-0.30901699437</c:v>
                </c:pt>
                <c:pt idx="199">
                  <c:v>-0.32556815446</c:v>
                </c:pt>
                <c:pt idx="200">
                  <c:v>-0.34202014333</c:v>
                </c:pt>
                <c:pt idx="201">
                  <c:v>-0.35836794955</c:v>
                </c:pt>
                <c:pt idx="202">
                  <c:v>-0.37460659342</c:v>
                </c:pt>
                <c:pt idx="203">
                  <c:v>-0.39073112849</c:v>
                </c:pt>
                <c:pt idx="204">
                  <c:v>-0.40673664308</c:v>
                </c:pt>
                <c:pt idx="205">
                  <c:v>-0.42261826174</c:v>
                </c:pt>
                <c:pt idx="206">
                  <c:v>-0.43837114679</c:v>
                </c:pt>
                <c:pt idx="207">
                  <c:v>-0.45399049974</c:v>
                </c:pt>
                <c:pt idx="208">
                  <c:v>-0.46947156279</c:v>
                </c:pt>
                <c:pt idx="209">
                  <c:v>-0.48480962025</c:v>
                </c:pt>
                <c:pt idx="210">
                  <c:v>-0.5</c:v>
                </c:pt>
                <c:pt idx="211">
                  <c:v>-0.51503807491</c:v>
                </c:pt>
                <c:pt idx="212">
                  <c:v>-0.52991926423</c:v>
                </c:pt>
                <c:pt idx="213">
                  <c:v>-0.54463903502</c:v>
                </c:pt>
                <c:pt idx="214">
                  <c:v>-0.55919290347</c:v>
                </c:pt>
                <c:pt idx="215">
                  <c:v>-0.57357643635</c:v>
                </c:pt>
                <c:pt idx="216">
                  <c:v>-0.58778525229</c:v>
                </c:pt>
                <c:pt idx="217">
                  <c:v>-0.60181502315</c:v>
                </c:pt>
                <c:pt idx="218">
                  <c:v>-0.61566147533</c:v>
                </c:pt>
                <c:pt idx="219">
                  <c:v>-0.62932039105</c:v>
                </c:pt>
                <c:pt idx="220">
                  <c:v>-0.64278760969</c:v>
                </c:pt>
                <c:pt idx="221">
                  <c:v>-0.65605902899</c:v>
                </c:pt>
                <c:pt idx="222">
                  <c:v>-0.66913060636</c:v>
                </c:pt>
                <c:pt idx="223">
                  <c:v>-0.68199836006</c:v>
                </c:pt>
                <c:pt idx="224">
                  <c:v>-0.69465837046</c:v>
                </c:pt>
                <c:pt idx="225">
                  <c:v>-0.70710678119</c:v>
                </c:pt>
                <c:pt idx="226">
                  <c:v>-0.71933980034</c:v>
                </c:pt>
                <c:pt idx="227">
                  <c:v>-0.73135370162</c:v>
                </c:pt>
                <c:pt idx="228">
                  <c:v>-0.74314482548</c:v>
                </c:pt>
                <c:pt idx="229">
                  <c:v>-0.75470958022</c:v>
                </c:pt>
                <c:pt idx="230">
                  <c:v>-0.76604444312</c:v>
                </c:pt>
                <c:pt idx="231">
                  <c:v>-0.77714596146</c:v>
                </c:pt>
                <c:pt idx="232">
                  <c:v>-0.78801075361</c:v>
                </c:pt>
                <c:pt idx="233">
                  <c:v>-0.79863551005</c:v>
                </c:pt>
                <c:pt idx="234">
                  <c:v>-0.80901699437</c:v>
                </c:pt>
                <c:pt idx="235">
                  <c:v>-0.81915204429</c:v>
                </c:pt>
                <c:pt idx="236">
                  <c:v>-0.82903757256</c:v>
                </c:pt>
                <c:pt idx="237">
                  <c:v>-0.83867056795</c:v>
                </c:pt>
                <c:pt idx="238">
                  <c:v>-0.84804809616</c:v>
                </c:pt>
                <c:pt idx="239">
                  <c:v>-0.8571673007</c:v>
                </c:pt>
                <c:pt idx="240">
                  <c:v>-0.86602540378</c:v>
                </c:pt>
                <c:pt idx="241">
                  <c:v>-0.87461970714</c:v>
                </c:pt>
                <c:pt idx="242">
                  <c:v>-0.88294759286</c:v>
                </c:pt>
                <c:pt idx="243">
                  <c:v>-0.89100652419</c:v>
                </c:pt>
                <c:pt idx="244">
                  <c:v>-0.8987940463</c:v>
                </c:pt>
                <c:pt idx="245">
                  <c:v>-0.90630778704</c:v>
                </c:pt>
                <c:pt idx="246">
                  <c:v>-0.91354545764</c:v>
                </c:pt>
                <c:pt idx="247">
                  <c:v>-0.92050485345</c:v>
                </c:pt>
                <c:pt idx="248">
                  <c:v>-0.92718385457</c:v>
                </c:pt>
                <c:pt idx="249">
                  <c:v>-0.9335804265</c:v>
                </c:pt>
                <c:pt idx="250">
                  <c:v>-0.93969262079</c:v>
                </c:pt>
                <c:pt idx="251">
                  <c:v>-0.9455185756</c:v>
                </c:pt>
                <c:pt idx="252">
                  <c:v>-0.9510565163</c:v>
                </c:pt>
                <c:pt idx="253">
                  <c:v>-0.95630475596</c:v>
                </c:pt>
                <c:pt idx="254">
                  <c:v>-0.96126169594</c:v>
                </c:pt>
                <c:pt idx="255">
                  <c:v>-0.96592582629</c:v>
                </c:pt>
                <c:pt idx="256">
                  <c:v>-0.97029572628</c:v>
                </c:pt>
                <c:pt idx="257">
                  <c:v>-0.97437006479</c:v>
                </c:pt>
                <c:pt idx="258">
                  <c:v>-0.97814760073</c:v>
                </c:pt>
                <c:pt idx="259">
                  <c:v>-0.98162718345</c:v>
                </c:pt>
                <c:pt idx="260">
                  <c:v>-0.98480775301</c:v>
                </c:pt>
                <c:pt idx="261">
                  <c:v>-0.9876883406</c:v>
                </c:pt>
                <c:pt idx="262">
                  <c:v>-0.99026806874</c:v>
                </c:pt>
                <c:pt idx="263">
                  <c:v>-0.99254615164</c:v>
                </c:pt>
                <c:pt idx="264">
                  <c:v>-0.99452189537</c:v>
                </c:pt>
                <c:pt idx="265">
                  <c:v>-0.99619469809</c:v>
                </c:pt>
                <c:pt idx="266">
                  <c:v>-0.99756405026</c:v>
                </c:pt>
                <c:pt idx="267">
                  <c:v>-0.99862953475</c:v>
                </c:pt>
                <c:pt idx="268">
                  <c:v>-0.99939082702</c:v>
                </c:pt>
                <c:pt idx="269">
                  <c:v>-0.99984769516</c:v>
                </c:pt>
                <c:pt idx="270">
                  <c:v>-1</c:v>
                </c:pt>
                <c:pt idx="271">
                  <c:v>-0.99984769516</c:v>
                </c:pt>
                <c:pt idx="272">
                  <c:v>-0.99939082702</c:v>
                </c:pt>
                <c:pt idx="273">
                  <c:v>-0.99862953475</c:v>
                </c:pt>
                <c:pt idx="274">
                  <c:v>-0.99756405026</c:v>
                </c:pt>
                <c:pt idx="275">
                  <c:v>-0.99619469809</c:v>
                </c:pt>
                <c:pt idx="276">
                  <c:v>-0.99452189537</c:v>
                </c:pt>
                <c:pt idx="277">
                  <c:v>-0.99254615164</c:v>
                </c:pt>
                <c:pt idx="278">
                  <c:v>-0.99026806874</c:v>
                </c:pt>
                <c:pt idx="279">
                  <c:v>-0.9876883406</c:v>
                </c:pt>
                <c:pt idx="280">
                  <c:v>-0.98480775301</c:v>
                </c:pt>
                <c:pt idx="281">
                  <c:v>-0.98162718345</c:v>
                </c:pt>
                <c:pt idx="282">
                  <c:v>-0.97814760073</c:v>
                </c:pt>
                <c:pt idx="283">
                  <c:v>-0.97437006479</c:v>
                </c:pt>
                <c:pt idx="284">
                  <c:v>-0.97029572628</c:v>
                </c:pt>
                <c:pt idx="285">
                  <c:v>-0.96592582629</c:v>
                </c:pt>
                <c:pt idx="286">
                  <c:v>-0.96126169594</c:v>
                </c:pt>
                <c:pt idx="287">
                  <c:v>-0.95630475596</c:v>
                </c:pt>
                <c:pt idx="288">
                  <c:v>-0.9510565163</c:v>
                </c:pt>
                <c:pt idx="289">
                  <c:v>-0.9455185756</c:v>
                </c:pt>
                <c:pt idx="290">
                  <c:v>-0.93969262079</c:v>
                </c:pt>
                <c:pt idx="291">
                  <c:v>-0.9335804265</c:v>
                </c:pt>
                <c:pt idx="292">
                  <c:v>-0.92718385457</c:v>
                </c:pt>
                <c:pt idx="293">
                  <c:v>-0.92050485345</c:v>
                </c:pt>
                <c:pt idx="294">
                  <c:v>-0.91354545764</c:v>
                </c:pt>
                <c:pt idx="295">
                  <c:v>-0.90630778704</c:v>
                </c:pt>
                <c:pt idx="296">
                  <c:v>-0.8987940463</c:v>
                </c:pt>
                <c:pt idx="297">
                  <c:v>-0.89100652419</c:v>
                </c:pt>
                <c:pt idx="298">
                  <c:v>-0.88294759286</c:v>
                </c:pt>
                <c:pt idx="299">
                  <c:v>-0.87461970714</c:v>
                </c:pt>
                <c:pt idx="300">
                  <c:v>-0.86602540378</c:v>
                </c:pt>
                <c:pt idx="301">
                  <c:v>-0.8571673007</c:v>
                </c:pt>
                <c:pt idx="302">
                  <c:v>-0.84804809616</c:v>
                </c:pt>
                <c:pt idx="303">
                  <c:v>-0.83867056795</c:v>
                </c:pt>
                <c:pt idx="304">
                  <c:v>-0.82903757256</c:v>
                </c:pt>
                <c:pt idx="305">
                  <c:v>-0.81915204429</c:v>
                </c:pt>
                <c:pt idx="306">
                  <c:v>-0.80901699437</c:v>
                </c:pt>
                <c:pt idx="307">
                  <c:v>-0.79863551005</c:v>
                </c:pt>
                <c:pt idx="308">
                  <c:v>-0.78801075361</c:v>
                </c:pt>
                <c:pt idx="309">
                  <c:v>-0.77714596146</c:v>
                </c:pt>
                <c:pt idx="310">
                  <c:v>-0.76604444312</c:v>
                </c:pt>
                <c:pt idx="311">
                  <c:v>-0.75470958022</c:v>
                </c:pt>
                <c:pt idx="312">
                  <c:v>-0.74314482548</c:v>
                </c:pt>
                <c:pt idx="313">
                  <c:v>-0.73135370162</c:v>
                </c:pt>
                <c:pt idx="314">
                  <c:v>-0.71933980034</c:v>
                </c:pt>
                <c:pt idx="315">
                  <c:v>-0.70710678119</c:v>
                </c:pt>
                <c:pt idx="316">
                  <c:v>-0.69465837046</c:v>
                </c:pt>
                <c:pt idx="317">
                  <c:v>-0.68199836006</c:v>
                </c:pt>
                <c:pt idx="318">
                  <c:v>-0.66913060636</c:v>
                </c:pt>
                <c:pt idx="319">
                  <c:v>-0.65605902899</c:v>
                </c:pt>
                <c:pt idx="320">
                  <c:v>-0.64278760969</c:v>
                </c:pt>
                <c:pt idx="321">
                  <c:v>-0.62932039105</c:v>
                </c:pt>
                <c:pt idx="322">
                  <c:v>-0.61566147533</c:v>
                </c:pt>
                <c:pt idx="323">
                  <c:v>-0.60181502315</c:v>
                </c:pt>
                <c:pt idx="324">
                  <c:v>-0.58778525229</c:v>
                </c:pt>
                <c:pt idx="325">
                  <c:v>-0.57357643635</c:v>
                </c:pt>
                <c:pt idx="326">
                  <c:v>-0.55919290347</c:v>
                </c:pt>
                <c:pt idx="327">
                  <c:v>-0.54463903502</c:v>
                </c:pt>
                <c:pt idx="328">
                  <c:v>-0.52991926423</c:v>
                </c:pt>
                <c:pt idx="329">
                  <c:v>-0.51503807491</c:v>
                </c:pt>
                <c:pt idx="330">
                  <c:v>-0.5</c:v>
                </c:pt>
                <c:pt idx="331">
                  <c:v>-0.48480962025</c:v>
                </c:pt>
                <c:pt idx="332">
                  <c:v>-0.46947156279</c:v>
                </c:pt>
                <c:pt idx="333">
                  <c:v>-0.45399049974</c:v>
                </c:pt>
                <c:pt idx="334">
                  <c:v>-0.43837114679</c:v>
                </c:pt>
                <c:pt idx="335">
                  <c:v>-0.42261826174</c:v>
                </c:pt>
                <c:pt idx="336">
                  <c:v>-0.40673664308</c:v>
                </c:pt>
                <c:pt idx="337">
                  <c:v>-0.39073112849</c:v>
                </c:pt>
                <c:pt idx="338">
                  <c:v>-0.37460659342</c:v>
                </c:pt>
                <c:pt idx="339">
                  <c:v>-0.35836794955</c:v>
                </c:pt>
                <c:pt idx="340">
                  <c:v>-0.34202014333</c:v>
                </c:pt>
                <c:pt idx="341">
                  <c:v>-0.32556815446</c:v>
                </c:pt>
                <c:pt idx="342">
                  <c:v>-0.30901699437</c:v>
                </c:pt>
                <c:pt idx="343">
                  <c:v>-0.29237170472</c:v>
                </c:pt>
                <c:pt idx="344">
                  <c:v>-0.27563735582</c:v>
                </c:pt>
                <c:pt idx="345">
                  <c:v>-0.2588190451</c:v>
                </c:pt>
                <c:pt idx="346">
                  <c:v>-0.2419218956</c:v>
                </c:pt>
                <c:pt idx="347">
                  <c:v>-0.22495105434</c:v>
                </c:pt>
                <c:pt idx="348">
                  <c:v>-0.20791169082</c:v>
                </c:pt>
                <c:pt idx="349">
                  <c:v>-0.19080899538</c:v>
                </c:pt>
                <c:pt idx="350">
                  <c:v>-0.17364817767</c:v>
                </c:pt>
                <c:pt idx="351">
                  <c:v>-0.15643446504</c:v>
                </c:pt>
                <c:pt idx="352">
                  <c:v>-0.13917310096</c:v>
                </c:pt>
                <c:pt idx="353">
                  <c:v>-0.12186934341</c:v>
                </c:pt>
                <c:pt idx="354">
                  <c:v>-0.10452846327</c:v>
                </c:pt>
                <c:pt idx="355">
                  <c:v>-0.087155742748</c:v>
                </c:pt>
                <c:pt idx="356">
                  <c:v>-0.069756473744</c:v>
                </c:pt>
                <c:pt idx="357">
                  <c:v>-0.052335956243</c:v>
                </c:pt>
                <c:pt idx="358">
                  <c:v>-0.034899496703</c:v>
                </c:pt>
                <c:pt idx="359">
                  <c:v>-0.017452406437</c:v>
                </c:pt>
                <c:pt idx="360">
                  <c:v>0</c:v>
                </c:pt>
              </c:numCache>
            </c:numRef>
          </c:yVal>
        </c:ser>
        <c:ser>
          <c:idx val="2"/>
          <c:order val="2"/>
          <c:tx>
            <c:v>含誤差正弦</c:v>
          </c:tx>
          <c:spPr>
            <a:ln xmlns:a="http://schemas.openxmlformats.org/drawingml/2006/main" w="23813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Data'!$E$2:$E$362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xVal>
          <c:yVal>
            <c:numRef>
              <c:f>'Chart Data'!$F$2:$F$362</c:f>
              <c:numCache>
                <c:formatCode>0.0</c:formatCode>
                <c:ptCount val="361"/>
                <c:pt idx="0">
                  <c:v>0</c:v>
                </c:pt>
                <c:pt idx="1">
                  <c:v>0.011344064184</c:v>
                </c:pt>
                <c:pt idx="2">
                  <c:v>0.022684672857</c:v>
                </c:pt>
                <c:pt idx="3">
                  <c:v>0.034018371558</c:v>
                </c:pt>
                <c:pt idx="4">
                  <c:v>0.045341707934</c:v>
                </c:pt>
                <c:pt idx="5">
                  <c:v>0.056651232786</c:v>
                </c:pt>
                <c:pt idx="6">
                  <c:v>0.067943501124</c:v>
                </c:pt>
                <c:pt idx="7">
                  <c:v>0.079215073213</c:v>
                </c:pt>
                <c:pt idx="8">
                  <c:v>0.090462515624</c:v>
                </c:pt>
                <c:pt idx="9">
                  <c:v>0.10168240228</c:v>
                </c:pt>
                <c:pt idx="10">
                  <c:v>0.11287131548</c:v>
                </c:pt>
                <c:pt idx="11">
                  <c:v>0.12402584699</c:v>
                </c:pt>
                <c:pt idx="12">
                  <c:v>0.13514259903</c:v>
                </c:pt>
                <c:pt idx="13">
                  <c:v>0.14621818532</c:v>
                </c:pt>
                <c:pt idx="14">
                  <c:v>0.15724923214</c:v>
                </c:pt>
                <c:pt idx="15">
                  <c:v>0.16823237932</c:v>
                </c:pt>
                <c:pt idx="16">
                  <c:v>0.17916428128</c:v>
                </c:pt>
                <c:pt idx="17">
                  <c:v>0.19004160807</c:v>
                </c:pt>
                <c:pt idx="18">
                  <c:v>0.20086104634</c:v>
                </c:pt>
                <c:pt idx="19">
                  <c:v>0.2116193004</c:v>
                </c:pt>
                <c:pt idx="20">
                  <c:v>0.22231309316</c:v>
                </c:pt>
                <c:pt idx="21">
                  <c:v>0.2329391672</c:v>
                </c:pt>
                <c:pt idx="22">
                  <c:v>0.24349428572</c:v>
                </c:pt>
                <c:pt idx="23">
                  <c:v>0.25397523352</c:v>
                </c:pt>
                <c:pt idx="24">
                  <c:v>0.264378818</c:v>
                </c:pt>
                <c:pt idx="25">
                  <c:v>0.27470187013</c:v>
                </c:pt>
                <c:pt idx="26">
                  <c:v>0.28494124541</c:v>
                </c:pt>
                <c:pt idx="27">
                  <c:v>0.29509382483</c:v>
                </c:pt>
                <c:pt idx="28">
                  <c:v>0.30515651581</c:v>
                </c:pt>
                <c:pt idx="29">
                  <c:v>0.31512625316</c:v>
                </c:pt>
                <c:pt idx="30">
                  <c:v>0.325</c:v>
                </c:pt>
                <c:pt idx="31">
                  <c:v>0.33477474869</c:v>
                </c:pt>
                <c:pt idx="32">
                  <c:v>0.34444752175</c:v>
                </c:pt>
                <c:pt idx="33">
                  <c:v>0.35401537276</c:v>
                </c:pt>
                <c:pt idx="34">
                  <c:v>0.36347538726</c:v>
                </c:pt>
                <c:pt idx="35">
                  <c:v>0.37282468363</c:v>
                </c:pt>
                <c:pt idx="36">
                  <c:v>0.38206041399</c:v>
                </c:pt>
                <c:pt idx="37">
                  <c:v>0.39117976505</c:v>
                </c:pt>
                <c:pt idx="38">
                  <c:v>0.40017995896</c:v>
                </c:pt>
                <c:pt idx="39">
                  <c:v>0.40905825418</c:v>
                </c:pt>
                <c:pt idx="40">
                  <c:v>0.4178119463</c:v>
                </c:pt>
                <c:pt idx="41">
                  <c:v>0.42643836884</c:v>
                </c:pt>
                <c:pt idx="42">
                  <c:v>0.43493489413</c:v>
                </c:pt>
                <c:pt idx="43">
                  <c:v>0.44329893404</c:v>
                </c:pt>
                <c:pt idx="44">
                  <c:v>0.4515279408</c:v>
                </c:pt>
                <c:pt idx="45">
                  <c:v>0.45961940777</c:v>
                </c:pt>
                <c:pt idx="46">
                  <c:v>0.46757087022</c:v>
                </c:pt>
                <c:pt idx="47">
                  <c:v>0.47537990605</c:v>
                </c:pt>
                <c:pt idx="48">
                  <c:v>0.48304413656</c:v>
                </c:pt>
                <c:pt idx="49">
                  <c:v>0.49056122714</c:v>
                </c:pt>
                <c:pt idx="50">
                  <c:v>0.49792888803</c:v>
                </c:pt>
                <c:pt idx="51">
                  <c:v>0.50514487495</c:v>
                </c:pt>
                <c:pt idx="52">
                  <c:v>0.51220698984</c:v>
                </c:pt>
                <c:pt idx="53">
                  <c:v>0.51911308153</c:v>
                </c:pt>
                <c:pt idx="54">
                  <c:v>0.52586104634</c:v>
                </c:pt>
                <c:pt idx="55">
                  <c:v>0.53244882879</c:v>
                </c:pt>
                <c:pt idx="56">
                  <c:v>0.53887442216</c:v>
                </c:pt>
                <c:pt idx="57">
                  <c:v>0.54513586916</c:v>
                </c:pt>
                <c:pt idx="58">
                  <c:v>0.5512312625</c:v>
                </c:pt>
                <c:pt idx="59">
                  <c:v>0.55715874546</c:v>
                </c:pt>
                <c:pt idx="60">
                  <c:v>0.56291651246</c:v>
                </c:pt>
                <c:pt idx="61">
                  <c:v>0.56850280964</c:v>
                </c:pt>
                <c:pt idx="62">
                  <c:v>0.57391593536</c:v>
                </c:pt>
                <c:pt idx="63">
                  <c:v>0.57915424072</c:v>
                </c:pt>
                <c:pt idx="64">
                  <c:v>0.58421613009</c:v>
                </c:pt>
                <c:pt idx="65">
                  <c:v>0.58910006157</c:v>
                </c:pt>
                <c:pt idx="66">
                  <c:v>0.59380454747</c:v>
                </c:pt>
                <c:pt idx="67">
                  <c:v>0.59832815474</c:v>
                </c:pt>
                <c:pt idx="68">
                  <c:v>0.60266950547</c:v>
                </c:pt>
                <c:pt idx="69">
                  <c:v>0.60682727722</c:v>
                </c:pt>
                <c:pt idx="70">
                  <c:v>0.61080020351</c:v>
                </c:pt>
                <c:pt idx="71">
                  <c:v>0.61458707414</c:v>
                </c:pt>
                <c:pt idx="72">
                  <c:v>0.61818673559</c:v>
                </c:pt>
                <c:pt idx="73">
                  <c:v>0.62159809138</c:v>
                </c:pt>
                <c:pt idx="74">
                  <c:v>0.62482010236</c:v>
                </c:pt>
                <c:pt idx="75">
                  <c:v>0.62785178709</c:v>
                </c:pt>
                <c:pt idx="76">
                  <c:v>0.63069222208</c:v>
                </c:pt>
                <c:pt idx="77">
                  <c:v>0.63334054211</c:v>
                </c:pt>
                <c:pt idx="78">
                  <c:v>0.63579594048</c:v>
                </c:pt>
                <c:pt idx="79">
                  <c:v>0.63805766924</c:v>
                </c:pt>
                <c:pt idx="80">
                  <c:v>0.64012503946</c:v>
                </c:pt>
                <c:pt idx="81">
                  <c:v>0.64199742139</c:v>
                </c:pt>
                <c:pt idx="82">
                  <c:v>0.64367424468</c:v>
                </c:pt>
                <c:pt idx="83">
                  <c:v>0.64515499857</c:v>
                </c:pt>
                <c:pt idx="84">
                  <c:v>0.64643923199</c:v>
                </c:pt>
                <c:pt idx="85">
                  <c:v>0.64752655376</c:v>
                </c:pt>
                <c:pt idx="86">
                  <c:v>0.64841663267</c:v>
                </c:pt>
                <c:pt idx="87">
                  <c:v>0.64910919759</c:v>
                </c:pt>
                <c:pt idx="88">
                  <c:v>0.64960403756</c:v>
                </c:pt>
                <c:pt idx="89">
                  <c:v>0.64990100185</c:v>
                </c:pt>
                <c:pt idx="90">
                  <c:v>0.65</c:v>
                </c:pt>
                <c:pt idx="91">
                  <c:v>0.64990100185</c:v>
                </c:pt>
                <c:pt idx="92">
                  <c:v>0.64960403756</c:v>
                </c:pt>
                <c:pt idx="93">
                  <c:v>0.64910919759</c:v>
                </c:pt>
                <c:pt idx="94">
                  <c:v>0.64841663267</c:v>
                </c:pt>
                <c:pt idx="95">
                  <c:v>0.64752655376</c:v>
                </c:pt>
                <c:pt idx="96">
                  <c:v>0.64643923199</c:v>
                </c:pt>
                <c:pt idx="97">
                  <c:v>0.64515499857</c:v>
                </c:pt>
                <c:pt idx="98">
                  <c:v>0.64367424468</c:v>
                </c:pt>
                <c:pt idx="99">
                  <c:v>0.64199742139</c:v>
                </c:pt>
                <c:pt idx="100">
                  <c:v>0.64012503946</c:v>
                </c:pt>
                <c:pt idx="101">
                  <c:v>0.63805766924</c:v>
                </c:pt>
                <c:pt idx="102">
                  <c:v>0.63579594048</c:v>
                </c:pt>
                <c:pt idx="103">
                  <c:v>0.63334054211</c:v>
                </c:pt>
                <c:pt idx="104">
                  <c:v>0.63069222208</c:v>
                </c:pt>
                <c:pt idx="105">
                  <c:v>0.62785178709</c:v>
                </c:pt>
                <c:pt idx="106">
                  <c:v>0.62482010236</c:v>
                </c:pt>
                <c:pt idx="107">
                  <c:v>0.62159809138</c:v>
                </c:pt>
                <c:pt idx="108">
                  <c:v>0.61818673559</c:v>
                </c:pt>
                <c:pt idx="109">
                  <c:v>0.61458707414</c:v>
                </c:pt>
                <c:pt idx="110">
                  <c:v>0.61080020351</c:v>
                </c:pt>
                <c:pt idx="111">
                  <c:v>0.60682727722</c:v>
                </c:pt>
                <c:pt idx="112">
                  <c:v>0.60266950547</c:v>
                </c:pt>
                <c:pt idx="113">
                  <c:v>0.59832815474</c:v>
                </c:pt>
                <c:pt idx="114">
                  <c:v>0.59380454747</c:v>
                </c:pt>
                <c:pt idx="115">
                  <c:v>0.58910006157</c:v>
                </c:pt>
                <c:pt idx="116">
                  <c:v>0.58421613009</c:v>
                </c:pt>
                <c:pt idx="117">
                  <c:v>0.57915424072</c:v>
                </c:pt>
                <c:pt idx="118">
                  <c:v>0.57391593536</c:v>
                </c:pt>
                <c:pt idx="119">
                  <c:v>0.56850280964</c:v>
                </c:pt>
                <c:pt idx="120">
                  <c:v>0.56291651246</c:v>
                </c:pt>
                <c:pt idx="121">
                  <c:v>0.55715874546</c:v>
                </c:pt>
                <c:pt idx="122">
                  <c:v>0.5512312625</c:v>
                </c:pt>
                <c:pt idx="123">
                  <c:v>0.54513586916</c:v>
                </c:pt>
                <c:pt idx="124">
                  <c:v>0.53887442216</c:v>
                </c:pt>
                <c:pt idx="125">
                  <c:v>0.53244882879</c:v>
                </c:pt>
                <c:pt idx="126">
                  <c:v>0.52586104634</c:v>
                </c:pt>
                <c:pt idx="127">
                  <c:v>0.51911308153</c:v>
                </c:pt>
                <c:pt idx="128">
                  <c:v>0.51220698984</c:v>
                </c:pt>
                <c:pt idx="129">
                  <c:v>0.50514487495</c:v>
                </c:pt>
                <c:pt idx="130">
                  <c:v>0.49792888803</c:v>
                </c:pt>
                <c:pt idx="131">
                  <c:v>0.49056122714</c:v>
                </c:pt>
                <c:pt idx="132">
                  <c:v>0.48304413656</c:v>
                </c:pt>
                <c:pt idx="133">
                  <c:v>0.47537990605</c:v>
                </c:pt>
                <c:pt idx="134">
                  <c:v>0.46757087022</c:v>
                </c:pt>
                <c:pt idx="135">
                  <c:v>0.45961940777</c:v>
                </c:pt>
                <c:pt idx="136">
                  <c:v>0.4515279408</c:v>
                </c:pt>
                <c:pt idx="137">
                  <c:v>0.44329893404</c:v>
                </c:pt>
                <c:pt idx="138">
                  <c:v>0.43493489413</c:v>
                </c:pt>
                <c:pt idx="139">
                  <c:v>0.42643836884</c:v>
                </c:pt>
                <c:pt idx="140">
                  <c:v>0.4178119463</c:v>
                </c:pt>
                <c:pt idx="141">
                  <c:v>0.40905825418</c:v>
                </c:pt>
                <c:pt idx="142">
                  <c:v>0.40017995896</c:v>
                </c:pt>
                <c:pt idx="143">
                  <c:v>0.39117976505</c:v>
                </c:pt>
                <c:pt idx="144">
                  <c:v>0.38206041399</c:v>
                </c:pt>
                <c:pt idx="145">
                  <c:v>0.37282468363</c:v>
                </c:pt>
                <c:pt idx="146">
                  <c:v>0.36347538726</c:v>
                </c:pt>
                <c:pt idx="147">
                  <c:v>0.35401537276</c:v>
                </c:pt>
                <c:pt idx="148">
                  <c:v>0.34444752175</c:v>
                </c:pt>
                <c:pt idx="149">
                  <c:v>0.33477474869</c:v>
                </c:pt>
                <c:pt idx="150">
                  <c:v>0.325</c:v>
                </c:pt>
                <c:pt idx="151">
                  <c:v>0.31512625316</c:v>
                </c:pt>
                <c:pt idx="152">
                  <c:v>0.30515651581</c:v>
                </c:pt>
                <c:pt idx="153">
                  <c:v>0.29509382483</c:v>
                </c:pt>
                <c:pt idx="154">
                  <c:v>0.28494124541</c:v>
                </c:pt>
                <c:pt idx="155">
                  <c:v>0.27470187013</c:v>
                </c:pt>
                <c:pt idx="156">
                  <c:v>0.264378818</c:v>
                </c:pt>
                <c:pt idx="157">
                  <c:v>0.25397523352</c:v>
                </c:pt>
                <c:pt idx="158">
                  <c:v>0.24349428572</c:v>
                </c:pt>
                <c:pt idx="159">
                  <c:v>0.2329391672</c:v>
                </c:pt>
                <c:pt idx="160">
                  <c:v>0.22231309316</c:v>
                </c:pt>
                <c:pt idx="161">
                  <c:v>0.2116193004</c:v>
                </c:pt>
                <c:pt idx="162">
                  <c:v>0.20086104634</c:v>
                </c:pt>
                <c:pt idx="163">
                  <c:v>0.19004160807</c:v>
                </c:pt>
                <c:pt idx="164">
                  <c:v>0.17916428128</c:v>
                </c:pt>
                <c:pt idx="165">
                  <c:v>0.16823237932</c:v>
                </c:pt>
                <c:pt idx="166">
                  <c:v>0.15724923214</c:v>
                </c:pt>
                <c:pt idx="167">
                  <c:v>0.14621818532</c:v>
                </c:pt>
                <c:pt idx="168">
                  <c:v>0.13514259903</c:v>
                </c:pt>
                <c:pt idx="169">
                  <c:v>0.12402584699</c:v>
                </c:pt>
                <c:pt idx="170">
                  <c:v>0.11287131548</c:v>
                </c:pt>
                <c:pt idx="171">
                  <c:v>0.10168240228</c:v>
                </c:pt>
                <c:pt idx="172">
                  <c:v>0.090462515624</c:v>
                </c:pt>
                <c:pt idx="173">
                  <c:v>0.079215073213</c:v>
                </c:pt>
                <c:pt idx="174">
                  <c:v>0.067943501124</c:v>
                </c:pt>
                <c:pt idx="175">
                  <c:v>0.056651232786</c:v>
                </c:pt>
                <c:pt idx="176">
                  <c:v>0.045341707934</c:v>
                </c:pt>
                <c:pt idx="177">
                  <c:v>0.034018371558</c:v>
                </c:pt>
                <c:pt idx="178">
                  <c:v>0.022684672857</c:v>
                </c:pt>
                <c:pt idx="179">
                  <c:v>0.011344064184</c:v>
                </c:pt>
                <c:pt idx="180">
                  <c:v>0</c:v>
                </c:pt>
                <c:pt idx="181">
                  <c:v>-0.011344064184</c:v>
                </c:pt>
                <c:pt idx="182">
                  <c:v>-0.022684672857</c:v>
                </c:pt>
                <c:pt idx="183">
                  <c:v>-0.034018371558</c:v>
                </c:pt>
                <c:pt idx="184">
                  <c:v>-0.045341707934</c:v>
                </c:pt>
                <c:pt idx="185">
                  <c:v>-0.056651232786</c:v>
                </c:pt>
                <c:pt idx="186">
                  <c:v>-0.067943501124</c:v>
                </c:pt>
                <c:pt idx="187">
                  <c:v>-0.079215073213</c:v>
                </c:pt>
                <c:pt idx="188">
                  <c:v>-0.090462515624</c:v>
                </c:pt>
                <c:pt idx="189">
                  <c:v>-0.10168240228</c:v>
                </c:pt>
                <c:pt idx="190">
                  <c:v>-0.11287131548</c:v>
                </c:pt>
                <c:pt idx="191">
                  <c:v>-0.12402584699</c:v>
                </c:pt>
                <c:pt idx="192">
                  <c:v>-0.13514259903</c:v>
                </c:pt>
                <c:pt idx="193">
                  <c:v>-0.14621818532</c:v>
                </c:pt>
                <c:pt idx="194">
                  <c:v>-0.15724923214</c:v>
                </c:pt>
                <c:pt idx="195">
                  <c:v>-0.16823237932</c:v>
                </c:pt>
                <c:pt idx="196">
                  <c:v>-0.17916428128</c:v>
                </c:pt>
                <c:pt idx="197">
                  <c:v>-0.19004160807</c:v>
                </c:pt>
                <c:pt idx="198">
                  <c:v>-0.20086104634</c:v>
                </c:pt>
                <c:pt idx="199">
                  <c:v>-0.2116193004</c:v>
                </c:pt>
                <c:pt idx="200">
                  <c:v>-0.22231309316</c:v>
                </c:pt>
                <c:pt idx="201">
                  <c:v>-0.2329391672</c:v>
                </c:pt>
                <c:pt idx="202">
                  <c:v>-0.24349428572</c:v>
                </c:pt>
                <c:pt idx="203">
                  <c:v>-0.25397523352</c:v>
                </c:pt>
                <c:pt idx="204">
                  <c:v>-0.264378818</c:v>
                </c:pt>
                <c:pt idx="205">
                  <c:v>-0.27470187013</c:v>
                </c:pt>
                <c:pt idx="206">
                  <c:v>-0.28494124541</c:v>
                </c:pt>
                <c:pt idx="207">
                  <c:v>-0.29509382483</c:v>
                </c:pt>
                <c:pt idx="208">
                  <c:v>-0.30515651581</c:v>
                </c:pt>
                <c:pt idx="209">
                  <c:v>-0.31512625316</c:v>
                </c:pt>
                <c:pt idx="210">
                  <c:v>-0.325</c:v>
                </c:pt>
                <c:pt idx="211">
                  <c:v>-0.33477474869</c:v>
                </c:pt>
                <c:pt idx="212">
                  <c:v>-0.34444752175</c:v>
                </c:pt>
                <c:pt idx="213">
                  <c:v>-0.35401537276</c:v>
                </c:pt>
                <c:pt idx="214">
                  <c:v>-0.36347538726</c:v>
                </c:pt>
                <c:pt idx="215">
                  <c:v>-0.37282468363</c:v>
                </c:pt>
                <c:pt idx="216">
                  <c:v>-0.38206041399</c:v>
                </c:pt>
                <c:pt idx="217">
                  <c:v>-0.39117976505</c:v>
                </c:pt>
                <c:pt idx="218">
                  <c:v>-0.40017995896</c:v>
                </c:pt>
                <c:pt idx="219">
                  <c:v>-0.40905825418</c:v>
                </c:pt>
                <c:pt idx="220">
                  <c:v>-0.4178119463</c:v>
                </c:pt>
                <c:pt idx="221">
                  <c:v>-0.42643836884</c:v>
                </c:pt>
                <c:pt idx="222">
                  <c:v>-0.43493489413</c:v>
                </c:pt>
                <c:pt idx="223">
                  <c:v>-0.44329893404</c:v>
                </c:pt>
                <c:pt idx="224">
                  <c:v>-0.4515279408</c:v>
                </c:pt>
                <c:pt idx="225">
                  <c:v>-0.45961940777</c:v>
                </c:pt>
                <c:pt idx="226">
                  <c:v>-0.46757087022</c:v>
                </c:pt>
                <c:pt idx="227">
                  <c:v>-0.47537990605</c:v>
                </c:pt>
                <c:pt idx="228">
                  <c:v>-0.48304413656</c:v>
                </c:pt>
                <c:pt idx="229">
                  <c:v>-0.49056122714</c:v>
                </c:pt>
                <c:pt idx="230">
                  <c:v>-0.49792888803</c:v>
                </c:pt>
                <c:pt idx="231">
                  <c:v>-0.50514487495</c:v>
                </c:pt>
                <c:pt idx="232">
                  <c:v>-0.51220698984</c:v>
                </c:pt>
                <c:pt idx="233">
                  <c:v>-0.51911308153</c:v>
                </c:pt>
                <c:pt idx="234">
                  <c:v>-0.52586104634</c:v>
                </c:pt>
                <c:pt idx="235">
                  <c:v>-0.53244882879</c:v>
                </c:pt>
                <c:pt idx="236">
                  <c:v>-0.53887442216</c:v>
                </c:pt>
                <c:pt idx="237">
                  <c:v>-0.54513586916</c:v>
                </c:pt>
                <c:pt idx="238">
                  <c:v>-0.5512312625</c:v>
                </c:pt>
                <c:pt idx="239">
                  <c:v>-0.55715874546</c:v>
                </c:pt>
                <c:pt idx="240">
                  <c:v>-0.56291651246</c:v>
                </c:pt>
                <c:pt idx="241">
                  <c:v>-0.56850280964</c:v>
                </c:pt>
                <c:pt idx="242">
                  <c:v>-0.57391593536</c:v>
                </c:pt>
                <c:pt idx="243">
                  <c:v>-0.57915424072</c:v>
                </c:pt>
                <c:pt idx="244">
                  <c:v>-0.58421613009</c:v>
                </c:pt>
                <c:pt idx="245">
                  <c:v>-0.58910006157</c:v>
                </c:pt>
                <c:pt idx="246">
                  <c:v>-0.59380454747</c:v>
                </c:pt>
                <c:pt idx="247">
                  <c:v>-0.59832815474</c:v>
                </c:pt>
                <c:pt idx="248">
                  <c:v>-0.60266950547</c:v>
                </c:pt>
                <c:pt idx="249">
                  <c:v>-0.60682727722</c:v>
                </c:pt>
                <c:pt idx="250">
                  <c:v>-0.61080020351</c:v>
                </c:pt>
                <c:pt idx="251">
                  <c:v>-0.61458707414</c:v>
                </c:pt>
                <c:pt idx="252">
                  <c:v>-0.61818673559</c:v>
                </c:pt>
                <c:pt idx="253">
                  <c:v>-0.62159809138</c:v>
                </c:pt>
                <c:pt idx="254">
                  <c:v>-0.62482010236</c:v>
                </c:pt>
                <c:pt idx="255">
                  <c:v>-0.62785178709</c:v>
                </c:pt>
                <c:pt idx="256">
                  <c:v>-0.63069222208</c:v>
                </c:pt>
                <c:pt idx="257">
                  <c:v>-0.63334054211</c:v>
                </c:pt>
                <c:pt idx="258">
                  <c:v>-0.63579594048</c:v>
                </c:pt>
                <c:pt idx="259">
                  <c:v>-0.63805766924</c:v>
                </c:pt>
                <c:pt idx="260">
                  <c:v>-0.64012503946</c:v>
                </c:pt>
                <c:pt idx="261">
                  <c:v>-0.64199742139</c:v>
                </c:pt>
                <c:pt idx="262">
                  <c:v>-0.64367424468</c:v>
                </c:pt>
                <c:pt idx="263">
                  <c:v>-0.64515499857</c:v>
                </c:pt>
                <c:pt idx="264">
                  <c:v>-0.64643923199</c:v>
                </c:pt>
                <c:pt idx="265">
                  <c:v>-0.64752655376</c:v>
                </c:pt>
                <c:pt idx="266">
                  <c:v>-0.64841663267</c:v>
                </c:pt>
                <c:pt idx="267">
                  <c:v>-0.64910919759</c:v>
                </c:pt>
                <c:pt idx="268">
                  <c:v>-0.64960403756</c:v>
                </c:pt>
                <c:pt idx="269">
                  <c:v>-0.64990100185</c:v>
                </c:pt>
                <c:pt idx="270">
                  <c:v>-0.65</c:v>
                </c:pt>
                <c:pt idx="271">
                  <c:v>-0.64990100185</c:v>
                </c:pt>
                <c:pt idx="272">
                  <c:v>-0.64960403756</c:v>
                </c:pt>
                <c:pt idx="273">
                  <c:v>-0.64910919759</c:v>
                </c:pt>
                <c:pt idx="274">
                  <c:v>-0.64841663267</c:v>
                </c:pt>
                <c:pt idx="275">
                  <c:v>-0.64752655376</c:v>
                </c:pt>
                <c:pt idx="276">
                  <c:v>-0.64643923199</c:v>
                </c:pt>
                <c:pt idx="277">
                  <c:v>-0.64515499857</c:v>
                </c:pt>
                <c:pt idx="278">
                  <c:v>-0.64367424468</c:v>
                </c:pt>
                <c:pt idx="279">
                  <c:v>-0.64199742139</c:v>
                </c:pt>
                <c:pt idx="280">
                  <c:v>-0.64012503946</c:v>
                </c:pt>
                <c:pt idx="281">
                  <c:v>-0.63805766924</c:v>
                </c:pt>
                <c:pt idx="282">
                  <c:v>-0.63579594048</c:v>
                </c:pt>
                <c:pt idx="283">
                  <c:v>-0.63334054211</c:v>
                </c:pt>
                <c:pt idx="284">
                  <c:v>-0.63069222208</c:v>
                </c:pt>
                <c:pt idx="285">
                  <c:v>-0.62785178709</c:v>
                </c:pt>
                <c:pt idx="286">
                  <c:v>-0.62482010236</c:v>
                </c:pt>
                <c:pt idx="287">
                  <c:v>-0.62159809138</c:v>
                </c:pt>
                <c:pt idx="288">
                  <c:v>-0.61818673559</c:v>
                </c:pt>
                <c:pt idx="289">
                  <c:v>-0.61458707414</c:v>
                </c:pt>
                <c:pt idx="290">
                  <c:v>-0.61080020351</c:v>
                </c:pt>
                <c:pt idx="291">
                  <c:v>-0.60682727722</c:v>
                </c:pt>
                <c:pt idx="292">
                  <c:v>-0.60266950547</c:v>
                </c:pt>
                <c:pt idx="293">
                  <c:v>-0.59832815474</c:v>
                </c:pt>
                <c:pt idx="294">
                  <c:v>-0.59380454747</c:v>
                </c:pt>
                <c:pt idx="295">
                  <c:v>-0.58910006157</c:v>
                </c:pt>
                <c:pt idx="296">
                  <c:v>-0.58421613009</c:v>
                </c:pt>
                <c:pt idx="297">
                  <c:v>-0.57915424072</c:v>
                </c:pt>
                <c:pt idx="298">
                  <c:v>-0.57391593536</c:v>
                </c:pt>
                <c:pt idx="299">
                  <c:v>-0.56850280964</c:v>
                </c:pt>
                <c:pt idx="300">
                  <c:v>-0.56291651246</c:v>
                </c:pt>
                <c:pt idx="301">
                  <c:v>-0.55715874546</c:v>
                </c:pt>
                <c:pt idx="302">
                  <c:v>-0.5512312625</c:v>
                </c:pt>
                <c:pt idx="303">
                  <c:v>-0.54513586916</c:v>
                </c:pt>
                <c:pt idx="304">
                  <c:v>-0.53887442216</c:v>
                </c:pt>
                <c:pt idx="305">
                  <c:v>-0.53244882879</c:v>
                </c:pt>
                <c:pt idx="306">
                  <c:v>-0.52586104634</c:v>
                </c:pt>
                <c:pt idx="307">
                  <c:v>-0.51911308153</c:v>
                </c:pt>
                <c:pt idx="308">
                  <c:v>-0.51220698984</c:v>
                </c:pt>
                <c:pt idx="309">
                  <c:v>-0.50514487495</c:v>
                </c:pt>
                <c:pt idx="310">
                  <c:v>-0.49792888803</c:v>
                </c:pt>
                <c:pt idx="311">
                  <c:v>-0.49056122714</c:v>
                </c:pt>
                <c:pt idx="312">
                  <c:v>-0.48304413656</c:v>
                </c:pt>
                <c:pt idx="313">
                  <c:v>-0.47537990605</c:v>
                </c:pt>
                <c:pt idx="314">
                  <c:v>-0.46757087022</c:v>
                </c:pt>
                <c:pt idx="315">
                  <c:v>-0.45961940777</c:v>
                </c:pt>
                <c:pt idx="316">
                  <c:v>-0.4515279408</c:v>
                </c:pt>
                <c:pt idx="317">
                  <c:v>-0.44329893404</c:v>
                </c:pt>
                <c:pt idx="318">
                  <c:v>-0.43493489413</c:v>
                </c:pt>
                <c:pt idx="319">
                  <c:v>-0.42643836884</c:v>
                </c:pt>
                <c:pt idx="320">
                  <c:v>-0.4178119463</c:v>
                </c:pt>
                <c:pt idx="321">
                  <c:v>-0.40905825418</c:v>
                </c:pt>
                <c:pt idx="322">
                  <c:v>-0.40017995896</c:v>
                </c:pt>
                <c:pt idx="323">
                  <c:v>-0.39117976505</c:v>
                </c:pt>
                <c:pt idx="324">
                  <c:v>-0.38206041399</c:v>
                </c:pt>
                <c:pt idx="325">
                  <c:v>-0.37282468363</c:v>
                </c:pt>
                <c:pt idx="326">
                  <c:v>-0.36347538726</c:v>
                </c:pt>
                <c:pt idx="327">
                  <c:v>-0.35401537276</c:v>
                </c:pt>
                <c:pt idx="328">
                  <c:v>-0.34444752175</c:v>
                </c:pt>
                <c:pt idx="329">
                  <c:v>-0.33477474869</c:v>
                </c:pt>
                <c:pt idx="330">
                  <c:v>-0.325</c:v>
                </c:pt>
                <c:pt idx="331">
                  <c:v>-0.31512625316</c:v>
                </c:pt>
                <c:pt idx="332">
                  <c:v>-0.30515651581</c:v>
                </c:pt>
                <c:pt idx="333">
                  <c:v>-0.29509382483</c:v>
                </c:pt>
                <c:pt idx="334">
                  <c:v>-0.28494124541</c:v>
                </c:pt>
                <c:pt idx="335">
                  <c:v>-0.27470187013</c:v>
                </c:pt>
                <c:pt idx="336">
                  <c:v>-0.264378818</c:v>
                </c:pt>
                <c:pt idx="337">
                  <c:v>-0.25397523352</c:v>
                </c:pt>
                <c:pt idx="338">
                  <c:v>-0.24349428572</c:v>
                </c:pt>
                <c:pt idx="339">
                  <c:v>-0.2329391672</c:v>
                </c:pt>
                <c:pt idx="340">
                  <c:v>-0.22231309316</c:v>
                </c:pt>
                <c:pt idx="341">
                  <c:v>-0.2116193004</c:v>
                </c:pt>
                <c:pt idx="342">
                  <c:v>-0.20086104634</c:v>
                </c:pt>
                <c:pt idx="343">
                  <c:v>-0.19004160807</c:v>
                </c:pt>
                <c:pt idx="344">
                  <c:v>-0.17916428128</c:v>
                </c:pt>
                <c:pt idx="345">
                  <c:v>-0.16823237932</c:v>
                </c:pt>
                <c:pt idx="346">
                  <c:v>-0.15724923214</c:v>
                </c:pt>
                <c:pt idx="347">
                  <c:v>-0.14621818532</c:v>
                </c:pt>
                <c:pt idx="348">
                  <c:v>-0.13514259903</c:v>
                </c:pt>
                <c:pt idx="349">
                  <c:v>-0.12402584699</c:v>
                </c:pt>
                <c:pt idx="350">
                  <c:v>-0.11287131548</c:v>
                </c:pt>
                <c:pt idx="351">
                  <c:v>-0.10168240228</c:v>
                </c:pt>
                <c:pt idx="352">
                  <c:v>-0.090462515624</c:v>
                </c:pt>
                <c:pt idx="353">
                  <c:v>-0.079215073213</c:v>
                </c:pt>
                <c:pt idx="354">
                  <c:v>-0.067943501124</c:v>
                </c:pt>
                <c:pt idx="355">
                  <c:v>-0.056651232786</c:v>
                </c:pt>
                <c:pt idx="356">
                  <c:v>-0.045341707934</c:v>
                </c:pt>
                <c:pt idx="357">
                  <c:v>-0.034018371558</c:v>
                </c:pt>
                <c:pt idx="358">
                  <c:v>-0.022684672857</c:v>
                </c:pt>
                <c:pt idx="359">
                  <c:v>-0.011344064184</c:v>
                </c:pt>
                <c:pt idx="36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360"/>
          <c:min val="0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餘弦參考</c:v>
          </c:tx>
          <c:spPr>
            <a:ln xmlns:a="http://schemas.openxmlformats.org/drawingml/2006/main" w="23813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Data'!$A$2:$A$362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xVal>
          <c:yVal>
            <c:numRef>
              <c:f>'Chart Data'!$B$2:$B$362</c:f>
              <c:numCache>
                <c:formatCode>0.0</c:formatCode>
                <c:ptCount val="361"/>
                <c:pt idx="0">
                  <c:v>1</c:v>
                </c:pt>
                <c:pt idx="1">
                  <c:v>0.99984769516</c:v>
                </c:pt>
                <c:pt idx="2">
                  <c:v>0.99939082702</c:v>
                </c:pt>
                <c:pt idx="3">
                  <c:v>0.99862953475</c:v>
                </c:pt>
                <c:pt idx="4">
                  <c:v>0.99756405026</c:v>
                </c:pt>
                <c:pt idx="5">
                  <c:v>0.99619469809</c:v>
                </c:pt>
                <c:pt idx="6">
                  <c:v>0.99452189537</c:v>
                </c:pt>
                <c:pt idx="7">
                  <c:v>0.99254615164</c:v>
                </c:pt>
                <c:pt idx="8">
                  <c:v>0.99026806874</c:v>
                </c:pt>
                <c:pt idx="9">
                  <c:v>0.9876883406</c:v>
                </c:pt>
                <c:pt idx="10">
                  <c:v>0.98480775301</c:v>
                </c:pt>
                <c:pt idx="11">
                  <c:v>0.98162718345</c:v>
                </c:pt>
                <c:pt idx="12">
                  <c:v>0.97814760073</c:v>
                </c:pt>
                <c:pt idx="13">
                  <c:v>0.97437006479</c:v>
                </c:pt>
                <c:pt idx="14">
                  <c:v>0.97029572628</c:v>
                </c:pt>
                <c:pt idx="15">
                  <c:v>0.96592582629</c:v>
                </c:pt>
                <c:pt idx="16">
                  <c:v>0.96126169594</c:v>
                </c:pt>
                <c:pt idx="17">
                  <c:v>0.95630475596</c:v>
                </c:pt>
                <c:pt idx="18">
                  <c:v>0.9510565163</c:v>
                </c:pt>
                <c:pt idx="19">
                  <c:v>0.9455185756</c:v>
                </c:pt>
                <c:pt idx="20">
                  <c:v>0.93969262079</c:v>
                </c:pt>
                <c:pt idx="21">
                  <c:v>0.9335804265</c:v>
                </c:pt>
                <c:pt idx="22">
                  <c:v>0.92718385457</c:v>
                </c:pt>
                <c:pt idx="23">
                  <c:v>0.92050485345</c:v>
                </c:pt>
                <c:pt idx="24">
                  <c:v>0.91354545764</c:v>
                </c:pt>
                <c:pt idx="25">
                  <c:v>0.90630778704</c:v>
                </c:pt>
                <c:pt idx="26">
                  <c:v>0.8987940463</c:v>
                </c:pt>
                <c:pt idx="27">
                  <c:v>0.89100652419</c:v>
                </c:pt>
                <c:pt idx="28">
                  <c:v>0.88294759286</c:v>
                </c:pt>
                <c:pt idx="29">
                  <c:v>0.87461970714</c:v>
                </c:pt>
                <c:pt idx="30">
                  <c:v>0.86602540378</c:v>
                </c:pt>
                <c:pt idx="31">
                  <c:v>0.8571673007</c:v>
                </c:pt>
                <c:pt idx="32">
                  <c:v>0.84804809616</c:v>
                </c:pt>
                <c:pt idx="33">
                  <c:v>0.83867056795</c:v>
                </c:pt>
                <c:pt idx="34">
                  <c:v>0.82903757256</c:v>
                </c:pt>
                <c:pt idx="35">
                  <c:v>0.81915204429</c:v>
                </c:pt>
                <c:pt idx="36">
                  <c:v>0.80901699437</c:v>
                </c:pt>
                <c:pt idx="37">
                  <c:v>0.79863551005</c:v>
                </c:pt>
                <c:pt idx="38">
                  <c:v>0.78801075361</c:v>
                </c:pt>
                <c:pt idx="39">
                  <c:v>0.77714596146</c:v>
                </c:pt>
                <c:pt idx="40">
                  <c:v>0.76604444312</c:v>
                </c:pt>
                <c:pt idx="41">
                  <c:v>0.75470958022</c:v>
                </c:pt>
                <c:pt idx="42">
                  <c:v>0.74314482548</c:v>
                </c:pt>
                <c:pt idx="43">
                  <c:v>0.73135370162</c:v>
                </c:pt>
                <c:pt idx="44">
                  <c:v>0.71933980034</c:v>
                </c:pt>
                <c:pt idx="45">
                  <c:v>0.70710678119</c:v>
                </c:pt>
                <c:pt idx="46">
                  <c:v>0.69465837046</c:v>
                </c:pt>
                <c:pt idx="47">
                  <c:v>0.68199836006</c:v>
                </c:pt>
                <c:pt idx="48">
                  <c:v>0.66913060636</c:v>
                </c:pt>
                <c:pt idx="49">
                  <c:v>0.65605902899</c:v>
                </c:pt>
                <c:pt idx="50">
                  <c:v>0.64278760969</c:v>
                </c:pt>
                <c:pt idx="51">
                  <c:v>0.62932039105</c:v>
                </c:pt>
                <c:pt idx="52">
                  <c:v>0.61566147533</c:v>
                </c:pt>
                <c:pt idx="53">
                  <c:v>0.60181502315</c:v>
                </c:pt>
                <c:pt idx="54">
                  <c:v>0.58778525229</c:v>
                </c:pt>
                <c:pt idx="55">
                  <c:v>0.57357643635</c:v>
                </c:pt>
                <c:pt idx="56">
                  <c:v>0.55919290347</c:v>
                </c:pt>
                <c:pt idx="57">
                  <c:v>0.54463903502</c:v>
                </c:pt>
                <c:pt idx="58">
                  <c:v>0.52991926423</c:v>
                </c:pt>
                <c:pt idx="59">
                  <c:v>0.51503807491</c:v>
                </c:pt>
                <c:pt idx="60">
                  <c:v>0.5</c:v>
                </c:pt>
                <c:pt idx="61">
                  <c:v>0.48480962025</c:v>
                </c:pt>
                <c:pt idx="62">
                  <c:v>0.46947156279</c:v>
                </c:pt>
                <c:pt idx="63">
                  <c:v>0.45399049974</c:v>
                </c:pt>
                <c:pt idx="64">
                  <c:v>0.43837114679</c:v>
                </c:pt>
                <c:pt idx="65">
                  <c:v>0.42261826174</c:v>
                </c:pt>
                <c:pt idx="66">
                  <c:v>0.40673664308</c:v>
                </c:pt>
                <c:pt idx="67">
                  <c:v>0.39073112849</c:v>
                </c:pt>
                <c:pt idx="68">
                  <c:v>0.37460659342</c:v>
                </c:pt>
                <c:pt idx="69">
                  <c:v>0.35836794955</c:v>
                </c:pt>
                <c:pt idx="70">
                  <c:v>0.34202014333</c:v>
                </c:pt>
                <c:pt idx="71">
                  <c:v>0.32556815446</c:v>
                </c:pt>
                <c:pt idx="72">
                  <c:v>0.30901699437</c:v>
                </c:pt>
                <c:pt idx="73">
                  <c:v>0.29237170472</c:v>
                </c:pt>
                <c:pt idx="74">
                  <c:v>0.27563735582</c:v>
                </c:pt>
                <c:pt idx="75">
                  <c:v>0.2588190451</c:v>
                </c:pt>
                <c:pt idx="76">
                  <c:v>0.2419218956</c:v>
                </c:pt>
                <c:pt idx="77">
                  <c:v>0.22495105434</c:v>
                </c:pt>
                <c:pt idx="78">
                  <c:v>0.20791169082</c:v>
                </c:pt>
                <c:pt idx="79">
                  <c:v>0.19080899538</c:v>
                </c:pt>
                <c:pt idx="80">
                  <c:v>0.17364817767</c:v>
                </c:pt>
                <c:pt idx="81">
                  <c:v>0.15643446504</c:v>
                </c:pt>
                <c:pt idx="82">
                  <c:v>0.13917310096</c:v>
                </c:pt>
                <c:pt idx="83">
                  <c:v>0.12186934341</c:v>
                </c:pt>
                <c:pt idx="84">
                  <c:v>0.10452846327</c:v>
                </c:pt>
                <c:pt idx="85">
                  <c:v>0.087155742748</c:v>
                </c:pt>
                <c:pt idx="86">
                  <c:v>0.069756473744</c:v>
                </c:pt>
                <c:pt idx="87">
                  <c:v>0.052335956243</c:v>
                </c:pt>
                <c:pt idx="88">
                  <c:v>0.034899496703</c:v>
                </c:pt>
                <c:pt idx="89">
                  <c:v>0.017452406437</c:v>
                </c:pt>
                <c:pt idx="90">
                  <c:v>0</c:v>
                </c:pt>
                <c:pt idx="91">
                  <c:v>-0.017452406437</c:v>
                </c:pt>
                <c:pt idx="92">
                  <c:v>-0.034899496703</c:v>
                </c:pt>
                <c:pt idx="93">
                  <c:v>-0.052335956243</c:v>
                </c:pt>
                <c:pt idx="94">
                  <c:v>-0.069756473744</c:v>
                </c:pt>
                <c:pt idx="95">
                  <c:v>-0.087155742748</c:v>
                </c:pt>
                <c:pt idx="96">
                  <c:v>-0.10452846327</c:v>
                </c:pt>
                <c:pt idx="97">
                  <c:v>-0.12186934341</c:v>
                </c:pt>
                <c:pt idx="98">
                  <c:v>-0.13917310096</c:v>
                </c:pt>
                <c:pt idx="99">
                  <c:v>-0.15643446504</c:v>
                </c:pt>
                <c:pt idx="100">
                  <c:v>-0.17364817767</c:v>
                </c:pt>
                <c:pt idx="101">
                  <c:v>-0.19080899538</c:v>
                </c:pt>
                <c:pt idx="102">
                  <c:v>-0.20791169082</c:v>
                </c:pt>
                <c:pt idx="103">
                  <c:v>-0.22495105434</c:v>
                </c:pt>
                <c:pt idx="104">
                  <c:v>-0.2419218956</c:v>
                </c:pt>
                <c:pt idx="105">
                  <c:v>-0.2588190451</c:v>
                </c:pt>
                <c:pt idx="106">
                  <c:v>-0.27563735582</c:v>
                </c:pt>
                <c:pt idx="107">
                  <c:v>-0.29237170472</c:v>
                </c:pt>
                <c:pt idx="108">
                  <c:v>-0.30901699437</c:v>
                </c:pt>
                <c:pt idx="109">
                  <c:v>-0.32556815446</c:v>
                </c:pt>
                <c:pt idx="110">
                  <c:v>-0.34202014333</c:v>
                </c:pt>
                <c:pt idx="111">
                  <c:v>-0.35836794955</c:v>
                </c:pt>
                <c:pt idx="112">
                  <c:v>-0.37460659342</c:v>
                </c:pt>
                <c:pt idx="113">
                  <c:v>-0.39073112849</c:v>
                </c:pt>
                <c:pt idx="114">
                  <c:v>-0.40673664308</c:v>
                </c:pt>
                <c:pt idx="115">
                  <c:v>-0.42261826174</c:v>
                </c:pt>
                <c:pt idx="116">
                  <c:v>-0.43837114679</c:v>
                </c:pt>
                <c:pt idx="117">
                  <c:v>-0.45399049974</c:v>
                </c:pt>
                <c:pt idx="118">
                  <c:v>-0.46947156279</c:v>
                </c:pt>
                <c:pt idx="119">
                  <c:v>-0.48480962025</c:v>
                </c:pt>
                <c:pt idx="120">
                  <c:v>-0.5</c:v>
                </c:pt>
                <c:pt idx="121">
                  <c:v>-0.51503807491</c:v>
                </c:pt>
                <c:pt idx="122">
                  <c:v>-0.52991926423</c:v>
                </c:pt>
                <c:pt idx="123">
                  <c:v>-0.54463903502</c:v>
                </c:pt>
                <c:pt idx="124">
                  <c:v>-0.55919290347</c:v>
                </c:pt>
                <c:pt idx="125">
                  <c:v>-0.57357643635</c:v>
                </c:pt>
                <c:pt idx="126">
                  <c:v>-0.58778525229</c:v>
                </c:pt>
                <c:pt idx="127">
                  <c:v>-0.60181502315</c:v>
                </c:pt>
                <c:pt idx="128">
                  <c:v>-0.61566147533</c:v>
                </c:pt>
                <c:pt idx="129">
                  <c:v>-0.62932039105</c:v>
                </c:pt>
                <c:pt idx="130">
                  <c:v>-0.64278760969</c:v>
                </c:pt>
                <c:pt idx="131">
                  <c:v>-0.65605902899</c:v>
                </c:pt>
                <c:pt idx="132">
                  <c:v>-0.66913060636</c:v>
                </c:pt>
                <c:pt idx="133">
                  <c:v>-0.68199836006</c:v>
                </c:pt>
                <c:pt idx="134">
                  <c:v>-0.69465837046</c:v>
                </c:pt>
                <c:pt idx="135">
                  <c:v>-0.70710678119</c:v>
                </c:pt>
                <c:pt idx="136">
                  <c:v>-0.71933980034</c:v>
                </c:pt>
                <c:pt idx="137">
                  <c:v>-0.73135370162</c:v>
                </c:pt>
                <c:pt idx="138">
                  <c:v>-0.74314482548</c:v>
                </c:pt>
                <c:pt idx="139">
                  <c:v>-0.75470958022</c:v>
                </c:pt>
                <c:pt idx="140">
                  <c:v>-0.76604444312</c:v>
                </c:pt>
                <c:pt idx="141">
                  <c:v>-0.77714596146</c:v>
                </c:pt>
                <c:pt idx="142">
                  <c:v>-0.78801075361</c:v>
                </c:pt>
                <c:pt idx="143">
                  <c:v>-0.79863551005</c:v>
                </c:pt>
                <c:pt idx="144">
                  <c:v>-0.80901699437</c:v>
                </c:pt>
                <c:pt idx="145">
                  <c:v>-0.81915204429</c:v>
                </c:pt>
                <c:pt idx="146">
                  <c:v>-0.82903757256</c:v>
                </c:pt>
                <c:pt idx="147">
                  <c:v>-0.83867056795</c:v>
                </c:pt>
                <c:pt idx="148">
                  <c:v>-0.84804809616</c:v>
                </c:pt>
                <c:pt idx="149">
                  <c:v>-0.8571673007</c:v>
                </c:pt>
                <c:pt idx="150">
                  <c:v>-0.86602540378</c:v>
                </c:pt>
                <c:pt idx="151">
                  <c:v>-0.87461970714</c:v>
                </c:pt>
                <c:pt idx="152">
                  <c:v>-0.88294759286</c:v>
                </c:pt>
                <c:pt idx="153">
                  <c:v>-0.89100652419</c:v>
                </c:pt>
                <c:pt idx="154">
                  <c:v>-0.8987940463</c:v>
                </c:pt>
                <c:pt idx="155">
                  <c:v>-0.90630778704</c:v>
                </c:pt>
                <c:pt idx="156">
                  <c:v>-0.91354545764</c:v>
                </c:pt>
                <c:pt idx="157">
                  <c:v>-0.92050485345</c:v>
                </c:pt>
                <c:pt idx="158">
                  <c:v>-0.92718385457</c:v>
                </c:pt>
                <c:pt idx="159">
                  <c:v>-0.9335804265</c:v>
                </c:pt>
                <c:pt idx="160">
                  <c:v>-0.93969262079</c:v>
                </c:pt>
                <c:pt idx="161">
                  <c:v>-0.9455185756</c:v>
                </c:pt>
                <c:pt idx="162">
                  <c:v>-0.9510565163</c:v>
                </c:pt>
                <c:pt idx="163">
                  <c:v>-0.95630475596</c:v>
                </c:pt>
                <c:pt idx="164">
                  <c:v>-0.96126169594</c:v>
                </c:pt>
                <c:pt idx="165">
                  <c:v>-0.96592582629</c:v>
                </c:pt>
                <c:pt idx="166">
                  <c:v>-0.97029572628</c:v>
                </c:pt>
                <c:pt idx="167">
                  <c:v>-0.97437006479</c:v>
                </c:pt>
                <c:pt idx="168">
                  <c:v>-0.97814760073</c:v>
                </c:pt>
                <c:pt idx="169">
                  <c:v>-0.98162718345</c:v>
                </c:pt>
                <c:pt idx="170">
                  <c:v>-0.98480775301</c:v>
                </c:pt>
                <c:pt idx="171">
                  <c:v>-0.9876883406</c:v>
                </c:pt>
                <c:pt idx="172">
                  <c:v>-0.99026806874</c:v>
                </c:pt>
                <c:pt idx="173">
                  <c:v>-0.99254615164</c:v>
                </c:pt>
                <c:pt idx="174">
                  <c:v>-0.99452189537</c:v>
                </c:pt>
                <c:pt idx="175">
                  <c:v>-0.99619469809</c:v>
                </c:pt>
                <c:pt idx="176">
                  <c:v>-0.99756405026</c:v>
                </c:pt>
                <c:pt idx="177">
                  <c:v>-0.99862953475</c:v>
                </c:pt>
                <c:pt idx="178">
                  <c:v>-0.99939082702</c:v>
                </c:pt>
                <c:pt idx="179">
                  <c:v>-0.99984769516</c:v>
                </c:pt>
                <c:pt idx="180">
                  <c:v>-1</c:v>
                </c:pt>
                <c:pt idx="181">
                  <c:v>-0.99984769516</c:v>
                </c:pt>
                <c:pt idx="182">
                  <c:v>-0.99939082702</c:v>
                </c:pt>
                <c:pt idx="183">
                  <c:v>-0.99862953475</c:v>
                </c:pt>
                <c:pt idx="184">
                  <c:v>-0.99756405026</c:v>
                </c:pt>
                <c:pt idx="185">
                  <c:v>-0.99619469809</c:v>
                </c:pt>
                <c:pt idx="186">
                  <c:v>-0.99452189537</c:v>
                </c:pt>
                <c:pt idx="187">
                  <c:v>-0.99254615164</c:v>
                </c:pt>
                <c:pt idx="188">
                  <c:v>-0.99026806874</c:v>
                </c:pt>
                <c:pt idx="189">
                  <c:v>-0.9876883406</c:v>
                </c:pt>
                <c:pt idx="190">
                  <c:v>-0.98480775301</c:v>
                </c:pt>
                <c:pt idx="191">
                  <c:v>-0.98162718345</c:v>
                </c:pt>
                <c:pt idx="192">
                  <c:v>-0.97814760073</c:v>
                </c:pt>
                <c:pt idx="193">
                  <c:v>-0.97437006479</c:v>
                </c:pt>
                <c:pt idx="194">
                  <c:v>-0.97029572628</c:v>
                </c:pt>
                <c:pt idx="195">
                  <c:v>-0.96592582629</c:v>
                </c:pt>
                <c:pt idx="196">
                  <c:v>-0.96126169594</c:v>
                </c:pt>
                <c:pt idx="197">
                  <c:v>-0.95630475596</c:v>
                </c:pt>
                <c:pt idx="198">
                  <c:v>-0.9510565163</c:v>
                </c:pt>
                <c:pt idx="199">
                  <c:v>-0.9455185756</c:v>
                </c:pt>
                <c:pt idx="200">
                  <c:v>-0.93969262079</c:v>
                </c:pt>
                <c:pt idx="201">
                  <c:v>-0.9335804265</c:v>
                </c:pt>
                <c:pt idx="202">
                  <c:v>-0.92718385457</c:v>
                </c:pt>
                <c:pt idx="203">
                  <c:v>-0.92050485345</c:v>
                </c:pt>
                <c:pt idx="204">
                  <c:v>-0.91354545764</c:v>
                </c:pt>
                <c:pt idx="205">
                  <c:v>-0.90630778704</c:v>
                </c:pt>
                <c:pt idx="206">
                  <c:v>-0.8987940463</c:v>
                </c:pt>
                <c:pt idx="207">
                  <c:v>-0.89100652419</c:v>
                </c:pt>
                <c:pt idx="208">
                  <c:v>-0.88294759286</c:v>
                </c:pt>
                <c:pt idx="209">
                  <c:v>-0.87461970714</c:v>
                </c:pt>
                <c:pt idx="210">
                  <c:v>-0.86602540378</c:v>
                </c:pt>
                <c:pt idx="211">
                  <c:v>-0.8571673007</c:v>
                </c:pt>
                <c:pt idx="212">
                  <c:v>-0.84804809616</c:v>
                </c:pt>
                <c:pt idx="213">
                  <c:v>-0.83867056795</c:v>
                </c:pt>
                <c:pt idx="214">
                  <c:v>-0.82903757256</c:v>
                </c:pt>
                <c:pt idx="215">
                  <c:v>-0.81915204429</c:v>
                </c:pt>
                <c:pt idx="216">
                  <c:v>-0.80901699437</c:v>
                </c:pt>
                <c:pt idx="217">
                  <c:v>-0.79863551005</c:v>
                </c:pt>
                <c:pt idx="218">
                  <c:v>-0.78801075361</c:v>
                </c:pt>
                <c:pt idx="219">
                  <c:v>-0.77714596146</c:v>
                </c:pt>
                <c:pt idx="220">
                  <c:v>-0.76604444312</c:v>
                </c:pt>
                <c:pt idx="221">
                  <c:v>-0.75470958022</c:v>
                </c:pt>
                <c:pt idx="222">
                  <c:v>-0.74314482548</c:v>
                </c:pt>
                <c:pt idx="223">
                  <c:v>-0.73135370162</c:v>
                </c:pt>
                <c:pt idx="224">
                  <c:v>-0.71933980034</c:v>
                </c:pt>
                <c:pt idx="225">
                  <c:v>-0.70710678119</c:v>
                </c:pt>
                <c:pt idx="226">
                  <c:v>-0.69465837046</c:v>
                </c:pt>
                <c:pt idx="227">
                  <c:v>-0.68199836006</c:v>
                </c:pt>
                <c:pt idx="228">
                  <c:v>-0.66913060636</c:v>
                </c:pt>
                <c:pt idx="229">
                  <c:v>-0.65605902899</c:v>
                </c:pt>
                <c:pt idx="230">
                  <c:v>-0.64278760969</c:v>
                </c:pt>
                <c:pt idx="231">
                  <c:v>-0.62932039105</c:v>
                </c:pt>
                <c:pt idx="232">
                  <c:v>-0.61566147533</c:v>
                </c:pt>
                <c:pt idx="233">
                  <c:v>-0.60181502315</c:v>
                </c:pt>
                <c:pt idx="234">
                  <c:v>-0.58778525229</c:v>
                </c:pt>
                <c:pt idx="235">
                  <c:v>-0.57357643635</c:v>
                </c:pt>
                <c:pt idx="236">
                  <c:v>-0.55919290347</c:v>
                </c:pt>
                <c:pt idx="237">
                  <c:v>-0.54463903502</c:v>
                </c:pt>
                <c:pt idx="238">
                  <c:v>-0.52991926423</c:v>
                </c:pt>
                <c:pt idx="239">
                  <c:v>-0.51503807491</c:v>
                </c:pt>
                <c:pt idx="240">
                  <c:v>-0.5</c:v>
                </c:pt>
                <c:pt idx="241">
                  <c:v>-0.48480962025</c:v>
                </c:pt>
                <c:pt idx="242">
                  <c:v>-0.46947156279</c:v>
                </c:pt>
                <c:pt idx="243">
                  <c:v>-0.45399049974</c:v>
                </c:pt>
                <c:pt idx="244">
                  <c:v>-0.43837114679</c:v>
                </c:pt>
                <c:pt idx="245">
                  <c:v>-0.42261826174</c:v>
                </c:pt>
                <c:pt idx="246">
                  <c:v>-0.40673664308</c:v>
                </c:pt>
                <c:pt idx="247">
                  <c:v>-0.39073112849</c:v>
                </c:pt>
                <c:pt idx="248">
                  <c:v>-0.37460659342</c:v>
                </c:pt>
                <c:pt idx="249">
                  <c:v>-0.35836794955</c:v>
                </c:pt>
                <c:pt idx="250">
                  <c:v>-0.34202014333</c:v>
                </c:pt>
                <c:pt idx="251">
                  <c:v>-0.32556815446</c:v>
                </c:pt>
                <c:pt idx="252">
                  <c:v>-0.30901699437</c:v>
                </c:pt>
                <c:pt idx="253">
                  <c:v>-0.29237170472</c:v>
                </c:pt>
                <c:pt idx="254">
                  <c:v>-0.27563735582</c:v>
                </c:pt>
                <c:pt idx="255">
                  <c:v>-0.2588190451</c:v>
                </c:pt>
                <c:pt idx="256">
                  <c:v>-0.2419218956</c:v>
                </c:pt>
                <c:pt idx="257">
                  <c:v>-0.22495105434</c:v>
                </c:pt>
                <c:pt idx="258">
                  <c:v>-0.20791169082</c:v>
                </c:pt>
                <c:pt idx="259">
                  <c:v>-0.19080899538</c:v>
                </c:pt>
                <c:pt idx="260">
                  <c:v>-0.17364817767</c:v>
                </c:pt>
                <c:pt idx="261">
                  <c:v>-0.15643446504</c:v>
                </c:pt>
                <c:pt idx="262">
                  <c:v>-0.13917310096</c:v>
                </c:pt>
                <c:pt idx="263">
                  <c:v>-0.12186934341</c:v>
                </c:pt>
                <c:pt idx="264">
                  <c:v>-0.10452846327</c:v>
                </c:pt>
                <c:pt idx="265">
                  <c:v>-0.087155742748</c:v>
                </c:pt>
                <c:pt idx="266">
                  <c:v>-0.069756473744</c:v>
                </c:pt>
                <c:pt idx="267">
                  <c:v>-0.052335956243</c:v>
                </c:pt>
                <c:pt idx="268">
                  <c:v>-0.034899496703</c:v>
                </c:pt>
                <c:pt idx="269">
                  <c:v>-0.017452406437</c:v>
                </c:pt>
                <c:pt idx="270">
                  <c:v>0</c:v>
                </c:pt>
                <c:pt idx="271">
                  <c:v>0.017452406437</c:v>
                </c:pt>
                <c:pt idx="272">
                  <c:v>0.034899496703</c:v>
                </c:pt>
                <c:pt idx="273">
                  <c:v>0.052335956243</c:v>
                </c:pt>
                <c:pt idx="274">
                  <c:v>0.069756473744</c:v>
                </c:pt>
                <c:pt idx="275">
                  <c:v>0.087155742748</c:v>
                </c:pt>
                <c:pt idx="276">
                  <c:v>0.10452846327</c:v>
                </c:pt>
                <c:pt idx="277">
                  <c:v>0.12186934341</c:v>
                </c:pt>
                <c:pt idx="278">
                  <c:v>0.13917310096</c:v>
                </c:pt>
                <c:pt idx="279">
                  <c:v>0.15643446504</c:v>
                </c:pt>
                <c:pt idx="280">
                  <c:v>0.17364817767</c:v>
                </c:pt>
                <c:pt idx="281">
                  <c:v>0.19080899538</c:v>
                </c:pt>
                <c:pt idx="282">
                  <c:v>0.20791169082</c:v>
                </c:pt>
                <c:pt idx="283">
                  <c:v>0.22495105434</c:v>
                </c:pt>
                <c:pt idx="284">
                  <c:v>0.2419218956</c:v>
                </c:pt>
                <c:pt idx="285">
                  <c:v>0.2588190451</c:v>
                </c:pt>
                <c:pt idx="286">
                  <c:v>0.27563735582</c:v>
                </c:pt>
                <c:pt idx="287">
                  <c:v>0.29237170472</c:v>
                </c:pt>
                <c:pt idx="288">
                  <c:v>0.30901699437</c:v>
                </c:pt>
                <c:pt idx="289">
                  <c:v>0.32556815446</c:v>
                </c:pt>
                <c:pt idx="290">
                  <c:v>0.34202014333</c:v>
                </c:pt>
                <c:pt idx="291">
                  <c:v>0.35836794955</c:v>
                </c:pt>
                <c:pt idx="292">
                  <c:v>0.37460659342</c:v>
                </c:pt>
                <c:pt idx="293">
                  <c:v>0.39073112849</c:v>
                </c:pt>
                <c:pt idx="294">
                  <c:v>0.40673664308</c:v>
                </c:pt>
                <c:pt idx="295">
                  <c:v>0.42261826174</c:v>
                </c:pt>
                <c:pt idx="296">
                  <c:v>0.43837114679</c:v>
                </c:pt>
                <c:pt idx="297">
                  <c:v>0.45399049974</c:v>
                </c:pt>
                <c:pt idx="298">
                  <c:v>0.46947156279</c:v>
                </c:pt>
                <c:pt idx="299">
                  <c:v>0.48480962025</c:v>
                </c:pt>
                <c:pt idx="300">
                  <c:v>0.5</c:v>
                </c:pt>
                <c:pt idx="301">
                  <c:v>0.51503807491</c:v>
                </c:pt>
                <c:pt idx="302">
                  <c:v>0.52991926423</c:v>
                </c:pt>
                <c:pt idx="303">
                  <c:v>0.54463903502</c:v>
                </c:pt>
                <c:pt idx="304">
                  <c:v>0.55919290347</c:v>
                </c:pt>
                <c:pt idx="305">
                  <c:v>0.57357643635</c:v>
                </c:pt>
                <c:pt idx="306">
                  <c:v>0.58778525229</c:v>
                </c:pt>
                <c:pt idx="307">
                  <c:v>0.60181502315</c:v>
                </c:pt>
                <c:pt idx="308">
                  <c:v>0.61566147533</c:v>
                </c:pt>
                <c:pt idx="309">
                  <c:v>0.62932039105</c:v>
                </c:pt>
                <c:pt idx="310">
                  <c:v>0.64278760969</c:v>
                </c:pt>
                <c:pt idx="311">
                  <c:v>0.65605902899</c:v>
                </c:pt>
                <c:pt idx="312">
                  <c:v>0.66913060636</c:v>
                </c:pt>
                <c:pt idx="313">
                  <c:v>0.68199836006</c:v>
                </c:pt>
                <c:pt idx="314">
                  <c:v>0.69465837046</c:v>
                </c:pt>
                <c:pt idx="315">
                  <c:v>0.70710678119</c:v>
                </c:pt>
                <c:pt idx="316">
                  <c:v>0.71933980034</c:v>
                </c:pt>
                <c:pt idx="317">
                  <c:v>0.73135370162</c:v>
                </c:pt>
                <c:pt idx="318">
                  <c:v>0.74314482548</c:v>
                </c:pt>
                <c:pt idx="319">
                  <c:v>0.75470958022</c:v>
                </c:pt>
                <c:pt idx="320">
                  <c:v>0.76604444312</c:v>
                </c:pt>
                <c:pt idx="321">
                  <c:v>0.77714596146</c:v>
                </c:pt>
                <c:pt idx="322">
                  <c:v>0.78801075361</c:v>
                </c:pt>
                <c:pt idx="323">
                  <c:v>0.79863551005</c:v>
                </c:pt>
                <c:pt idx="324">
                  <c:v>0.80901699437</c:v>
                </c:pt>
                <c:pt idx="325">
                  <c:v>0.81915204429</c:v>
                </c:pt>
                <c:pt idx="326">
                  <c:v>0.82903757256</c:v>
                </c:pt>
                <c:pt idx="327">
                  <c:v>0.83867056795</c:v>
                </c:pt>
                <c:pt idx="328">
                  <c:v>0.84804809616</c:v>
                </c:pt>
                <c:pt idx="329">
                  <c:v>0.8571673007</c:v>
                </c:pt>
                <c:pt idx="330">
                  <c:v>0.86602540378</c:v>
                </c:pt>
                <c:pt idx="331">
                  <c:v>0.87461970714</c:v>
                </c:pt>
                <c:pt idx="332">
                  <c:v>0.88294759286</c:v>
                </c:pt>
                <c:pt idx="333">
                  <c:v>0.89100652419</c:v>
                </c:pt>
                <c:pt idx="334">
                  <c:v>0.8987940463</c:v>
                </c:pt>
                <c:pt idx="335">
                  <c:v>0.90630778704</c:v>
                </c:pt>
                <c:pt idx="336">
                  <c:v>0.91354545764</c:v>
                </c:pt>
                <c:pt idx="337">
                  <c:v>0.92050485345</c:v>
                </c:pt>
                <c:pt idx="338">
                  <c:v>0.92718385457</c:v>
                </c:pt>
                <c:pt idx="339">
                  <c:v>0.9335804265</c:v>
                </c:pt>
                <c:pt idx="340">
                  <c:v>0.93969262079</c:v>
                </c:pt>
                <c:pt idx="341">
                  <c:v>0.9455185756</c:v>
                </c:pt>
                <c:pt idx="342">
                  <c:v>0.9510565163</c:v>
                </c:pt>
                <c:pt idx="343">
                  <c:v>0.95630475596</c:v>
                </c:pt>
                <c:pt idx="344">
                  <c:v>0.96126169594</c:v>
                </c:pt>
                <c:pt idx="345">
                  <c:v>0.96592582629</c:v>
                </c:pt>
                <c:pt idx="346">
                  <c:v>0.97029572628</c:v>
                </c:pt>
                <c:pt idx="347">
                  <c:v>0.97437006479</c:v>
                </c:pt>
                <c:pt idx="348">
                  <c:v>0.97814760073</c:v>
                </c:pt>
                <c:pt idx="349">
                  <c:v>0.98162718345</c:v>
                </c:pt>
                <c:pt idx="350">
                  <c:v>0.98480775301</c:v>
                </c:pt>
                <c:pt idx="351">
                  <c:v>0.9876883406</c:v>
                </c:pt>
                <c:pt idx="352">
                  <c:v>0.99026806874</c:v>
                </c:pt>
                <c:pt idx="353">
                  <c:v>0.99254615164</c:v>
                </c:pt>
                <c:pt idx="354">
                  <c:v>0.99452189537</c:v>
                </c:pt>
                <c:pt idx="355">
                  <c:v>0.99619469809</c:v>
                </c:pt>
                <c:pt idx="356">
                  <c:v>0.99756405026</c:v>
                </c:pt>
                <c:pt idx="357">
                  <c:v>0.99862953475</c:v>
                </c:pt>
                <c:pt idx="358">
                  <c:v>0.99939082702</c:v>
                </c:pt>
                <c:pt idx="359">
                  <c:v>0.99984769516</c:v>
                </c:pt>
                <c:pt idx="360">
                  <c:v>1</c:v>
                </c:pt>
              </c:numCache>
            </c:numRef>
          </c:yVal>
        </c:ser>
        <c:ser>
          <c:idx val="1"/>
          <c:order val="1"/>
          <c:tx>
            <c:v>理想正弦</c:v>
          </c:tx>
          <c:spPr>
            <a:ln xmlns:a="http://schemas.openxmlformats.org/drawingml/2006/main" w="23813">
              <a:solidFill>
                <a:srgbClr val="949FAA"/>
              </a:solidFill>
              <a:prstDash val="dash"/>
            </a:ln>
          </c:spPr>
          <c:marker>
            <c:symbol val="none"/>
          </c:marker>
          <c:xVal>
            <c:numRef>
              <c:f>'Chart Data'!$C$2:$C$362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xVal>
          <c:yVal>
            <c:numRef>
              <c:f>'Chart Data'!$D$2:$D$362</c:f>
              <c:numCache>
                <c:formatCode>0.0</c:formatCode>
                <c:ptCount val="361"/>
                <c:pt idx="0">
                  <c:v>0</c:v>
                </c:pt>
                <c:pt idx="1">
                  <c:v>0.017452406437</c:v>
                </c:pt>
                <c:pt idx="2">
                  <c:v>0.034899496703</c:v>
                </c:pt>
                <c:pt idx="3">
                  <c:v>0.052335956243</c:v>
                </c:pt>
                <c:pt idx="4">
                  <c:v>0.069756473744</c:v>
                </c:pt>
                <c:pt idx="5">
                  <c:v>0.087155742748</c:v>
                </c:pt>
                <c:pt idx="6">
                  <c:v>0.10452846327</c:v>
                </c:pt>
                <c:pt idx="7">
                  <c:v>0.12186934341</c:v>
                </c:pt>
                <c:pt idx="8">
                  <c:v>0.13917310096</c:v>
                </c:pt>
                <c:pt idx="9">
                  <c:v>0.15643446504</c:v>
                </c:pt>
                <c:pt idx="10">
                  <c:v>0.17364817767</c:v>
                </c:pt>
                <c:pt idx="11">
                  <c:v>0.19080899538</c:v>
                </c:pt>
                <c:pt idx="12">
                  <c:v>0.20791169082</c:v>
                </c:pt>
                <c:pt idx="13">
                  <c:v>0.22495105434</c:v>
                </c:pt>
                <c:pt idx="14">
                  <c:v>0.2419218956</c:v>
                </c:pt>
                <c:pt idx="15">
                  <c:v>0.2588190451</c:v>
                </c:pt>
                <c:pt idx="16">
                  <c:v>0.27563735582</c:v>
                </c:pt>
                <c:pt idx="17">
                  <c:v>0.29237170472</c:v>
                </c:pt>
                <c:pt idx="18">
                  <c:v>0.30901699437</c:v>
                </c:pt>
                <c:pt idx="19">
                  <c:v>0.32556815446</c:v>
                </c:pt>
                <c:pt idx="20">
                  <c:v>0.34202014333</c:v>
                </c:pt>
                <c:pt idx="21">
                  <c:v>0.35836794955</c:v>
                </c:pt>
                <c:pt idx="22">
                  <c:v>0.37460659342</c:v>
                </c:pt>
                <c:pt idx="23">
                  <c:v>0.39073112849</c:v>
                </c:pt>
                <c:pt idx="24">
                  <c:v>0.40673664308</c:v>
                </c:pt>
                <c:pt idx="25">
                  <c:v>0.42261826174</c:v>
                </c:pt>
                <c:pt idx="26">
                  <c:v>0.43837114679</c:v>
                </c:pt>
                <c:pt idx="27">
                  <c:v>0.45399049974</c:v>
                </c:pt>
                <c:pt idx="28">
                  <c:v>0.46947156279</c:v>
                </c:pt>
                <c:pt idx="29">
                  <c:v>0.48480962025</c:v>
                </c:pt>
                <c:pt idx="30">
                  <c:v>0.5</c:v>
                </c:pt>
                <c:pt idx="31">
                  <c:v>0.51503807491</c:v>
                </c:pt>
                <c:pt idx="32">
                  <c:v>0.52991926423</c:v>
                </c:pt>
                <c:pt idx="33">
                  <c:v>0.54463903502</c:v>
                </c:pt>
                <c:pt idx="34">
                  <c:v>0.55919290347</c:v>
                </c:pt>
                <c:pt idx="35">
                  <c:v>0.57357643635</c:v>
                </c:pt>
                <c:pt idx="36">
                  <c:v>0.58778525229</c:v>
                </c:pt>
                <c:pt idx="37">
                  <c:v>0.60181502315</c:v>
                </c:pt>
                <c:pt idx="38">
                  <c:v>0.61566147533</c:v>
                </c:pt>
                <c:pt idx="39">
                  <c:v>0.62932039105</c:v>
                </c:pt>
                <c:pt idx="40">
                  <c:v>0.64278760969</c:v>
                </c:pt>
                <c:pt idx="41">
                  <c:v>0.65605902899</c:v>
                </c:pt>
                <c:pt idx="42">
                  <c:v>0.66913060636</c:v>
                </c:pt>
                <c:pt idx="43">
                  <c:v>0.68199836006</c:v>
                </c:pt>
                <c:pt idx="44">
                  <c:v>0.69465837046</c:v>
                </c:pt>
                <c:pt idx="45">
                  <c:v>0.70710678119</c:v>
                </c:pt>
                <c:pt idx="46">
                  <c:v>0.71933980034</c:v>
                </c:pt>
                <c:pt idx="47">
                  <c:v>0.73135370162</c:v>
                </c:pt>
                <c:pt idx="48">
                  <c:v>0.74314482548</c:v>
                </c:pt>
                <c:pt idx="49">
                  <c:v>0.75470958022</c:v>
                </c:pt>
                <c:pt idx="50">
                  <c:v>0.76604444312</c:v>
                </c:pt>
                <c:pt idx="51">
                  <c:v>0.77714596146</c:v>
                </c:pt>
                <c:pt idx="52">
                  <c:v>0.78801075361</c:v>
                </c:pt>
                <c:pt idx="53">
                  <c:v>0.79863551005</c:v>
                </c:pt>
                <c:pt idx="54">
                  <c:v>0.80901699437</c:v>
                </c:pt>
                <c:pt idx="55">
                  <c:v>0.81915204429</c:v>
                </c:pt>
                <c:pt idx="56">
                  <c:v>0.82903757256</c:v>
                </c:pt>
                <c:pt idx="57">
                  <c:v>0.83867056795</c:v>
                </c:pt>
                <c:pt idx="58">
                  <c:v>0.84804809616</c:v>
                </c:pt>
                <c:pt idx="59">
                  <c:v>0.8571673007</c:v>
                </c:pt>
                <c:pt idx="60">
                  <c:v>0.86602540378</c:v>
                </c:pt>
                <c:pt idx="61">
                  <c:v>0.87461970714</c:v>
                </c:pt>
                <c:pt idx="62">
                  <c:v>0.88294759286</c:v>
                </c:pt>
                <c:pt idx="63">
                  <c:v>0.89100652419</c:v>
                </c:pt>
                <c:pt idx="64">
                  <c:v>0.8987940463</c:v>
                </c:pt>
                <c:pt idx="65">
                  <c:v>0.90630778704</c:v>
                </c:pt>
                <c:pt idx="66">
                  <c:v>0.91354545764</c:v>
                </c:pt>
                <c:pt idx="67">
                  <c:v>0.92050485345</c:v>
                </c:pt>
                <c:pt idx="68">
                  <c:v>0.92718385457</c:v>
                </c:pt>
                <c:pt idx="69">
                  <c:v>0.9335804265</c:v>
                </c:pt>
                <c:pt idx="70">
                  <c:v>0.93969262079</c:v>
                </c:pt>
                <c:pt idx="71">
                  <c:v>0.9455185756</c:v>
                </c:pt>
                <c:pt idx="72">
                  <c:v>0.9510565163</c:v>
                </c:pt>
                <c:pt idx="73">
                  <c:v>0.95630475596</c:v>
                </c:pt>
                <c:pt idx="74">
                  <c:v>0.96126169594</c:v>
                </c:pt>
                <c:pt idx="75">
                  <c:v>0.96592582629</c:v>
                </c:pt>
                <c:pt idx="76">
                  <c:v>0.97029572628</c:v>
                </c:pt>
                <c:pt idx="77">
                  <c:v>0.97437006479</c:v>
                </c:pt>
                <c:pt idx="78">
                  <c:v>0.97814760073</c:v>
                </c:pt>
                <c:pt idx="79">
                  <c:v>0.98162718345</c:v>
                </c:pt>
                <c:pt idx="80">
                  <c:v>0.98480775301</c:v>
                </c:pt>
                <c:pt idx="81">
                  <c:v>0.9876883406</c:v>
                </c:pt>
                <c:pt idx="82">
                  <c:v>0.99026806874</c:v>
                </c:pt>
                <c:pt idx="83">
                  <c:v>0.99254615164</c:v>
                </c:pt>
                <c:pt idx="84">
                  <c:v>0.99452189537</c:v>
                </c:pt>
                <c:pt idx="85">
                  <c:v>0.99619469809</c:v>
                </c:pt>
                <c:pt idx="86">
                  <c:v>0.99756405026</c:v>
                </c:pt>
                <c:pt idx="87">
                  <c:v>0.99862953475</c:v>
                </c:pt>
                <c:pt idx="88">
                  <c:v>0.99939082702</c:v>
                </c:pt>
                <c:pt idx="89">
                  <c:v>0.99984769516</c:v>
                </c:pt>
                <c:pt idx="90">
                  <c:v>1</c:v>
                </c:pt>
                <c:pt idx="91">
                  <c:v>0.99984769516</c:v>
                </c:pt>
                <c:pt idx="92">
                  <c:v>0.99939082702</c:v>
                </c:pt>
                <c:pt idx="93">
                  <c:v>0.99862953475</c:v>
                </c:pt>
                <c:pt idx="94">
                  <c:v>0.99756405026</c:v>
                </c:pt>
                <c:pt idx="95">
                  <c:v>0.99619469809</c:v>
                </c:pt>
                <c:pt idx="96">
                  <c:v>0.99452189537</c:v>
                </c:pt>
                <c:pt idx="97">
                  <c:v>0.99254615164</c:v>
                </c:pt>
                <c:pt idx="98">
                  <c:v>0.99026806874</c:v>
                </c:pt>
                <c:pt idx="99">
                  <c:v>0.9876883406</c:v>
                </c:pt>
                <c:pt idx="100">
                  <c:v>0.98480775301</c:v>
                </c:pt>
                <c:pt idx="101">
                  <c:v>0.98162718345</c:v>
                </c:pt>
                <c:pt idx="102">
                  <c:v>0.97814760073</c:v>
                </c:pt>
                <c:pt idx="103">
                  <c:v>0.97437006479</c:v>
                </c:pt>
                <c:pt idx="104">
                  <c:v>0.97029572628</c:v>
                </c:pt>
                <c:pt idx="105">
                  <c:v>0.96592582629</c:v>
                </c:pt>
                <c:pt idx="106">
                  <c:v>0.96126169594</c:v>
                </c:pt>
                <c:pt idx="107">
                  <c:v>0.95630475596</c:v>
                </c:pt>
                <c:pt idx="108">
                  <c:v>0.9510565163</c:v>
                </c:pt>
                <c:pt idx="109">
                  <c:v>0.9455185756</c:v>
                </c:pt>
                <c:pt idx="110">
                  <c:v>0.93969262079</c:v>
                </c:pt>
                <c:pt idx="111">
                  <c:v>0.9335804265</c:v>
                </c:pt>
                <c:pt idx="112">
                  <c:v>0.92718385457</c:v>
                </c:pt>
                <c:pt idx="113">
                  <c:v>0.92050485345</c:v>
                </c:pt>
                <c:pt idx="114">
                  <c:v>0.91354545764</c:v>
                </c:pt>
                <c:pt idx="115">
                  <c:v>0.90630778704</c:v>
                </c:pt>
                <c:pt idx="116">
                  <c:v>0.8987940463</c:v>
                </c:pt>
                <c:pt idx="117">
                  <c:v>0.89100652419</c:v>
                </c:pt>
                <c:pt idx="118">
                  <c:v>0.88294759286</c:v>
                </c:pt>
                <c:pt idx="119">
                  <c:v>0.87461970714</c:v>
                </c:pt>
                <c:pt idx="120">
                  <c:v>0.86602540378</c:v>
                </c:pt>
                <c:pt idx="121">
                  <c:v>0.8571673007</c:v>
                </c:pt>
                <c:pt idx="122">
                  <c:v>0.84804809616</c:v>
                </c:pt>
                <c:pt idx="123">
                  <c:v>0.83867056795</c:v>
                </c:pt>
                <c:pt idx="124">
                  <c:v>0.82903757256</c:v>
                </c:pt>
                <c:pt idx="125">
                  <c:v>0.81915204429</c:v>
                </c:pt>
                <c:pt idx="126">
                  <c:v>0.80901699437</c:v>
                </c:pt>
                <c:pt idx="127">
                  <c:v>0.79863551005</c:v>
                </c:pt>
                <c:pt idx="128">
                  <c:v>0.78801075361</c:v>
                </c:pt>
                <c:pt idx="129">
                  <c:v>0.77714596146</c:v>
                </c:pt>
                <c:pt idx="130">
                  <c:v>0.76604444312</c:v>
                </c:pt>
                <c:pt idx="131">
                  <c:v>0.75470958022</c:v>
                </c:pt>
                <c:pt idx="132">
                  <c:v>0.74314482548</c:v>
                </c:pt>
                <c:pt idx="133">
                  <c:v>0.73135370162</c:v>
                </c:pt>
                <c:pt idx="134">
                  <c:v>0.71933980034</c:v>
                </c:pt>
                <c:pt idx="135">
                  <c:v>0.70710678119</c:v>
                </c:pt>
                <c:pt idx="136">
                  <c:v>0.69465837046</c:v>
                </c:pt>
                <c:pt idx="137">
                  <c:v>0.68199836006</c:v>
                </c:pt>
                <c:pt idx="138">
                  <c:v>0.66913060636</c:v>
                </c:pt>
                <c:pt idx="139">
                  <c:v>0.65605902899</c:v>
                </c:pt>
                <c:pt idx="140">
                  <c:v>0.64278760969</c:v>
                </c:pt>
                <c:pt idx="141">
                  <c:v>0.62932039105</c:v>
                </c:pt>
                <c:pt idx="142">
                  <c:v>0.61566147533</c:v>
                </c:pt>
                <c:pt idx="143">
                  <c:v>0.60181502315</c:v>
                </c:pt>
                <c:pt idx="144">
                  <c:v>0.58778525229</c:v>
                </c:pt>
                <c:pt idx="145">
                  <c:v>0.57357643635</c:v>
                </c:pt>
                <c:pt idx="146">
                  <c:v>0.55919290347</c:v>
                </c:pt>
                <c:pt idx="147">
                  <c:v>0.54463903502</c:v>
                </c:pt>
                <c:pt idx="148">
                  <c:v>0.52991926423</c:v>
                </c:pt>
                <c:pt idx="149">
                  <c:v>0.51503807491</c:v>
                </c:pt>
                <c:pt idx="150">
                  <c:v>0.5</c:v>
                </c:pt>
                <c:pt idx="151">
                  <c:v>0.48480962025</c:v>
                </c:pt>
                <c:pt idx="152">
                  <c:v>0.46947156279</c:v>
                </c:pt>
                <c:pt idx="153">
                  <c:v>0.45399049974</c:v>
                </c:pt>
                <c:pt idx="154">
                  <c:v>0.43837114679</c:v>
                </c:pt>
                <c:pt idx="155">
                  <c:v>0.42261826174</c:v>
                </c:pt>
                <c:pt idx="156">
                  <c:v>0.40673664308</c:v>
                </c:pt>
                <c:pt idx="157">
                  <c:v>0.39073112849</c:v>
                </c:pt>
                <c:pt idx="158">
                  <c:v>0.37460659342</c:v>
                </c:pt>
                <c:pt idx="159">
                  <c:v>0.35836794955</c:v>
                </c:pt>
                <c:pt idx="160">
                  <c:v>0.34202014333</c:v>
                </c:pt>
                <c:pt idx="161">
                  <c:v>0.32556815446</c:v>
                </c:pt>
                <c:pt idx="162">
                  <c:v>0.30901699437</c:v>
                </c:pt>
                <c:pt idx="163">
                  <c:v>0.29237170472</c:v>
                </c:pt>
                <c:pt idx="164">
                  <c:v>0.27563735582</c:v>
                </c:pt>
                <c:pt idx="165">
                  <c:v>0.2588190451</c:v>
                </c:pt>
                <c:pt idx="166">
                  <c:v>0.2419218956</c:v>
                </c:pt>
                <c:pt idx="167">
                  <c:v>0.22495105434</c:v>
                </c:pt>
                <c:pt idx="168">
                  <c:v>0.20791169082</c:v>
                </c:pt>
                <c:pt idx="169">
                  <c:v>0.19080899538</c:v>
                </c:pt>
                <c:pt idx="170">
                  <c:v>0.17364817767</c:v>
                </c:pt>
                <c:pt idx="171">
                  <c:v>0.15643446504</c:v>
                </c:pt>
                <c:pt idx="172">
                  <c:v>0.13917310096</c:v>
                </c:pt>
                <c:pt idx="173">
                  <c:v>0.12186934341</c:v>
                </c:pt>
                <c:pt idx="174">
                  <c:v>0.10452846327</c:v>
                </c:pt>
                <c:pt idx="175">
                  <c:v>0.087155742748</c:v>
                </c:pt>
                <c:pt idx="176">
                  <c:v>0.069756473744</c:v>
                </c:pt>
                <c:pt idx="177">
                  <c:v>0.052335956243</c:v>
                </c:pt>
                <c:pt idx="178">
                  <c:v>0.034899496703</c:v>
                </c:pt>
                <c:pt idx="179">
                  <c:v>0.017452406437</c:v>
                </c:pt>
                <c:pt idx="180">
                  <c:v>0</c:v>
                </c:pt>
                <c:pt idx="181">
                  <c:v>-0.017452406437</c:v>
                </c:pt>
                <c:pt idx="182">
                  <c:v>-0.034899496703</c:v>
                </c:pt>
                <c:pt idx="183">
                  <c:v>-0.052335956243</c:v>
                </c:pt>
                <c:pt idx="184">
                  <c:v>-0.069756473744</c:v>
                </c:pt>
                <c:pt idx="185">
                  <c:v>-0.087155742748</c:v>
                </c:pt>
                <c:pt idx="186">
                  <c:v>-0.10452846327</c:v>
                </c:pt>
                <c:pt idx="187">
                  <c:v>-0.12186934341</c:v>
                </c:pt>
                <c:pt idx="188">
                  <c:v>-0.13917310096</c:v>
                </c:pt>
                <c:pt idx="189">
                  <c:v>-0.15643446504</c:v>
                </c:pt>
                <c:pt idx="190">
                  <c:v>-0.17364817767</c:v>
                </c:pt>
                <c:pt idx="191">
                  <c:v>-0.19080899538</c:v>
                </c:pt>
                <c:pt idx="192">
                  <c:v>-0.20791169082</c:v>
                </c:pt>
                <c:pt idx="193">
                  <c:v>-0.22495105434</c:v>
                </c:pt>
                <c:pt idx="194">
                  <c:v>-0.2419218956</c:v>
                </c:pt>
                <c:pt idx="195">
                  <c:v>-0.2588190451</c:v>
                </c:pt>
                <c:pt idx="196">
                  <c:v>-0.27563735582</c:v>
                </c:pt>
                <c:pt idx="197">
                  <c:v>-0.29237170472</c:v>
                </c:pt>
                <c:pt idx="198">
                  <c:v>-0.30901699437</c:v>
                </c:pt>
                <c:pt idx="199">
                  <c:v>-0.32556815446</c:v>
                </c:pt>
                <c:pt idx="200">
                  <c:v>-0.34202014333</c:v>
                </c:pt>
                <c:pt idx="201">
                  <c:v>-0.35836794955</c:v>
                </c:pt>
                <c:pt idx="202">
                  <c:v>-0.37460659342</c:v>
                </c:pt>
                <c:pt idx="203">
                  <c:v>-0.39073112849</c:v>
                </c:pt>
                <c:pt idx="204">
                  <c:v>-0.40673664308</c:v>
                </c:pt>
                <c:pt idx="205">
                  <c:v>-0.42261826174</c:v>
                </c:pt>
                <c:pt idx="206">
                  <c:v>-0.43837114679</c:v>
                </c:pt>
                <c:pt idx="207">
                  <c:v>-0.45399049974</c:v>
                </c:pt>
                <c:pt idx="208">
                  <c:v>-0.46947156279</c:v>
                </c:pt>
                <c:pt idx="209">
                  <c:v>-0.48480962025</c:v>
                </c:pt>
                <c:pt idx="210">
                  <c:v>-0.5</c:v>
                </c:pt>
                <c:pt idx="211">
                  <c:v>-0.51503807491</c:v>
                </c:pt>
                <c:pt idx="212">
                  <c:v>-0.52991926423</c:v>
                </c:pt>
                <c:pt idx="213">
                  <c:v>-0.54463903502</c:v>
                </c:pt>
                <c:pt idx="214">
                  <c:v>-0.55919290347</c:v>
                </c:pt>
                <c:pt idx="215">
                  <c:v>-0.57357643635</c:v>
                </c:pt>
                <c:pt idx="216">
                  <c:v>-0.58778525229</c:v>
                </c:pt>
                <c:pt idx="217">
                  <c:v>-0.60181502315</c:v>
                </c:pt>
                <c:pt idx="218">
                  <c:v>-0.61566147533</c:v>
                </c:pt>
                <c:pt idx="219">
                  <c:v>-0.62932039105</c:v>
                </c:pt>
                <c:pt idx="220">
                  <c:v>-0.64278760969</c:v>
                </c:pt>
                <c:pt idx="221">
                  <c:v>-0.65605902899</c:v>
                </c:pt>
                <c:pt idx="222">
                  <c:v>-0.66913060636</c:v>
                </c:pt>
                <c:pt idx="223">
                  <c:v>-0.68199836006</c:v>
                </c:pt>
                <c:pt idx="224">
                  <c:v>-0.69465837046</c:v>
                </c:pt>
                <c:pt idx="225">
                  <c:v>-0.70710678119</c:v>
                </c:pt>
                <c:pt idx="226">
                  <c:v>-0.71933980034</c:v>
                </c:pt>
                <c:pt idx="227">
                  <c:v>-0.73135370162</c:v>
                </c:pt>
                <c:pt idx="228">
                  <c:v>-0.74314482548</c:v>
                </c:pt>
                <c:pt idx="229">
                  <c:v>-0.75470958022</c:v>
                </c:pt>
                <c:pt idx="230">
                  <c:v>-0.76604444312</c:v>
                </c:pt>
                <c:pt idx="231">
                  <c:v>-0.77714596146</c:v>
                </c:pt>
                <c:pt idx="232">
                  <c:v>-0.78801075361</c:v>
                </c:pt>
                <c:pt idx="233">
                  <c:v>-0.79863551005</c:v>
                </c:pt>
                <c:pt idx="234">
                  <c:v>-0.80901699437</c:v>
                </c:pt>
                <c:pt idx="235">
                  <c:v>-0.81915204429</c:v>
                </c:pt>
                <c:pt idx="236">
                  <c:v>-0.82903757256</c:v>
                </c:pt>
                <c:pt idx="237">
                  <c:v>-0.83867056795</c:v>
                </c:pt>
                <c:pt idx="238">
                  <c:v>-0.84804809616</c:v>
                </c:pt>
                <c:pt idx="239">
                  <c:v>-0.8571673007</c:v>
                </c:pt>
                <c:pt idx="240">
                  <c:v>-0.86602540378</c:v>
                </c:pt>
                <c:pt idx="241">
                  <c:v>-0.87461970714</c:v>
                </c:pt>
                <c:pt idx="242">
                  <c:v>-0.88294759286</c:v>
                </c:pt>
                <c:pt idx="243">
                  <c:v>-0.89100652419</c:v>
                </c:pt>
                <c:pt idx="244">
                  <c:v>-0.8987940463</c:v>
                </c:pt>
                <c:pt idx="245">
                  <c:v>-0.90630778704</c:v>
                </c:pt>
                <c:pt idx="246">
                  <c:v>-0.91354545764</c:v>
                </c:pt>
                <c:pt idx="247">
                  <c:v>-0.92050485345</c:v>
                </c:pt>
                <c:pt idx="248">
                  <c:v>-0.92718385457</c:v>
                </c:pt>
                <c:pt idx="249">
                  <c:v>-0.9335804265</c:v>
                </c:pt>
                <c:pt idx="250">
                  <c:v>-0.93969262079</c:v>
                </c:pt>
                <c:pt idx="251">
                  <c:v>-0.9455185756</c:v>
                </c:pt>
                <c:pt idx="252">
                  <c:v>-0.9510565163</c:v>
                </c:pt>
                <c:pt idx="253">
                  <c:v>-0.95630475596</c:v>
                </c:pt>
                <c:pt idx="254">
                  <c:v>-0.96126169594</c:v>
                </c:pt>
                <c:pt idx="255">
                  <c:v>-0.96592582629</c:v>
                </c:pt>
                <c:pt idx="256">
                  <c:v>-0.97029572628</c:v>
                </c:pt>
                <c:pt idx="257">
                  <c:v>-0.97437006479</c:v>
                </c:pt>
                <c:pt idx="258">
                  <c:v>-0.97814760073</c:v>
                </c:pt>
                <c:pt idx="259">
                  <c:v>-0.98162718345</c:v>
                </c:pt>
                <c:pt idx="260">
                  <c:v>-0.98480775301</c:v>
                </c:pt>
                <c:pt idx="261">
                  <c:v>-0.9876883406</c:v>
                </c:pt>
                <c:pt idx="262">
                  <c:v>-0.99026806874</c:v>
                </c:pt>
                <c:pt idx="263">
                  <c:v>-0.99254615164</c:v>
                </c:pt>
                <c:pt idx="264">
                  <c:v>-0.99452189537</c:v>
                </c:pt>
                <c:pt idx="265">
                  <c:v>-0.99619469809</c:v>
                </c:pt>
                <c:pt idx="266">
                  <c:v>-0.99756405026</c:v>
                </c:pt>
                <c:pt idx="267">
                  <c:v>-0.99862953475</c:v>
                </c:pt>
                <c:pt idx="268">
                  <c:v>-0.99939082702</c:v>
                </c:pt>
                <c:pt idx="269">
                  <c:v>-0.99984769516</c:v>
                </c:pt>
                <c:pt idx="270">
                  <c:v>-1</c:v>
                </c:pt>
                <c:pt idx="271">
                  <c:v>-0.99984769516</c:v>
                </c:pt>
                <c:pt idx="272">
                  <c:v>-0.99939082702</c:v>
                </c:pt>
                <c:pt idx="273">
                  <c:v>-0.99862953475</c:v>
                </c:pt>
                <c:pt idx="274">
                  <c:v>-0.99756405026</c:v>
                </c:pt>
                <c:pt idx="275">
                  <c:v>-0.99619469809</c:v>
                </c:pt>
                <c:pt idx="276">
                  <c:v>-0.99452189537</c:v>
                </c:pt>
                <c:pt idx="277">
                  <c:v>-0.99254615164</c:v>
                </c:pt>
                <c:pt idx="278">
                  <c:v>-0.99026806874</c:v>
                </c:pt>
                <c:pt idx="279">
                  <c:v>-0.9876883406</c:v>
                </c:pt>
                <c:pt idx="280">
                  <c:v>-0.98480775301</c:v>
                </c:pt>
                <c:pt idx="281">
                  <c:v>-0.98162718345</c:v>
                </c:pt>
                <c:pt idx="282">
                  <c:v>-0.97814760073</c:v>
                </c:pt>
                <c:pt idx="283">
                  <c:v>-0.97437006479</c:v>
                </c:pt>
                <c:pt idx="284">
                  <c:v>-0.97029572628</c:v>
                </c:pt>
                <c:pt idx="285">
                  <c:v>-0.96592582629</c:v>
                </c:pt>
                <c:pt idx="286">
                  <c:v>-0.96126169594</c:v>
                </c:pt>
                <c:pt idx="287">
                  <c:v>-0.95630475596</c:v>
                </c:pt>
                <c:pt idx="288">
                  <c:v>-0.9510565163</c:v>
                </c:pt>
                <c:pt idx="289">
                  <c:v>-0.9455185756</c:v>
                </c:pt>
                <c:pt idx="290">
                  <c:v>-0.93969262079</c:v>
                </c:pt>
                <c:pt idx="291">
                  <c:v>-0.9335804265</c:v>
                </c:pt>
                <c:pt idx="292">
                  <c:v>-0.92718385457</c:v>
                </c:pt>
                <c:pt idx="293">
                  <c:v>-0.92050485345</c:v>
                </c:pt>
                <c:pt idx="294">
                  <c:v>-0.91354545764</c:v>
                </c:pt>
                <c:pt idx="295">
                  <c:v>-0.90630778704</c:v>
                </c:pt>
                <c:pt idx="296">
                  <c:v>-0.8987940463</c:v>
                </c:pt>
                <c:pt idx="297">
                  <c:v>-0.89100652419</c:v>
                </c:pt>
                <c:pt idx="298">
                  <c:v>-0.88294759286</c:v>
                </c:pt>
                <c:pt idx="299">
                  <c:v>-0.87461970714</c:v>
                </c:pt>
                <c:pt idx="300">
                  <c:v>-0.86602540378</c:v>
                </c:pt>
                <c:pt idx="301">
                  <c:v>-0.8571673007</c:v>
                </c:pt>
                <c:pt idx="302">
                  <c:v>-0.84804809616</c:v>
                </c:pt>
                <c:pt idx="303">
                  <c:v>-0.83867056795</c:v>
                </c:pt>
                <c:pt idx="304">
                  <c:v>-0.82903757256</c:v>
                </c:pt>
                <c:pt idx="305">
                  <c:v>-0.81915204429</c:v>
                </c:pt>
                <c:pt idx="306">
                  <c:v>-0.80901699437</c:v>
                </c:pt>
                <c:pt idx="307">
                  <c:v>-0.79863551005</c:v>
                </c:pt>
                <c:pt idx="308">
                  <c:v>-0.78801075361</c:v>
                </c:pt>
                <c:pt idx="309">
                  <c:v>-0.77714596146</c:v>
                </c:pt>
                <c:pt idx="310">
                  <c:v>-0.76604444312</c:v>
                </c:pt>
                <c:pt idx="311">
                  <c:v>-0.75470958022</c:v>
                </c:pt>
                <c:pt idx="312">
                  <c:v>-0.74314482548</c:v>
                </c:pt>
                <c:pt idx="313">
                  <c:v>-0.73135370162</c:v>
                </c:pt>
                <c:pt idx="314">
                  <c:v>-0.71933980034</c:v>
                </c:pt>
                <c:pt idx="315">
                  <c:v>-0.70710678119</c:v>
                </c:pt>
                <c:pt idx="316">
                  <c:v>-0.69465837046</c:v>
                </c:pt>
                <c:pt idx="317">
                  <c:v>-0.68199836006</c:v>
                </c:pt>
                <c:pt idx="318">
                  <c:v>-0.66913060636</c:v>
                </c:pt>
                <c:pt idx="319">
                  <c:v>-0.65605902899</c:v>
                </c:pt>
                <c:pt idx="320">
                  <c:v>-0.64278760969</c:v>
                </c:pt>
                <c:pt idx="321">
                  <c:v>-0.62932039105</c:v>
                </c:pt>
                <c:pt idx="322">
                  <c:v>-0.61566147533</c:v>
                </c:pt>
                <c:pt idx="323">
                  <c:v>-0.60181502315</c:v>
                </c:pt>
                <c:pt idx="324">
                  <c:v>-0.58778525229</c:v>
                </c:pt>
                <c:pt idx="325">
                  <c:v>-0.57357643635</c:v>
                </c:pt>
                <c:pt idx="326">
                  <c:v>-0.55919290347</c:v>
                </c:pt>
                <c:pt idx="327">
                  <c:v>-0.54463903502</c:v>
                </c:pt>
                <c:pt idx="328">
                  <c:v>-0.52991926423</c:v>
                </c:pt>
                <c:pt idx="329">
                  <c:v>-0.51503807491</c:v>
                </c:pt>
                <c:pt idx="330">
                  <c:v>-0.5</c:v>
                </c:pt>
                <c:pt idx="331">
                  <c:v>-0.48480962025</c:v>
                </c:pt>
                <c:pt idx="332">
                  <c:v>-0.46947156279</c:v>
                </c:pt>
                <c:pt idx="333">
                  <c:v>-0.45399049974</c:v>
                </c:pt>
                <c:pt idx="334">
                  <c:v>-0.43837114679</c:v>
                </c:pt>
                <c:pt idx="335">
                  <c:v>-0.42261826174</c:v>
                </c:pt>
                <c:pt idx="336">
                  <c:v>-0.40673664308</c:v>
                </c:pt>
                <c:pt idx="337">
                  <c:v>-0.39073112849</c:v>
                </c:pt>
                <c:pt idx="338">
                  <c:v>-0.37460659342</c:v>
                </c:pt>
                <c:pt idx="339">
                  <c:v>-0.35836794955</c:v>
                </c:pt>
                <c:pt idx="340">
                  <c:v>-0.34202014333</c:v>
                </c:pt>
                <c:pt idx="341">
                  <c:v>-0.32556815446</c:v>
                </c:pt>
                <c:pt idx="342">
                  <c:v>-0.30901699437</c:v>
                </c:pt>
                <c:pt idx="343">
                  <c:v>-0.29237170472</c:v>
                </c:pt>
                <c:pt idx="344">
                  <c:v>-0.27563735582</c:v>
                </c:pt>
                <c:pt idx="345">
                  <c:v>-0.2588190451</c:v>
                </c:pt>
                <c:pt idx="346">
                  <c:v>-0.2419218956</c:v>
                </c:pt>
                <c:pt idx="347">
                  <c:v>-0.22495105434</c:v>
                </c:pt>
                <c:pt idx="348">
                  <c:v>-0.20791169082</c:v>
                </c:pt>
                <c:pt idx="349">
                  <c:v>-0.19080899538</c:v>
                </c:pt>
                <c:pt idx="350">
                  <c:v>-0.17364817767</c:v>
                </c:pt>
                <c:pt idx="351">
                  <c:v>-0.15643446504</c:v>
                </c:pt>
                <c:pt idx="352">
                  <c:v>-0.13917310096</c:v>
                </c:pt>
                <c:pt idx="353">
                  <c:v>-0.12186934341</c:v>
                </c:pt>
                <c:pt idx="354">
                  <c:v>-0.10452846327</c:v>
                </c:pt>
                <c:pt idx="355">
                  <c:v>-0.087155742748</c:v>
                </c:pt>
                <c:pt idx="356">
                  <c:v>-0.069756473744</c:v>
                </c:pt>
                <c:pt idx="357">
                  <c:v>-0.052335956243</c:v>
                </c:pt>
                <c:pt idx="358">
                  <c:v>-0.034899496703</c:v>
                </c:pt>
                <c:pt idx="359">
                  <c:v>-0.017452406437</c:v>
                </c:pt>
                <c:pt idx="360">
                  <c:v>0</c:v>
                </c:pt>
              </c:numCache>
            </c:numRef>
          </c:yVal>
        </c:ser>
        <c:ser>
          <c:idx val="2"/>
          <c:order val="2"/>
          <c:tx>
            <c:v>含誤差正弦</c:v>
          </c:tx>
          <c:spPr>
            <a:ln xmlns:a="http://schemas.openxmlformats.org/drawingml/2006/main" w="23813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Data'!$E$2:$E$362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xVal>
          <c:yVal>
            <c:numRef>
              <c:f>'Chart Data'!$F$2:$F$362</c:f>
              <c:numCache>
                <c:formatCode>0.0</c:formatCode>
                <c:ptCount val="361"/>
                <c:pt idx="0">
                  <c:v>0.42261826174</c:v>
                </c:pt>
                <c:pt idx="1">
                  <c:v>0.43837114679</c:v>
                </c:pt>
                <c:pt idx="2">
                  <c:v>0.45399049974</c:v>
                </c:pt>
                <c:pt idx="3">
                  <c:v>0.46947156279</c:v>
                </c:pt>
                <c:pt idx="4">
                  <c:v>0.48480962025</c:v>
                </c:pt>
                <c:pt idx="5">
                  <c:v>0.5</c:v>
                </c:pt>
                <c:pt idx="6">
                  <c:v>0.51503807491</c:v>
                </c:pt>
                <c:pt idx="7">
                  <c:v>0.52991926423</c:v>
                </c:pt>
                <c:pt idx="8">
                  <c:v>0.54463903502</c:v>
                </c:pt>
                <c:pt idx="9">
                  <c:v>0.55919290347</c:v>
                </c:pt>
                <c:pt idx="10">
                  <c:v>0.57357643635</c:v>
                </c:pt>
                <c:pt idx="11">
                  <c:v>0.58778525229</c:v>
                </c:pt>
                <c:pt idx="12">
                  <c:v>0.60181502315</c:v>
                </c:pt>
                <c:pt idx="13">
                  <c:v>0.61566147533</c:v>
                </c:pt>
                <c:pt idx="14">
                  <c:v>0.62932039105</c:v>
                </c:pt>
                <c:pt idx="15">
                  <c:v>0.64278760969</c:v>
                </c:pt>
                <c:pt idx="16">
                  <c:v>0.65605902899</c:v>
                </c:pt>
                <c:pt idx="17">
                  <c:v>0.66913060636</c:v>
                </c:pt>
                <c:pt idx="18">
                  <c:v>0.68199836006</c:v>
                </c:pt>
                <c:pt idx="19">
                  <c:v>0.69465837046</c:v>
                </c:pt>
                <c:pt idx="20">
                  <c:v>0.70710678119</c:v>
                </c:pt>
                <c:pt idx="21">
                  <c:v>0.71933980034</c:v>
                </c:pt>
                <c:pt idx="22">
                  <c:v>0.73135370162</c:v>
                </c:pt>
                <c:pt idx="23">
                  <c:v>0.74314482548</c:v>
                </c:pt>
                <c:pt idx="24">
                  <c:v>0.75470958022</c:v>
                </c:pt>
                <c:pt idx="25">
                  <c:v>0.76604444312</c:v>
                </c:pt>
                <c:pt idx="26">
                  <c:v>0.77714596146</c:v>
                </c:pt>
                <c:pt idx="27">
                  <c:v>0.78801075361</c:v>
                </c:pt>
                <c:pt idx="28">
                  <c:v>0.79863551005</c:v>
                </c:pt>
                <c:pt idx="29">
                  <c:v>0.80901699437</c:v>
                </c:pt>
                <c:pt idx="30">
                  <c:v>0.81915204429</c:v>
                </c:pt>
                <c:pt idx="31">
                  <c:v>0.82903757256</c:v>
                </c:pt>
                <c:pt idx="32">
                  <c:v>0.83867056795</c:v>
                </c:pt>
                <c:pt idx="33">
                  <c:v>0.84804809616</c:v>
                </c:pt>
                <c:pt idx="34">
                  <c:v>0.8571673007</c:v>
                </c:pt>
                <c:pt idx="35">
                  <c:v>0.86602540378</c:v>
                </c:pt>
                <c:pt idx="36">
                  <c:v>0.87461970714</c:v>
                </c:pt>
                <c:pt idx="37">
                  <c:v>0.88294759286</c:v>
                </c:pt>
                <c:pt idx="38">
                  <c:v>0.89100652419</c:v>
                </c:pt>
                <c:pt idx="39">
                  <c:v>0.8987940463</c:v>
                </c:pt>
                <c:pt idx="40">
                  <c:v>0.90630778704</c:v>
                </c:pt>
                <c:pt idx="41">
                  <c:v>0.91354545764</c:v>
                </c:pt>
                <c:pt idx="42">
                  <c:v>0.92050485345</c:v>
                </c:pt>
                <c:pt idx="43">
                  <c:v>0.92718385457</c:v>
                </c:pt>
                <c:pt idx="44">
                  <c:v>0.9335804265</c:v>
                </c:pt>
                <c:pt idx="45">
                  <c:v>0.93969262079</c:v>
                </c:pt>
                <c:pt idx="46">
                  <c:v>0.9455185756</c:v>
                </c:pt>
                <c:pt idx="47">
                  <c:v>0.9510565163</c:v>
                </c:pt>
                <c:pt idx="48">
                  <c:v>0.95630475596</c:v>
                </c:pt>
                <c:pt idx="49">
                  <c:v>0.96126169594</c:v>
                </c:pt>
                <c:pt idx="50">
                  <c:v>0.96592582629</c:v>
                </c:pt>
                <c:pt idx="51">
                  <c:v>0.97029572628</c:v>
                </c:pt>
                <c:pt idx="52">
                  <c:v>0.97437006479</c:v>
                </c:pt>
                <c:pt idx="53">
                  <c:v>0.97814760073</c:v>
                </c:pt>
                <c:pt idx="54">
                  <c:v>0.98162718345</c:v>
                </c:pt>
                <c:pt idx="55">
                  <c:v>0.98480775301</c:v>
                </c:pt>
                <c:pt idx="56">
                  <c:v>0.9876883406</c:v>
                </c:pt>
                <c:pt idx="57">
                  <c:v>0.99026806874</c:v>
                </c:pt>
                <c:pt idx="58">
                  <c:v>0.99254615164</c:v>
                </c:pt>
                <c:pt idx="59">
                  <c:v>0.99452189537</c:v>
                </c:pt>
                <c:pt idx="60">
                  <c:v>0.99619469809</c:v>
                </c:pt>
                <c:pt idx="61">
                  <c:v>0.99756405026</c:v>
                </c:pt>
                <c:pt idx="62">
                  <c:v>0.99862953475</c:v>
                </c:pt>
                <c:pt idx="63">
                  <c:v>0.99939082702</c:v>
                </c:pt>
                <c:pt idx="64">
                  <c:v>0.99984769516</c:v>
                </c:pt>
                <c:pt idx="65">
                  <c:v>1</c:v>
                </c:pt>
                <c:pt idx="66">
                  <c:v>0.99984769516</c:v>
                </c:pt>
                <c:pt idx="67">
                  <c:v>0.99939082702</c:v>
                </c:pt>
                <c:pt idx="68">
                  <c:v>0.99862953475</c:v>
                </c:pt>
                <c:pt idx="69">
                  <c:v>0.99756405026</c:v>
                </c:pt>
                <c:pt idx="70">
                  <c:v>0.99619469809</c:v>
                </c:pt>
                <c:pt idx="71">
                  <c:v>0.99452189537</c:v>
                </c:pt>
                <c:pt idx="72">
                  <c:v>0.99254615164</c:v>
                </c:pt>
                <c:pt idx="73">
                  <c:v>0.99026806874</c:v>
                </c:pt>
                <c:pt idx="74">
                  <c:v>0.9876883406</c:v>
                </c:pt>
                <c:pt idx="75">
                  <c:v>0.98480775301</c:v>
                </c:pt>
                <c:pt idx="76">
                  <c:v>0.98162718345</c:v>
                </c:pt>
                <c:pt idx="77">
                  <c:v>0.97814760073</c:v>
                </c:pt>
                <c:pt idx="78">
                  <c:v>0.97437006479</c:v>
                </c:pt>
                <c:pt idx="79">
                  <c:v>0.97029572628</c:v>
                </c:pt>
                <c:pt idx="80">
                  <c:v>0.96592582629</c:v>
                </c:pt>
                <c:pt idx="81">
                  <c:v>0.96126169594</c:v>
                </c:pt>
                <c:pt idx="82">
                  <c:v>0.95630475596</c:v>
                </c:pt>
                <c:pt idx="83">
                  <c:v>0.9510565163</c:v>
                </c:pt>
                <c:pt idx="84">
                  <c:v>0.9455185756</c:v>
                </c:pt>
                <c:pt idx="85">
                  <c:v>0.93969262079</c:v>
                </c:pt>
                <c:pt idx="86">
                  <c:v>0.9335804265</c:v>
                </c:pt>
                <c:pt idx="87">
                  <c:v>0.92718385457</c:v>
                </c:pt>
                <c:pt idx="88">
                  <c:v>0.92050485345</c:v>
                </c:pt>
                <c:pt idx="89">
                  <c:v>0.91354545764</c:v>
                </c:pt>
                <c:pt idx="90">
                  <c:v>0.90630778704</c:v>
                </c:pt>
                <c:pt idx="91">
                  <c:v>0.8987940463</c:v>
                </c:pt>
                <c:pt idx="92">
                  <c:v>0.89100652419</c:v>
                </c:pt>
                <c:pt idx="93">
                  <c:v>0.88294759286</c:v>
                </c:pt>
                <c:pt idx="94">
                  <c:v>0.87461970714</c:v>
                </c:pt>
                <c:pt idx="95">
                  <c:v>0.86602540378</c:v>
                </c:pt>
                <c:pt idx="96">
                  <c:v>0.8571673007</c:v>
                </c:pt>
                <c:pt idx="97">
                  <c:v>0.84804809616</c:v>
                </c:pt>
                <c:pt idx="98">
                  <c:v>0.83867056795</c:v>
                </c:pt>
                <c:pt idx="99">
                  <c:v>0.82903757256</c:v>
                </c:pt>
                <c:pt idx="100">
                  <c:v>0.81915204429</c:v>
                </c:pt>
                <c:pt idx="101">
                  <c:v>0.80901699437</c:v>
                </c:pt>
                <c:pt idx="102">
                  <c:v>0.79863551005</c:v>
                </c:pt>
                <c:pt idx="103">
                  <c:v>0.78801075361</c:v>
                </c:pt>
                <c:pt idx="104">
                  <c:v>0.77714596146</c:v>
                </c:pt>
                <c:pt idx="105">
                  <c:v>0.76604444312</c:v>
                </c:pt>
                <c:pt idx="106">
                  <c:v>0.75470958022</c:v>
                </c:pt>
                <c:pt idx="107">
                  <c:v>0.74314482548</c:v>
                </c:pt>
                <c:pt idx="108">
                  <c:v>0.73135370162</c:v>
                </c:pt>
                <c:pt idx="109">
                  <c:v>0.71933980034</c:v>
                </c:pt>
                <c:pt idx="110">
                  <c:v>0.70710678119</c:v>
                </c:pt>
                <c:pt idx="111">
                  <c:v>0.69465837046</c:v>
                </c:pt>
                <c:pt idx="112">
                  <c:v>0.68199836006</c:v>
                </c:pt>
                <c:pt idx="113">
                  <c:v>0.66913060636</c:v>
                </c:pt>
                <c:pt idx="114">
                  <c:v>0.65605902899</c:v>
                </c:pt>
                <c:pt idx="115">
                  <c:v>0.64278760969</c:v>
                </c:pt>
                <c:pt idx="116">
                  <c:v>0.62932039105</c:v>
                </c:pt>
                <c:pt idx="117">
                  <c:v>0.61566147533</c:v>
                </c:pt>
                <c:pt idx="118">
                  <c:v>0.60181502315</c:v>
                </c:pt>
                <c:pt idx="119">
                  <c:v>0.58778525229</c:v>
                </c:pt>
                <c:pt idx="120">
                  <c:v>0.57357643635</c:v>
                </c:pt>
                <c:pt idx="121">
                  <c:v>0.55919290347</c:v>
                </c:pt>
                <c:pt idx="122">
                  <c:v>0.54463903502</c:v>
                </c:pt>
                <c:pt idx="123">
                  <c:v>0.52991926423</c:v>
                </c:pt>
                <c:pt idx="124">
                  <c:v>0.51503807491</c:v>
                </c:pt>
                <c:pt idx="125">
                  <c:v>0.5</c:v>
                </c:pt>
                <c:pt idx="126">
                  <c:v>0.48480962025</c:v>
                </c:pt>
                <c:pt idx="127">
                  <c:v>0.46947156279</c:v>
                </c:pt>
                <c:pt idx="128">
                  <c:v>0.45399049974</c:v>
                </c:pt>
                <c:pt idx="129">
                  <c:v>0.43837114679</c:v>
                </c:pt>
                <c:pt idx="130">
                  <c:v>0.42261826174</c:v>
                </c:pt>
                <c:pt idx="131">
                  <c:v>0.40673664308</c:v>
                </c:pt>
                <c:pt idx="132">
                  <c:v>0.39073112849</c:v>
                </c:pt>
                <c:pt idx="133">
                  <c:v>0.37460659342</c:v>
                </c:pt>
                <c:pt idx="134">
                  <c:v>0.35836794955</c:v>
                </c:pt>
                <c:pt idx="135">
                  <c:v>0.34202014333</c:v>
                </c:pt>
                <c:pt idx="136">
                  <c:v>0.32556815446</c:v>
                </c:pt>
                <c:pt idx="137">
                  <c:v>0.30901699437</c:v>
                </c:pt>
                <c:pt idx="138">
                  <c:v>0.29237170472</c:v>
                </c:pt>
                <c:pt idx="139">
                  <c:v>0.27563735582</c:v>
                </c:pt>
                <c:pt idx="140">
                  <c:v>0.2588190451</c:v>
                </c:pt>
                <c:pt idx="141">
                  <c:v>0.2419218956</c:v>
                </c:pt>
                <c:pt idx="142">
                  <c:v>0.22495105434</c:v>
                </c:pt>
                <c:pt idx="143">
                  <c:v>0.20791169082</c:v>
                </c:pt>
                <c:pt idx="144">
                  <c:v>0.19080899538</c:v>
                </c:pt>
                <c:pt idx="145">
                  <c:v>0.17364817767</c:v>
                </c:pt>
                <c:pt idx="146">
                  <c:v>0.15643446504</c:v>
                </c:pt>
                <c:pt idx="147">
                  <c:v>0.13917310096</c:v>
                </c:pt>
                <c:pt idx="148">
                  <c:v>0.12186934341</c:v>
                </c:pt>
                <c:pt idx="149">
                  <c:v>0.10452846327</c:v>
                </c:pt>
                <c:pt idx="150">
                  <c:v>0.087155742748</c:v>
                </c:pt>
                <c:pt idx="151">
                  <c:v>0.069756473744</c:v>
                </c:pt>
                <c:pt idx="152">
                  <c:v>0.052335956243</c:v>
                </c:pt>
                <c:pt idx="153">
                  <c:v>0.034899496703</c:v>
                </c:pt>
                <c:pt idx="154">
                  <c:v>0.017452406437</c:v>
                </c:pt>
                <c:pt idx="155">
                  <c:v>0</c:v>
                </c:pt>
                <c:pt idx="156">
                  <c:v>-0.017452406437</c:v>
                </c:pt>
                <c:pt idx="157">
                  <c:v>-0.034899496703</c:v>
                </c:pt>
                <c:pt idx="158">
                  <c:v>-0.052335956243</c:v>
                </c:pt>
                <c:pt idx="159">
                  <c:v>-0.069756473744</c:v>
                </c:pt>
                <c:pt idx="160">
                  <c:v>-0.087155742748</c:v>
                </c:pt>
                <c:pt idx="161">
                  <c:v>-0.10452846327</c:v>
                </c:pt>
                <c:pt idx="162">
                  <c:v>-0.12186934341</c:v>
                </c:pt>
                <c:pt idx="163">
                  <c:v>-0.13917310096</c:v>
                </c:pt>
                <c:pt idx="164">
                  <c:v>-0.15643446504</c:v>
                </c:pt>
                <c:pt idx="165">
                  <c:v>-0.17364817767</c:v>
                </c:pt>
                <c:pt idx="166">
                  <c:v>-0.19080899538</c:v>
                </c:pt>
                <c:pt idx="167">
                  <c:v>-0.20791169082</c:v>
                </c:pt>
                <c:pt idx="168">
                  <c:v>-0.22495105434</c:v>
                </c:pt>
                <c:pt idx="169">
                  <c:v>-0.2419218956</c:v>
                </c:pt>
                <c:pt idx="170">
                  <c:v>-0.2588190451</c:v>
                </c:pt>
                <c:pt idx="171">
                  <c:v>-0.27563735582</c:v>
                </c:pt>
                <c:pt idx="172">
                  <c:v>-0.29237170472</c:v>
                </c:pt>
                <c:pt idx="173">
                  <c:v>-0.30901699437</c:v>
                </c:pt>
                <c:pt idx="174">
                  <c:v>-0.32556815446</c:v>
                </c:pt>
                <c:pt idx="175">
                  <c:v>-0.34202014333</c:v>
                </c:pt>
                <c:pt idx="176">
                  <c:v>-0.35836794955</c:v>
                </c:pt>
                <c:pt idx="177">
                  <c:v>-0.37460659342</c:v>
                </c:pt>
                <c:pt idx="178">
                  <c:v>-0.39073112849</c:v>
                </c:pt>
                <c:pt idx="179">
                  <c:v>-0.40673664308</c:v>
                </c:pt>
                <c:pt idx="180">
                  <c:v>-0.42261826174</c:v>
                </c:pt>
                <c:pt idx="181">
                  <c:v>-0.43837114679</c:v>
                </c:pt>
                <c:pt idx="182">
                  <c:v>-0.45399049974</c:v>
                </c:pt>
                <c:pt idx="183">
                  <c:v>-0.46947156279</c:v>
                </c:pt>
                <c:pt idx="184">
                  <c:v>-0.48480962025</c:v>
                </c:pt>
                <c:pt idx="185">
                  <c:v>-0.5</c:v>
                </c:pt>
                <c:pt idx="186">
                  <c:v>-0.51503807491</c:v>
                </c:pt>
                <c:pt idx="187">
                  <c:v>-0.52991926423</c:v>
                </c:pt>
                <c:pt idx="188">
                  <c:v>-0.54463903502</c:v>
                </c:pt>
                <c:pt idx="189">
                  <c:v>-0.55919290347</c:v>
                </c:pt>
                <c:pt idx="190">
                  <c:v>-0.57357643635</c:v>
                </c:pt>
                <c:pt idx="191">
                  <c:v>-0.58778525229</c:v>
                </c:pt>
                <c:pt idx="192">
                  <c:v>-0.60181502315</c:v>
                </c:pt>
                <c:pt idx="193">
                  <c:v>-0.61566147533</c:v>
                </c:pt>
                <c:pt idx="194">
                  <c:v>-0.62932039105</c:v>
                </c:pt>
                <c:pt idx="195">
                  <c:v>-0.64278760969</c:v>
                </c:pt>
                <c:pt idx="196">
                  <c:v>-0.65605902899</c:v>
                </c:pt>
                <c:pt idx="197">
                  <c:v>-0.66913060636</c:v>
                </c:pt>
                <c:pt idx="198">
                  <c:v>-0.68199836006</c:v>
                </c:pt>
                <c:pt idx="199">
                  <c:v>-0.69465837046</c:v>
                </c:pt>
                <c:pt idx="200">
                  <c:v>-0.70710678119</c:v>
                </c:pt>
                <c:pt idx="201">
                  <c:v>-0.71933980034</c:v>
                </c:pt>
                <c:pt idx="202">
                  <c:v>-0.73135370162</c:v>
                </c:pt>
                <c:pt idx="203">
                  <c:v>-0.74314482548</c:v>
                </c:pt>
                <c:pt idx="204">
                  <c:v>-0.75470958022</c:v>
                </c:pt>
                <c:pt idx="205">
                  <c:v>-0.76604444312</c:v>
                </c:pt>
                <c:pt idx="206">
                  <c:v>-0.77714596146</c:v>
                </c:pt>
                <c:pt idx="207">
                  <c:v>-0.78801075361</c:v>
                </c:pt>
                <c:pt idx="208">
                  <c:v>-0.79863551005</c:v>
                </c:pt>
                <c:pt idx="209">
                  <c:v>-0.80901699437</c:v>
                </c:pt>
                <c:pt idx="210">
                  <c:v>-0.81915204429</c:v>
                </c:pt>
                <c:pt idx="211">
                  <c:v>-0.82903757256</c:v>
                </c:pt>
                <c:pt idx="212">
                  <c:v>-0.83867056795</c:v>
                </c:pt>
                <c:pt idx="213">
                  <c:v>-0.84804809616</c:v>
                </c:pt>
                <c:pt idx="214">
                  <c:v>-0.8571673007</c:v>
                </c:pt>
                <c:pt idx="215">
                  <c:v>-0.86602540378</c:v>
                </c:pt>
                <c:pt idx="216">
                  <c:v>-0.87461970714</c:v>
                </c:pt>
                <c:pt idx="217">
                  <c:v>-0.88294759286</c:v>
                </c:pt>
                <c:pt idx="218">
                  <c:v>-0.89100652419</c:v>
                </c:pt>
                <c:pt idx="219">
                  <c:v>-0.8987940463</c:v>
                </c:pt>
                <c:pt idx="220">
                  <c:v>-0.90630778704</c:v>
                </c:pt>
                <c:pt idx="221">
                  <c:v>-0.91354545764</c:v>
                </c:pt>
                <c:pt idx="222">
                  <c:v>-0.92050485345</c:v>
                </c:pt>
                <c:pt idx="223">
                  <c:v>-0.92718385457</c:v>
                </c:pt>
                <c:pt idx="224">
                  <c:v>-0.9335804265</c:v>
                </c:pt>
                <c:pt idx="225">
                  <c:v>-0.93969262079</c:v>
                </c:pt>
                <c:pt idx="226">
                  <c:v>-0.9455185756</c:v>
                </c:pt>
                <c:pt idx="227">
                  <c:v>-0.9510565163</c:v>
                </c:pt>
                <c:pt idx="228">
                  <c:v>-0.95630475596</c:v>
                </c:pt>
                <c:pt idx="229">
                  <c:v>-0.96126169594</c:v>
                </c:pt>
                <c:pt idx="230">
                  <c:v>-0.96592582629</c:v>
                </c:pt>
                <c:pt idx="231">
                  <c:v>-0.97029572628</c:v>
                </c:pt>
                <c:pt idx="232">
                  <c:v>-0.97437006479</c:v>
                </c:pt>
                <c:pt idx="233">
                  <c:v>-0.97814760073</c:v>
                </c:pt>
                <c:pt idx="234">
                  <c:v>-0.98162718345</c:v>
                </c:pt>
                <c:pt idx="235">
                  <c:v>-0.98480775301</c:v>
                </c:pt>
                <c:pt idx="236">
                  <c:v>-0.9876883406</c:v>
                </c:pt>
                <c:pt idx="237">
                  <c:v>-0.99026806874</c:v>
                </c:pt>
                <c:pt idx="238">
                  <c:v>-0.99254615164</c:v>
                </c:pt>
                <c:pt idx="239">
                  <c:v>-0.99452189537</c:v>
                </c:pt>
                <c:pt idx="240">
                  <c:v>-0.99619469809</c:v>
                </c:pt>
                <c:pt idx="241">
                  <c:v>-0.99756405026</c:v>
                </c:pt>
                <c:pt idx="242">
                  <c:v>-0.99862953475</c:v>
                </c:pt>
                <c:pt idx="243">
                  <c:v>-0.99939082702</c:v>
                </c:pt>
                <c:pt idx="244">
                  <c:v>-0.99984769516</c:v>
                </c:pt>
                <c:pt idx="245">
                  <c:v>-1</c:v>
                </c:pt>
                <c:pt idx="246">
                  <c:v>-0.99984769516</c:v>
                </c:pt>
                <c:pt idx="247">
                  <c:v>-0.99939082702</c:v>
                </c:pt>
                <c:pt idx="248">
                  <c:v>-0.99862953475</c:v>
                </c:pt>
                <c:pt idx="249">
                  <c:v>-0.99756405026</c:v>
                </c:pt>
                <c:pt idx="250">
                  <c:v>-0.99619469809</c:v>
                </c:pt>
                <c:pt idx="251">
                  <c:v>-0.99452189537</c:v>
                </c:pt>
                <c:pt idx="252">
                  <c:v>-0.99254615164</c:v>
                </c:pt>
                <c:pt idx="253">
                  <c:v>-0.99026806874</c:v>
                </c:pt>
                <c:pt idx="254">
                  <c:v>-0.9876883406</c:v>
                </c:pt>
                <c:pt idx="255">
                  <c:v>-0.98480775301</c:v>
                </c:pt>
                <c:pt idx="256">
                  <c:v>-0.98162718345</c:v>
                </c:pt>
                <c:pt idx="257">
                  <c:v>-0.97814760073</c:v>
                </c:pt>
                <c:pt idx="258">
                  <c:v>-0.97437006479</c:v>
                </c:pt>
                <c:pt idx="259">
                  <c:v>-0.97029572628</c:v>
                </c:pt>
                <c:pt idx="260">
                  <c:v>-0.96592582629</c:v>
                </c:pt>
                <c:pt idx="261">
                  <c:v>-0.96126169594</c:v>
                </c:pt>
                <c:pt idx="262">
                  <c:v>-0.95630475596</c:v>
                </c:pt>
                <c:pt idx="263">
                  <c:v>-0.9510565163</c:v>
                </c:pt>
                <c:pt idx="264">
                  <c:v>-0.9455185756</c:v>
                </c:pt>
                <c:pt idx="265">
                  <c:v>-0.93969262079</c:v>
                </c:pt>
                <c:pt idx="266">
                  <c:v>-0.9335804265</c:v>
                </c:pt>
                <c:pt idx="267">
                  <c:v>-0.92718385457</c:v>
                </c:pt>
                <c:pt idx="268">
                  <c:v>-0.92050485345</c:v>
                </c:pt>
                <c:pt idx="269">
                  <c:v>-0.91354545764</c:v>
                </c:pt>
                <c:pt idx="270">
                  <c:v>-0.90630778704</c:v>
                </c:pt>
                <c:pt idx="271">
                  <c:v>-0.8987940463</c:v>
                </c:pt>
                <c:pt idx="272">
                  <c:v>-0.89100652419</c:v>
                </c:pt>
                <c:pt idx="273">
                  <c:v>-0.88294759286</c:v>
                </c:pt>
                <c:pt idx="274">
                  <c:v>-0.87461970714</c:v>
                </c:pt>
                <c:pt idx="275">
                  <c:v>-0.86602540378</c:v>
                </c:pt>
                <c:pt idx="276">
                  <c:v>-0.8571673007</c:v>
                </c:pt>
                <c:pt idx="277">
                  <c:v>-0.84804809616</c:v>
                </c:pt>
                <c:pt idx="278">
                  <c:v>-0.83867056795</c:v>
                </c:pt>
                <c:pt idx="279">
                  <c:v>-0.82903757256</c:v>
                </c:pt>
                <c:pt idx="280">
                  <c:v>-0.81915204429</c:v>
                </c:pt>
                <c:pt idx="281">
                  <c:v>-0.80901699437</c:v>
                </c:pt>
                <c:pt idx="282">
                  <c:v>-0.79863551005</c:v>
                </c:pt>
                <c:pt idx="283">
                  <c:v>-0.78801075361</c:v>
                </c:pt>
                <c:pt idx="284">
                  <c:v>-0.77714596146</c:v>
                </c:pt>
                <c:pt idx="285">
                  <c:v>-0.76604444312</c:v>
                </c:pt>
                <c:pt idx="286">
                  <c:v>-0.75470958022</c:v>
                </c:pt>
                <c:pt idx="287">
                  <c:v>-0.74314482548</c:v>
                </c:pt>
                <c:pt idx="288">
                  <c:v>-0.73135370162</c:v>
                </c:pt>
                <c:pt idx="289">
                  <c:v>-0.71933980034</c:v>
                </c:pt>
                <c:pt idx="290">
                  <c:v>-0.70710678119</c:v>
                </c:pt>
                <c:pt idx="291">
                  <c:v>-0.69465837046</c:v>
                </c:pt>
                <c:pt idx="292">
                  <c:v>-0.68199836006</c:v>
                </c:pt>
                <c:pt idx="293">
                  <c:v>-0.66913060636</c:v>
                </c:pt>
                <c:pt idx="294">
                  <c:v>-0.65605902899</c:v>
                </c:pt>
                <c:pt idx="295">
                  <c:v>-0.64278760969</c:v>
                </c:pt>
                <c:pt idx="296">
                  <c:v>-0.62932039105</c:v>
                </c:pt>
                <c:pt idx="297">
                  <c:v>-0.61566147533</c:v>
                </c:pt>
                <c:pt idx="298">
                  <c:v>-0.60181502315</c:v>
                </c:pt>
                <c:pt idx="299">
                  <c:v>-0.58778525229</c:v>
                </c:pt>
                <c:pt idx="300">
                  <c:v>-0.57357643635</c:v>
                </c:pt>
                <c:pt idx="301">
                  <c:v>-0.55919290347</c:v>
                </c:pt>
                <c:pt idx="302">
                  <c:v>-0.54463903502</c:v>
                </c:pt>
                <c:pt idx="303">
                  <c:v>-0.52991926423</c:v>
                </c:pt>
                <c:pt idx="304">
                  <c:v>-0.51503807491</c:v>
                </c:pt>
                <c:pt idx="305">
                  <c:v>-0.5</c:v>
                </c:pt>
                <c:pt idx="306">
                  <c:v>-0.48480962025</c:v>
                </c:pt>
                <c:pt idx="307">
                  <c:v>-0.46947156279</c:v>
                </c:pt>
                <c:pt idx="308">
                  <c:v>-0.45399049974</c:v>
                </c:pt>
                <c:pt idx="309">
                  <c:v>-0.43837114679</c:v>
                </c:pt>
                <c:pt idx="310">
                  <c:v>-0.42261826174</c:v>
                </c:pt>
                <c:pt idx="311">
                  <c:v>-0.40673664308</c:v>
                </c:pt>
                <c:pt idx="312">
                  <c:v>-0.39073112849</c:v>
                </c:pt>
                <c:pt idx="313">
                  <c:v>-0.37460659342</c:v>
                </c:pt>
                <c:pt idx="314">
                  <c:v>-0.35836794955</c:v>
                </c:pt>
                <c:pt idx="315">
                  <c:v>-0.34202014333</c:v>
                </c:pt>
                <c:pt idx="316">
                  <c:v>-0.32556815446</c:v>
                </c:pt>
                <c:pt idx="317">
                  <c:v>-0.30901699437</c:v>
                </c:pt>
                <c:pt idx="318">
                  <c:v>-0.29237170472</c:v>
                </c:pt>
                <c:pt idx="319">
                  <c:v>-0.27563735582</c:v>
                </c:pt>
                <c:pt idx="320">
                  <c:v>-0.2588190451</c:v>
                </c:pt>
                <c:pt idx="321">
                  <c:v>-0.2419218956</c:v>
                </c:pt>
                <c:pt idx="322">
                  <c:v>-0.22495105434</c:v>
                </c:pt>
                <c:pt idx="323">
                  <c:v>-0.20791169082</c:v>
                </c:pt>
                <c:pt idx="324">
                  <c:v>-0.19080899538</c:v>
                </c:pt>
                <c:pt idx="325">
                  <c:v>-0.17364817767</c:v>
                </c:pt>
                <c:pt idx="326">
                  <c:v>-0.15643446504</c:v>
                </c:pt>
                <c:pt idx="327">
                  <c:v>-0.13917310096</c:v>
                </c:pt>
                <c:pt idx="328">
                  <c:v>-0.12186934341</c:v>
                </c:pt>
                <c:pt idx="329">
                  <c:v>-0.10452846327</c:v>
                </c:pt>
                <c:pt idx="330">
                  <c:v>-0.087155742748</c:v>
                </c:pt>
                <c:pt idx="331">
                  <c:v>-0.069756473744</c:v>
                </c:pt>
                <c:pt idx="332">
                  <c:v>-0.052335956243</c:v>
                </c:pt>
                <c:pt idx="333">
                  <c:v>-0.034899496703</c:v>
                </c:pt>
                <c:pt idx="334">
                  <c:v>-0.017452406437</c:v>
                </c:pt>
                <c:pt idx="335">
                  <c:v>0</c:v>
                </c:pt>
                <c:pt idx="336">
                  <c:v>0.017452406437</c:v>
                </c:pt>
                <c:pt idx="337">
                  <c:v>0.034899496703</c:v>
                </c:pt>
                <c:pt idx="338">
                  <c:v>0.052335956243</c:v>
                </c:pt>
                <c:pt idx="339">
                  <c:v>0.069756473744</c:v>
                </c:pt>
                <c:pt idx="340">
                  <c:v>0.087155742748</c:v>
                </c:pt>
                <c:pt idx="341">
                  <c:v>0.10452846327</c:v>
                </c:pt>
                <c:pt idx="342">
                  <c:v>0.12186934341</c:v>
                </c:pt>
                <c:pt idx="343">
                  <c:v>0.13917310096</c:v>
                </c:pt>
                <c:pt idx="344">
                  <c:v>0.15643446504</c:v>
                </c:pt>
                <c:pt idx="345">
                  <c:v>0.17364817767</c:v>
                </c:pt>
                <c:pt idx="346">
                  <c:v>0.19080899538</c:v>
                </c:pt>
                <c:pt idx="347">
                  <c:v>0.20791169082</c:v>
                </c:pt>
                <c:pt idx="348">
                  <c:v>0.22495105434</c:v>
                </c:pt>
                <c:pt idx="349">
                  <c:v>0.2419218956</c:v>
                </c:pt>
                <c:pt idx="350">
                  <c:v>0.2588190451</c:v>
                </c:pt>
                <c:pt idx="351">
                  <c:v>0.27563735582</c:v>
                </c:pt>
                <c:pt idx="352">
                  <c:v>0.29237170472</c:v>
                </c:pt>
                <c:pt idx="353">
                  <c:v>0.30901699437</c:v>
                </c:pt>
                <c:pt idx="354">
                  <c:v>0.32556815446</c:v>
                </c:pt>
                <c:pt idx="355">
                  <c:v>0.34202014333</c:v>
                </c:pt>
                <c:pt idx="356">
                  <c:v>0.35836794955</c:v>
                </c:pt>
                <c:pt idx="357">
                  <c:v>0.37460659342</c:v>
                </c:pt>
                <c:pt idx="358">
                  <c:v>0.39073112849</c:v>
                </c:pt>
                <c:pt idx="359">
                  <c:v>0.40673664308</c:v>
                </c:pt>
                <c:pt idx="360">
                  <c:v>0.42261826174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360"/>
          <c:min val="0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補償前</c:v>
          </c:tx>
          <c:spPr>
            <a:ln xmlns:a="http://schemas.openxmlformats.org/drawingml/2006/main" w="28575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Data'!$A$2:$A$722</c:f>
              <c:numCache>
                <c:formatCode>General</c:formatCode>
                <c:ptCount val="721"/>
                <c:pt idx="0">
                  <c:v>1</c:v>
                </c:pt>
                <c:pt idx="1">
                  <c:v>0.99996192306</c:v>
                </c:pt>
                <c:pt idx="2">
                  <c:v>0.99984769516</c:v>
                </c:pt>
                <c:pt idx="3">
                  <c:v>0.99965732498</c:v>
                </c:pt>
                <c:pt idx="4">
                  <c:v>0.99939082702</c:v>
                </c:pt>
                <c:pt idx="5">
                  <c:v>0.99904822158</c:v>
                </c:pt>
                <c:pt idx="6">
                  <c:v>0.99862953475</c:v>
                </c:pt>
                <c:pt idx="7">
                  <c:v>0.99813479842</c:v>
                </c:pt>
                <c:pt idx="8">
                  <c:v>0.99756405026</c:v>
                </c:pt>
                <c:pt idx="9">
                  <c:v>0.99691733373</c:v>
                </c:pt>
                <c:pt idx="10">
                  <c:v>0.99619469809</c:v>
                </c:pt>
                <c:pt idx="11">
                  <c:v>0.99539619837</c:v>
                </c:pt>
                <c:pt idx="12">
                  <c:v>0.99452189537</c:v>
                </c:pt>
                <c:pt idx="13">
                  <c:v>0.99357185568</c:v>
                </c:pt>
                <c:pt idx="14">
                  <c:v>0.99254615164</c:v>
                </c:pt>
                <c:pt idx="15">
                  <c:v>0.99144486137</c:v>
                </c:pt>
                <c:pt idx="16">
                  <c:v>0.99026806874</c:v>
                </c:pt>
                <c:pt idx="17">
                  <c:v>0.98901586336</c:v>
                </c:pt>
                <c:pt idx="18">
                  <c:v>0.9876883406</c:v>
                </c:pt>
                <c:pt idx="19">
                  <c:v>0.98628560154</c:v>
                </c:pt>
                <c:pt idx="20">
                  <c:v>0.98480775301</c:v>
                </c:pt>
                <c:pt idx="21">
                  <c:v>0.98325490756</c:v>
                </c:pt>
                <c:pt idx="22">
                  <c:v>0.98162718345</c:v>
                </c:pt>
                <c:pt idx="23">
                  <c:v>0.97992470462</c:v>
                </c:pt>
                <c:pt idx="24">
                  <c:v>0.97814760073</c:v>
                </c:pt>
                <c:pt idx="25">
                  <c:v>0.97629600712</c:v>
                </c:pt>
                <c:pt idx="26">
                  <c:v>0.97437006479</c:v>
                </c:pt>
                <c:pt idx="27">
                  <c:v>0.9723699204</c:v>
                </c:pt>
                <c:pt idx="28">
                  <c:v>0.97029572628</c:v>
                </c:pt>
                <c:pt idx="29">
                  <c:v>0.96814764038</c:v>
                </c:pt>
                <c:pt idx="30">
                  <c:v>0.96592582629</c:v>
                </c:pt>
                <c:pt idx="31">
                  <c:v>0.96363045321</c:v>
                </c:pt>
                <c:pt idx="32">
                  <c:v>0.96126169594</c:v>
                </c:pt>
                <c:pt idx="33">
                  <c:v>0.95881973487</c:v>
                </c:pt>
                <c:pt idx="34">
                  <c:v>0.95630475596</c:v>
                </c:pt>
                <c:pt idx="35">
                  <c:v>0.95371695075</c:v>
                </c:pt>
                <c:pt idx="36">
                  <c:v>0.9510565163</c:v>
                </c:pt>
                <c:pt idx="37">
                  <c:v>0.94832365521</c:v>
                </c:pt>
                <c:pt idx="38">
                  <c:v>0.9455185756</c:v>
                </c:pt>
                <c:pt idx="39">
                  <c:v>0.94264149109</c:v>
                </c:pt>
                <c:pt idx="40">
                  <c:v>0.93969262079</c:v>
                </c:pt>
                <c:pt idx="41">
                  <c:v>0.93667218925</c:v>
                </c:pt>
                <c:pt idx="42">
                  <c:v>0.9335804265</c:v>
                </c:pt>
                <c:pt idx="43">
                  <c:v>0.93041756798</c:v>
                </c:pt>
                <c:pt idx="44">
                  <c:v>0.92718385457</c:v>
                </c:pt>
                <c:pt idx="45">
                  <c:v>0.92387953251</c:v>
                </c:pt>
                <c:pt idx="46">
                  <c:v>0.92050485345</c:v>
                </c:pt>
                <c:pt idx="47">
                  <c:v>0.91706007439</c:v>
                </c:pt>
                <c:pt idx="48">
                  <c:v>0.91354545764</c:v>
                </c:pt>
                <c:pt idx="49">
                  <c:v>0.90996127088</c:v>
                </c:pt>
                <c:pt idx="50">
                  <c:v>0.90630778704</c:v>
                </c:pt>
                <c:pt idx="51">
                  <c:v>0.90258528435</c:v>
                </c:pt>
                <c:pt idx="52">
                  <c:v>0.8987940463</c:v>
                </c:pt>
                <c:pt idx="53">
                  <c:v>0.8949343616</c:v>
                </c:pt>
                <c:pt idx="54">
                  <c:v>0.89100652419</c:v>
                </c:pt>
                <c:pt idx="55">
                  <c:v>0.88701083318</c:v>
                </c:pt>
                <c:pt idx="56">
                  <c:v>0.88294759286</c:v>
                </c:pt>
                <c:pt idx="57">
                  <c:v>0.87881711266</c:v>
                </c:pt>
                <c:pt idx="58">
                  <c:v>0.87461970714</c:v>
                </c:pt>
                <c:pt idx="59">
                  <c:v>0.87035569594</c:v>
                </c:pt>
                <c:pt idx="60">
                  <c:v>0.86602540378</c:v>
                </c:pt>
                <c:pt idx="61">
                  <c:v>0.86162916044</c:v>
                </c:pt>
                <c:pt idx="62">
                  <c:v>0.8571673007</c:v>
                </c:pt>
                <c:pt idx="63">
                  <c:v>0.85264016435</c:v>
                </c:pt>
                <c:pt idx="64">
                  <c:v>0.84804809616</c:v>
                </c:pt>
                <c:pt idx="65">
                  <c:v>0.84339144581</c:v>
                </c:pt>
                <c:pt idx="66">
                  <c:v>0.83867056795</c:v>
                </c:pt>
                <c:pt idx="67">
                  <c:v>0.83388582207</c:v>
                </c:pt>
                <c:pt idx="68">
                  <c:v>0.82903757256</c:v>
                </c:pt>
                <c:pt idx="69">
                  <c:v>0.82412618862</c:v>
                </c:pt>
                <c:pt idx="70">
                  <c:v>0.81915204429</c:v>
                </c:pt>
                <c:pt idx="71">
                  <c:v>0.81411551836</c:v>
                </c:pt>
                <c:pt idx="72">
                  <c:v>0.80901699437</c:v>
                </c:pt>
                <c:pt idx="73">
                  <c:v>0.80385686062</c:v>
                </c:pt>
                <c:pt idx="74">
                  <c:v>0.79863551005</c:v>
                </c:pt>
                <c:pt idx="75">
                  <c:v>0.79335334029</c:v>
                </c:pt>
                <c:pt idx="76">
                  <c:v>0.78801075361</c:v>
                </c:pt>
                <c:pt idx="77">
                  <c:v>0.78260815685</c:v>
                </c:pt>
                <c:pt idx="78">
                  <c:v>0.77714596146</c:v>
                </c:pt>
                <c:pt idx="79">
                  <c:v>0.77162458339</c:v>
                </c:pt>
                <c:pt idx="80">
                  <c:v>0.76604444312</c:v>
                </c:pt>
                <c:pt idx="81">
                  <c:v>0.7604059656</c:v>
                </c:pt>
                <c:pt idx="82">
                  <c:v>0.75470958022</c:v>
                </c:pt>
                <c:pt idx="83">
                  <c:v>0.74895572079</c:v>
                </c:pt>
                <c:pt idx="84">
                  <c:v>0.74314482548</c:v>
                </c:pt>
                <c:pt idx="85">
                  <c:v>0.73727733681</c:v>
                </c:pt>
                <c:pt idx="86">
                  <c:v>0.73135370162</c:v>
                </c:pt>
                <c:pt idx="87">
                  <c:v>0.72537437101</c:v>
                </c:pt>
                <c:pt idx="88">
                  <c:v>0.71933980034</c:v>
                </c:pt>
                <c:pt idx="89">
                  <c:v>0.71325044915</c:v>
                </c:pt>
                <c:pt idx="90">
                  <c:v>0.70710678119</c:v>
                </c:pt>
                <c:pt idx="91">
                  <c:v>0.7009092643</c:v>
                </c:pt>
                <c:pt idx="92">
                  <c:v>0.69465837046</c:v>
                </c:pt>
                <c:pt idx="93">
                  <c:v>0.68835457569</c:v>
                </c:pt>
                <c:pt idx="94">
                  <c:v>0.68199836006</c:v>
                </c:pt>
                <c:pt idx="95">
                  <c:v>0.67559020762</c:v>
                </c:pt>
                <c:pt idx="96">
                  <c:v>0.66913060636</c:v>
                </c:pt>
                <c:pt idx="97">
                  <c:v>0.66262004822</c:v>
                </c:pt>
                <c:pt idx="98">
                  <c:v>0.65605902899</c:v>
                </c:pt>
                <c:pt idx="99">
                  <c:v>0.64944804833</c:v>
                </c:pt>
                <c:pt idx="100">
                  <c:v>0.64278760969</c:v>
                </c:pt>
                <c:pt idx="101">
                  <c:v>0.63607822028</c:v>
                </c:pt>
                <c:pt idx="102">
                  <c:v>0.62932039105</c:v>
                </c:pt>
                <c:pt idx="103">
                  <c:v>0.62251463664</c:v>
                </c:pt>
                <c:pt idx="104">
                  <c:v>0.61566147533</c:v>
                </c:pt>
                <c:pt idx="105">
                  <c:v>0.60876142901</c:v>
                </c:pt>
                <c:pt idx="106">
                  <c:v>0.60181502315</c:v>
                </c:pt>
                <c:pt idx="107">
                  <c:v>0.59482278675</c:v>
                </c:pt>
                <c:pt idx="108">
                  <c:v>0.58778525229</c:v>
                </c:pt>
                <c:pt idx="109">
                  <c:v>0.58070295571</c:v>
                </c:pt>
                <c:pt idx="110">
                  <c:v>0.57357643635</c:v>
                </c:pt>
                <c:pt idx="111">
                  <c:v>0.56640623692</c:v>
                </c:pt>
                <c:pt idx="112">
                  <c:v>0.55919290347</c:v>
                </c:pt>
                <c:pt idx="113">
                  <c:v>0.55193698531</c:v>
                </c:pt>
                <c:pt idx="114">
                  <c:v>0.54463903502</c:v>
                </c:pt>
                <c:pt idx="115">
                  <c:v>0.53729960835</c:v>
                </c:pt>
                <c:pt idx="116">
                  <c:v>0.52991926423</c:v>
                </c:pt>
                <c:pt idx="117">
                  <c:v>0.52249856472</c:v>
                </c:pt>
                <c:pt idx="118">
                  <c:v>0.51503807491</c:v>
                </c:pt>
                <c:pt idx="119">
                  <c:v>0.50753836296</c:v>
                </c:pt>
                <c:pt idx="120">
                  <c:v>0.5</c:v>
                </c:pt>
                <c:pt idx="121">
                  <c:v>0.4924235601</c:v>
                </c:pt>
                <c:pt idx="122">
                  <c:v>0.48480962025</c:v>
                </c:pt>
                <c:pt idx="123">
                  <c:v>0.47715876026</c:v>
                </c:pt>
                <c:pt idx="124">
                  <c:v>0.46947156279</c:v>
                </c:pt>
                <c:pt idx="125">
                  <c:v>0.46174861324</c:v>
                </c:pt>
                <c:pt idx="126">
                  <c:v>0.45399049974</c:v>
                </c:pt>
                <c:pt idx="127">
                  <c:v>0.44619781311</c:v>
                </c:pt>
                <c:pt idx="128">
                  <c:v>0.43837114679</c:v>
                </c:pt>
                <c:pt idx="129">
                  <c:v>0.43051109681</c:v>
                </c:pt>
                <c:pt idx="130">
                  <c:v>0.42261826174</c:v>
                </c:pt>
                <c:pt idx="131">
                  <c:v>0.41469324266</c:v>
                </c:pt>
                <c:pt idx="132">
                  <c:v>0.40673664308</c:v>
                </c:pt>
                <c:pt idx="133">
                  <c:v>0.39874906893</c:v>
                </c:pt>
                <c:pt idx="134">
                  <c:v>0.39073112849</c:v>
                </c:pt>
                <c:pt idx="135">
                  <c:v>0.38268343237</c:v>
                </c:pt>
                <c:pt idx="136">
                  <c:v>0.37460659342</c:v>
                </c:pt>
                <c:pt idx="137">
                  <c:v>0.36650122672</c:v>
                </c:pt>
                <c:pt idx="138">
                  <c:v>0.35836794955</c:v>
                </c:pt>
                <c:pt idx="139">
                  <c:v>0.35020738126</c:v>
                </c:pt>
                <c:pt idx="140">
                  <c:v>0.34202014333</c:v>
                </c:pt>
                <c:pt idx="141">
                  <c:v>0.33380685923</c:v>
                </c:pt>
                <c:pt idx="142">
                  <c:v>0.32556815446</c:v>
                </c:pt>
                <c:pt idx="143">
                  <c:v>0.31730465641</c:v>
                </c:pt>
                <c:pt idx="144">
                  <c:v>0.30901699437</c:v>
                </c:pt>
                <c:pt idx="145">
                  <c:v>0.3007057995</c:v>
                </c:pt>
                <c:pt idx="146">
                  <c:v>0.29237170472</c:v>
                </c:pt>
                <c:pt idx="147">
                  <c:v>0.2840153447</c:v>
                </c:pt>
                <c:pt idx="148">
                  <c:v>0.27563735582</c:v>
                </c:pt>
                <c:pt idx="149">
                  <c:v>0.26723837608</c:v>
                </c:pt>
                <c:pt idx="150">
                  <c:v>0.2588190451</c:v>
                </c:pt>
                <c:pt idx="151">
                  <c:v>0.25038000405</c:v>
                </c:pt>
                <c:pt idx="152">
                  <c:v>0.2419218956</c:v>
                </c:pt>
                <c:pt idx="153">
                  <c:v>0.23344536386</c:v>
                </c:pt>
                <c:pt idx="154">
                  <c:v>0.22495105434</c:v>
                </c:pt>
                <c:pt idx="155">
                  <c:v>0.21643961394</c:v>
                </c:pt>
                <c:pt idx="156">
                  <c:v>0.20791169082</c:v>
                </c:pt>
                <c:pt idx="157">
                  <c:v>0.19936793442</c:v>
                </c:pt>
                <c:pt idx="158">
                  <c:v>0.19080899538</c:v>
                </c:pt>
                <c:pt idx="159">
                  <c:v>0.18223552549</c:v>
                </c:pt>
                <c:pt idx="160">
                  <c:v>0.17364817767</c:v>
                </c:pt>
                <c:pt idx="161">
                  <c:v>0.16504760586</c:v>
                </c:pt>
                <c:pt idx="162">
                  <c:v>0.15643446504</c:v>
                </c:pt>
                <c:pt idx="163">
                  <c:v>0.14780941113</c:v>
                </c:pt>
                <c:pt idx="164">
                  <c:v>0.13917310096</c:v>
                </c:pt>
                <c:pt idx="165">
                  <c:v>0.13052619222</c:v>
                </c:pt>
                <c:pt idx="166">
                  <c:v>0.12186934341</c:v>
                </c:pt>
                <c:pt idx="167">
                  <c:v>0.11320321377</c:v>
                </c:pt>
                <c:pt idx="168">
                  <c:v>0.10452846327</c:v>
                </c:pt>
                <c:pt idx="169">
                  <c:v>0.09584575252</c:v>
                </c:pt>
                <c:pt idx="170">
                  <c:v>0.087155742748</c:v>
                </c:pt>
                <c:pt idx="171">
                  <c:v>0.078459095728</c:v>
                </c:pt>
                <c:pt idx="172">
                  <c:v>0.069756473744</c:v>
                </c:pt>
                <c:pt idx="173">
                  <c:v>0.061048539535</c:v>
                </c:pt>
                <c:pt idx="174">
                  <c:v>0.052335956243</c:v>
                </c:pt>
                <c:pt idx="175">
                  <c:v>0.043619387365</c:v>
                </c:pt>
                <c:pt idx="176">
                  <c:v>0.034899496703</c:v>
                </c:pt>
                <c:pt idx="177">
                  <c:v>0.026176948308</c:v>
                </c:pt>
                <c:pt idx="178">
                  <c:v>0.017452406437</c:v>
                </c:pt>
                <c:pt idx="179">
                  <c:v>0.0087265354984</c:v>
                </c:pt>
                <c:pt idx="180">
                  <c:v>0</c:v>
                </c:pt>
                <c:pt idx="181">
                  <c:v>-0.0087265354984</c:v>
                </c:pt>
                <c:pt idx="182">
                  <c:v>-0.017452406437</c:v>
                </c:pt>
                <c:pt idx="183">
                  <c:v>-0.026176948308</c:v>
                </c:pt>
                <c:pt idx="184">
                  <c:v>-0.034899496703</c:v>
                </c:pt>
                <c:pt idx="185">
                  <c:v>-0.043619387365</c:v>
                </c:pt>
                <c:pt idx="186">
                  <c:v>-0.052335956243</c:v>
                </c:pt>
                <c:pt idx="187">
                  <c:v>-0.061048539535</c:v>
                </c:pt>
                <c:pt idx="188">
                  <c:v>-0.069756473744</c:v>
                </c:pt>
                <c:pt idx="189">
                  <c:v>-0.078459095728</c:v>
                </c:pt>
                <c:pt idx="190">
                  <c:v>-0.087155742748</c:v>
                </c:pt>
                <c:pt idx="191">
                  <c:v>-0.09584575252</c:v>
                </c:pt>
                <c:pt idx="192">
                  <c:v>-0.10452846327</c:v>
                </c:pt>
                <c:pt idx="193">
                  <c:v>-0.11320321377</c:v>
                </c:pt>
                <c:pt idx="194">
                  <c:v>-0.12186934341</c:v>
                </c:pt>
                <c:pt idx="195">
                  <c:v>-0.13052619222</c:v>
                </c:pt>
                <c:pt idx="196">
                  <c:v>-0.13917310096</c:v>
                </c:pt>
                <c:pt idx="197">
                  <c:v>-0.14780941113</c:v>
                </c:pt>
                <c:pt idx="198">
                  <c:v>-0.15643446504</c:v>
                </c:pt>
                <c:pt idx="199">
                  <c:v>-0.16504760586</c:v>
                </c:pt>
                <c:pt idx="200">
                  <c:v>-0.17364817767</c:v>
                </c:pt>
                <c:pt idx="201">
                  <c:v>-0.18223552549</c:v>
                </c:pt>
                <c:pt idx="202">
                  <c:v>-0.19080899538</c:v>
                </c:pt>
                <c:pt idx="203">
                  <c:v>-0.19936793442</c:v>
                </c:pt>
                <c:pt idx="204">
                  <c:v>-0.20791169082</c:v>
                </c:pt>
                <c:pt idx="205">
                  <c:v>-0.21643961394</c:v>
                </c:pt>
                <c:pt idx="206">
                  <c:v>-0.22495105434</c:v>
                </c:pt>
                <c:pt idx="207">
                  <c:v>-0.23344536386</c:v>
                </c:pt>
                <c:pt idx="208">
                  <c:v>-0.2419218956</c:v>
                </c:pt>
                <c:pt idx="209">
                  <c:v>-0.25038000405</c:v>
                </c:pt>
                <c:pt idx="210">
                  <c:v>-0.2588190451</c:v>
                </c:pt>
                <c:pt idx="211">
                  <c:v>-0.26723837608</c:v>
                </c:pt>
                <c:pt idx="212">
                  <c:v>-0.27563735582</c:v>
                </c:pt>
                <c:pt idx="213">
                  <c:v>-0.2840153447</c:v>
                </c:pt>
                <c:pt idx="214">
                  <c:v>-0.29237170472</c:v>
                </c:pt>
                <c:pt idx="215">
                  <c:v>-0.3007057995</c:v>
                </c:pt>
                <c:pt idx="216">
                  <c:v>-0.30901699437</c:v>
                </c:pt>
                <c:pt idx="217">
                  <c:v>-0.31730465641</c:v>
                </c:pt>
                <c:pt idx="218">
                  <c:v>-0.32556815446</c:v>
                </c:pt>
                <c:pt idx="219">
                  <c:v>-0.33380685923</c:v>
                </c:pt>
                <c:pt idx="220">
                  <c:v>-0.34202014333</c:v>
                </c:pt>
                <c:pt idx="221">
                  <c:v>-0.35020738126</c:v>
                </c:pt>
                <c:pt idx="222">
                  <c:v>-0.35836794955</c:v>
                </c:pt>
                <c:pt idx="223">
                  <c:v>-0.36650122672</c:v>
                </c:pt>
                <c:pt idx="224">
                  <c:v>-0.37460659342</c:v>
                </c:pt>
                <c:pt idx="225">
                  <c:v>-0.38268343237</c:v>
                </c:pt>
                <c:pt idx="226">
                  <c:v>-0.39073112849</c:v>
                </c:pt>
                <c:pt idx="227">
                  <c:v>-0.39874906893</c:v>
                </c:pt>
                <c:pt idx="228">
                  <c:v>-0.40673664308</c:v>
                </c:pt>
                <c:pt idx="229">
                  <c:v>-0.41469324266</c:v>
                </c:pt>
                <c:pt idx="230">
                  <c:v>-0.42261826174</c:v>
                </c:pt>
                <c:pt idx="231">
                  <c:v>-0.43051109681</c:v>
                </c:pt>
                <c:pt idx="232">
                  <c:v>-0.43837114679</c:v>
                </c:pt>
                <c:pt idx="233">
                  <c:v>-0.44619781311</c:v>
                </c:pt>
                <c:pt idx="234">
                  <c:v>-0.45399049974</c:v>
                </c:pt>
                <c:pt idx="235">
                  <c:v>-0.46174861324</c:v>
                </c:pt>
                <c:pt idx="236">
                  <c:v>-0.46947156279</c:v>
                </c:pt>
                <c:pt idx="237">
                  <c:v>-0.47715876026</c:v>
                </c:pt>
                <c:pt idx="238">
                  <c:v>-0.48480962025</c:v>
                </c:pt>
                <c:pt idx="239">
                  <c:v>-0.4924235601</c:v>
                </c:pt>
                <c:pt idx="240">
                  <c:v>-0.5</c:v>
                </c:pt>
                <c:pt idx="241">
                  <c:v>-0.50753836296</c:v>
                </c:pt>
                <c:pt idx="242">
                  <c:v>-0.51503807491</c:v>
                </c:pt>
                <c:pt idx="243">
                  <c:v>-0.52249856472</c:v>
                </c:pt>
                <c:pt idx="244">
                  <c:v>-0.52991926423</c:v>
                </c:pt>
                <c:pt idx="245">
                  <c:v>-0.53729960835</c:v>
                </c:pt>
                <c:pt idx="246">
                  <c:v>-0.54463903502</c:v>
                </c:pt>
                <c:pt idx="247">
                  <c:v>-0.55193698531</c:v>
                </c:pt>
                <c:pt idx="248">
                  <c:v>-0.55919290347</c:v>
                </c:pt>
                <c:pt idx="249">
                  <c:v>-0.56640623692</c:v>
                </c:pt>
                <c:pt idx="250">
                  <c:v>-0.57357643635</c:v>
                </c:pt>
                <c:pt idx="251">
                  <c:v>-0.58070295571</c:v>
                </c:pt>
                <c:pt idx="252">
                  <c:v>-0.58778525229</c:v>
                </c:pt>
                <c:pt idx="253">
                  <c:v>-0.59482278675</c:v>
                </c:pt>
                <c:pt idx="254">
                  <c:v>-0.60181502315</c:v>
                </c:pt>
                <c:pt idx="255">
                  <c:v>-0.60876142901</c:v>
                </c:pt>
                <c:pt idx="256">
                  <c:v>-0.61566147533</c:v>
                </c:pt>
                <c:pt idx="257">
                  <c:v>-0.62251463664</c:v>
                </c:pt>
                <c:pt idx="258">
                  <c:v>-0.62932039105</c:v>
                </c:pt>
                <c:pt idx="259">
                  <c:v>-0.63607822028</c:v>
                </c:pt>
                <c:pt idx="260">
                  <c:v>-0.64278760969</c:v>
                </c:pt>
                <c:pt idx="261">
                  <c:v>-0.64944804833</c:v>
                </c:pt>
                <c:pt idx="262">
                  <c:v>-0.65605902899</c:v>
                </c:pt>
                <c:pt idx="263">
                  <c:v>-0.66262004822</c:v>
                </c:pt>
                <c:pt idx="264">
                  <c:v>-0.66913060636</c:v>
                </c:pt>
                <c:pt idx="265">
                  <c:v>-0.67559020762</c:v>
                </c:pt>
                <c:pt idx="266">
                  <c:v>-0.68199836006</c:v>
                </c:pt>
                <c:pt idx="267">
                  <c:v>-0.68835457569</c:v>
                </c:pt>
                <c:pt idx="268">
                  <c:v>-0.69465837046</c:v>
                </c:pt>
                <c:pt idx="269">
                  <c:v>-0.7009092643</c:v>
                </c:pt>
                <c:pt idx="270">
                  <c:v>-0.70710678119</c:v>
                </c:pt>
                <c:pt idx="271">
                  <c:v>-0.71325044915</c:v>
                </c:pt>
                <c:pt idx="272">
                  <c:v>-0.71933980034</c:v>
                </c:pt>
                <c:pt idx="273">
                  <c:v>-0.72537437101</c:v>
                </c:pt>
                <c:pt idx="274">
                  <c:v>-0.73135370162</c:v>
                </c:pt>
                <c:pt idx="275">
                  <c:v>-0.73727733681</c:v>
                </c:pt>
                <c:pt idx="276">
                  <c:v>-0.74314482548</c:v>
                </c:pt>
                <c:pt idx="277">
                  <c:v>-0.74895572079</c:v>
                </c:pt>
                <c:pt idx="278">
                  <c:v>-0.75470958022</c:v>
                </c:pt>
                <c:pt idx="279">
                  <c:v>-0.7604059656</c:v>
                </c:pt>
                <c:pt idx="280">
                  <c:v>-0.76604444312</c:v>
                </c:pt>
                <c:pt idx="281">
                  <c:v>-0.77162458339</c:v>
                </c:pt>
                <c:pt idx="282">
                  <c:v>-0.77714596146</c:v>
                </c:pt>
                <c:pt idx="283">
                  <c:v>-0.78260815685</c:v>
                </c:pt>
                <c:pt idx="284">
                  <c:v>-0.78801075361</c:v>
                </c:pt>
                <c:pt idx="285">
                  <c:v>-0.79335334029</c:v>
                </c:pt>
                <c:pt idx="286">
                  <c:v>-0.79863551005</c:v>
                </c:pt>
                <c:pt idx="287">
                  <c:v>-0.80385686062</c:v>
                </c:pt>
                <c:pt idx="288">
                  <c:v>-0.80901699437</c:v>
                </c:pt>
                <c:pt idx="289">
                  <c:v>-0.81411551836</c:v>
                </c:pt>
                <c:pt idx="290">
                  <c:v>-0.81915204429</c:v>
                </c:pt>
                <c:pt idx="291">
                  <c:v>-0.82412618862</c:v>
                </c:pt>
                <c:pt idx="292">
                  <c:v>-0.82903757256</c:v>
                </c:pt>
                <c:pt idx="293">
                  <c:v>-0.83388582207</c:v>
                </c:pt>
                <c:pt idx="294">
                  <c:v>-0.83867056795</c:v>
                </c:pt>
                <c:pt idx="295">
                  <c:v>-0.84339144581</c:v>
                </c:pt>
                <c:pt idx="296">
                  <c:v>-0.84804809616</c:v>
                </c:pt>
                <c:pt idx="297">
                  <c:v>-0.85264016435</c:v>
                </c:pt>
                <c:pt idx="298">
                  <c:v>-0.8571673007</c:v>
                </c:pt>
                <c:pt idx="299">
                  <c:v>-0.86162916044</c:v>
                </c:pt>
                <c:pt idx="300">
                  <c:v>-0.86602540378</c:v>
                </c:pt>
                <c:pt idx="301">
                  <c:v>-0.87035569594</c:v>
                </c:pt>
                <c:pt idx="302">
                  <c:v>-0.87461970714</c:v>
                </c:pt>
                <c:pt idx="303">
                  <c:v>-0.87881711266</c:v>
                </c:pt>
                <c:pt idx="304">
                  <c:v>-0.88294759286</c:v>
                </c:pt>
                <c:pt idx="305">
                  <c:v>-0.88701083318</c:v>
                </c:pt>
                <c:pt idx="306">
                  <c:v>-0.89100652419</c:v>
                </c:pt>
                <c:pt idx="307">
                  <c:v>-0.8949343616</c:v>
                </c:pt>
                <c:pt idx="308">
                  <c:v>-0.8987940463</c:v>
                </c:pt>
                <c:pt idx="309">
                  <c:v>-0.90258528435</c:v>
                </c:pt>
                <c:pt idx="310">
                  <c:v>-0.90630778704</c:v>
                </c:pt>
                <c:pt idx="311">
                  <c:v>-0.90996127088</c:v>
                </c:pt>
                <c:pt idx="312">
                  <c:v>-0.91354545764</c:v>
                </c:pt>
                <c:pt idx="313">
                  <c:v>-0.91706007439</c:v>
                </c:pt>
                <c:pt idx="314">
                  <c:v>-0.92050485345</c:v>
                </c:pt>
                <c:pt idx="315">
                  <c:v>-0.92387953251</c:v>
                </c:pt>
                <c:pt idx="316">
                  <c:v>-0.92718385457</c:v>
                </c:pt>
                <c:pt idx="317">
                  <c:v>-0.93041756798</c:v>
                </c:pt>
                <c:pt idx="318">
                  <c:v>-0.9335804265</c:v>
                </c:pt>
                <c:pt idx="319">
                  <c:v>-0.93667218925</c:v>
                </c:pt>
                <c:pt idx="320">
                  <c:v>-0.93969262079</c:v>
                </c:pt>
                <c:pt idx="321">
                  <c:v>-0.94264149109</c:v>
                </c:pt>
                <c:pt idx="322">
                  <c:v>-0.9455185756</c:v>
                </c:pt>
                <c:pt idx="323">
                  <c:v>-0.94832365521</c:v>
                </c:pt>
                <c:pt idx="324">
                  <c:v>-0.9510565163</c:v>
                </c:pt>
                <c:pt idx="325">
                  <c:v>-0.95371695075</c:v>
                </c:pt>
                <c:pt idx="326">
                  <c:v>-0.95630475596</c:v>
                </c:pt>
                <c:pt idx="327">
                  <c:v>-0.95881973487</c:v>
                </c:pt>
                <c:pt idx="328">
                  <c:v>-0.96126169594</c:v>
                </c:pt>
                <c:pt idx="329">
                  <c:v>-0.96363045321</c:v>
                </c:pt>
                <c:pt idx="330">
                  <c:v>-0.96592582629</c:v>
                </c:pt>
                <c:pt idx="331">
                  <c:v>-0.96814764038</c:v>
                </c:pt>
                <c:pt idx="332">
                  <c:v>-0.97029572628</c:v>
                </c:pt>
                <c:pt idx="333">
                  <c:v>-0.9723699204</c:v>
                </c:pt>
                <c:pt idx="334">
                  <c:v>-0.97437006479</c:v>
                </c:pt>
                <c:pt idx="335">
                  <c:v>-0.97629600712</c:v>
                </c:pt>
                <c:pt idx="336">
                  <c:v>-0.97814760073</c:v>
                </c:pt>
                <c:pt idx="337">
                  <c:v>-0.97992470462</c:v>
                </c:pt>
                <c:pt idx="338">
                  <c:v>-0.98162718345</c:v>
                </c:pt>
                <c:pt idx="339">
                  <c:v>-0.98325490756</c:v>
                </c:pt>
                <c:pt idx="340">
                  <c:v>-0.98480775301</c:v>
                </c:pt>
                <c:pt idx="341">
                  <c:v>-0.98628560154</c:v>
                </c:pt>
                <c:pt idx="342">
                  <c:v>-0.9876883406</c:v>
                </c:pt>
                <c:pt idx="343">
                  <c:v>-0.98901586336</c:v>
                </c:pt>
                <c:pt idx="344">
                  <c:v>-0.99026806874</c:v>
                </c:pt>
                <c:pt idx="345">
                  <c:v>-0.99144486137</c:v>
                </c:pt>
                <c:pt idx="346">
                  <c:v>-0.99254615164</c:v>
                </c:pt>
                <c:pt idx="347">
                  <c:v>-0.99357185568</c:v>
                </c:pt>
                <c:pt idx="348">
                  <c:v>-0.99452189537</c:v>
                </c:pt>
                <c:pt idx="349">
                  <c:v>-0.99539619837</c:v>
                </c:pt>
                <c:pt idx="350">
                  <c:v>-0.99619469809</c:v>
                </c:pt>
                <c:pt idx="351">
                  <c:v>-0.99691733373</c:v>
                </c:pt>
                <c:pt idx="352">
                  <c:v>-0.99756405026</c:v>
                </c:pt>
                <c:pt idx="353">
                  <c:v>-0.99813479842</c:v>
                </c:pt>
                <c:pt idx="354">
                  <c:v>-0.99862953475</c:v>
                </c:pt>
                <c:pt idx="355">
                  <c:v>-0.99904822158</c:v>
                </c:pt>
                <c:pt idx="356">
                  <c:v>-0.99939082702</c:v>
                </c:pt>
                <c:pt idx="357">
                  <c:v>-0.99965732498</c:v>
                </c:pt>
                <c:pt idx="358">
                  <c:v>-0.99984769516</c:v>
                </c:pt>
                <c:pt idx="359">
                  <c:v>-0.99996192306</c:v>
                </c:pt>
                <c:pt idx="360">
                  <c:v>-1</c:v>
                </c:pt>
                <c:pt idx="361">
                  <c:v>-0.99996192306</c:v>
                </c:pt>
                <c:pt idx="362">
                  <c:v>-0.99984769516</c:v>
                </c:pt>
                <c:pt idx="363">
                  <c:v>-0.99965732498</c:v>
                </c:pt>
                <c:pt idx="364">
                  <c:v>-0.99939082702</c:v>
                </c:pt>
                <c:pt idx="365">
                  <c:v>-0.99904822158</c:v>
                </c:pt>
                <c:pt idx="366">
                  <c:v>-0.99862953475</c:v>
                </c:pt>
                <c:pt idx="367">
                  <c:v>-0.99813479842</c:v>
                </c:pt>
                <c:pt idx="368">
                  <c:v>-0.99756405026</c:v>
                </c:pt>
                <c:pt idx="369">
                  <c:v>-0.99691733373</c:v>
                </c:pt>
                <c:pt idx="370">
                  <c:v>-0.99619469809</c:v>
                </c:pt>
                <c:pt idx="371">
                  <c:v>-0.99539619837</c:v>
                </c:pt>
                <c:pt idx="372">
                  <c:v>-0.99452189537</c:v>
                </c:pt>
                <c:pt idx="373">
                  <c:v>-0.99357185568</c:v>
                </c:pt>
                <c:pt idx="374">
                  <c:v>-0.99254615164</c:v>
                </c:pt>
                <c:pt idx="375">
                  <c:v>-0.99144486137</c:v>
                </c:pt>
                <c:pt idx="376">
                  <c:v>-0.99026806874</c:v>
                </c:pt>
                <c:pt idx="377">
                  <c:v>-0.98901586336</c:v>
                </c:pt>
                <c:pt idx="378">
                  <c:v>-0.9876883406</c:v>
                </c:pt>
                <c:pt idx="379">
                  <c:v>-0.98628560154</c:v>
                </c:pt>
                <c:pt idx="380">
                  <c:v>-0.98480775301</c:v>
                </c:pt>
                <c:pt idx="381">
                  <c:v>-0.98325490756</c:v>
                </c:pt>
                <c:pt idx="382">
                  <c:v>-0.98162718345</c:v>
                </c:pt>
                <c:pt idx="383">
                  <c:v>-0.97992470462</c:v>
                </c:pt>
                <c:pt idx="384">
                  <c:v>-0.97814760073</c:v>
                </c:pt>
                <c:pt idx="385">
                  <c:v>-0.97629600712</c:v>
                </c:pt>
                <c:pt idx="386">
                  <c:v>-0.97437006479</c:v>
                </c:pt>
                <c:pt idx="387">
                  <c:v>-0.9723699204</c:v>
                </c:pt>
                <c:pt idx="388">
                  <c:v>-0.97029572628</c:v>
                </c:pt>
                <c:pt idx="389">
                  <c:v>-0.96814764038</c:v>
                </c:pt>
                <c:pt idx="390">
                  <c:v>-0.96592582629</c:v>
                </c:pt>
                <c:pt idx="391">
                  <c:v>-0.96363045321</c:v>
                </c:pt>
                <c:pt idx="392">
                  <c:v>-0.96126169594</c:v>
                </c:pt>
                <c:pt idx="393">
                  <c:v>-0.95881973487</c:v>
                </c:pt>
                <c:pt idx="394">
                  <c:v>-0.95630475596</c:v>
                </c:pt>
                <c:pt idx="395">
                  <c:v>-0.95371695075</c:v>
                </c:pt>
                <c:pt idx="396">
                  <c:v>-0.9510565163</c:v>
                </c:pt>
                <c:pt idx="397">
                  <c:v>-0.94832365521</c:v>
                </c:pt>
                <c:pt idx="398">
                  <c:v>-0.9455185756</c:v>
                </c:pt>
                <c:pt idx="399">
                  <c:v>-0.94264149109</c:v>
                </c:pt>
                <c:pt idx="400">
                  <c:v>-0.93969262079</c:v>
                </c:pt>
                <c:pt idx="401">
                  <c:v>-0.93667218925</c:v>
                </c:pt>
                <c:pt idx="402">
                  <c:v>-0.9335804265</c:v>
                </c:pt>
                <c:pt idx="403">
                  <c:v>-0.93041756798</c:v>
                </c:pt>
                <c:pt idx="404">
                  <c:v>-0.92718385457</c:v>
                </c:pt>
                <c:pt idx="405">
                  <c:v>-0.92387953251</c:v>
                </c:pt>
                <c:pt idx="406">
                  <c:v>-0.92050485345</c:v>
                </c:pt>
                <c:pt idx="407">
                  <c:v>-0.91706007439</c:v>
                </c:pt>
                <c:pt idx="408">
                  <c:v>-0.91354545764</c:v>
                </c:pt>
                <c:pt idx="409">
                  <c:v>-0.90996127088</c:v>
                </c:pt>
                <c:pt idx="410">
                  <c:v>-0.90630778704</c:v>
                </c:pt>
                <c:pt idx="411">
                  <c:v>-0.90258528435</c:v>
                </c:pt>
                <c:pt idx="412">
                  <c:v>-0.8987940463</c:v>
                </c:pt>
                <c:pt idx="413">
                  <c:v>-0.8949343616</c:v>
                </c:pt>
                <c:pt idx="414">
                  <c:v>-0.89100652419</c:v>
                </c:pt>
                <c:pt idx="415">
                  <c:v>-0.88701083318</c:v>
                </c:pt>
                <c:pt idx="416">
                  <c:v>-0.88294759286</c:v>
                </c:pt>
                <c:pt idx="417">
                  <c:v>-0.87881711266</c:v>
                </c:pt>
                <c:pt idx="418">
                  <c:v>-0.87461970714</c:v>
                </c:pt>
                <c:pt idx="419">
                  <c:v>-0.87035569594</c:v>
                </c:pt>
                <c:pt idx="420">
                  <c:v>-0.86602540378</c:v>
                </c:pt>
                <c:pt idx="421">
                  <c:v>-0.86162916044</c:v>
                </c:pt>
                <c:pt idx="422">
                  <c:v>-0.8571673007</c:v>
                </c:pt>
                <c:pt idx="423">
                  <c:v>-0.85264016435</c:v>
                </c:pt>
                <c:pt idx="424">
                  <c:v>-0.84804809616</c:v>
                </c:pt>
                <c:pt idx="425">
                  <c:v>-0.84339144581</c:v>
                </c:pt>
                <c:pt idx="426">
                  <c:v>-0.83867056795</c:v>
                </c:pt>
                <c:pt idx="427">
                  <c:v>-0.83388582207</c:v>
                </c:pt>
                <c:pt idx="428">
                  <c:v>-0.82903757256</c:v>
                </c:pt>
                <c:pt idx="429">
                  <c:v>-0.82412618862</c:v>
                </c:pt>
                <c:pt idx="430">
                  <c:v>-0.81915204429</c:v>
                </c:pt>
                <c:pt idx="431">
                  <c:v>-0.81411551836</c:v>
                </c:pt>
                <c:pt idx="432">
                  <c:v>-0.80901699437</c:v>
                </c:pt>
                <c:pt idx="433">
                  <c:v>-0.80385686062</c:v>
                </c:pt>
                <c:pt idx="434">
                  <c:v>-0.79863551005</c:v>
                </c:pt>
                <c:pt idx="435">
                  <c:v>-0.79335334029</c:v>
                </c:pt>
                <c:pt idx="436">
                  <c:v>-0.78801075361</c:v>
                </c:pt>
                <c:pt idx="437">
                  <c:v>-0.78260815685</c:v>
                </c:pt>
                <c:pt idx="438">
                  <c:v>-0.77714596146</c:v>
                </c:pt>
                <c:pt idx="439">
                  <c:v>-0.77162458339</c:v>
                </c:pt>
                <c:pt idx="440">
                  <c:v>-0.76604444312</c:v>
                </c:pt>
                <c:pt idx="441">
                  <c:v>-0.7604059656</c:v>
                </c:pt>
                <c:pt idx="442">
                  <c:v>-0.75470958022</c:v>
                </c:pt>
                <c:pt idx="443">
                  <c:v>-0.74895572079</c:v>
                </c:pt>
                <c:pt idx="444">
                  <c:v>-0.74314482548</c:v>
                </c:pt>
                <c:pt idx="445">
                  <c:v>-0.73727733681</c:v>
                </c:pt>
                <c:pt idx="446">
                  <c:v>-0.73135370162</c:v>
                </c:pt>
                <c:pt idx="447">
                  <c:v>-0.72537437101</c:v>
                </c:pt>
                <c:pt idx="448">
                  <c:v>-0.71933980034</c:v>
                </c:pt>
                <c:pt idx="449">
                  <c:v>-0.71325044915</c:v>
                </c:pt>
                <c:pt idx="450">
                  <c:v>-0.70710678119</c:v>
                </c:pt>
                <c:pt idx="451">
                  <c:v>-0.7009092643</c:v>
                </c:pt>
                <c:pt idx="452">
                  <c:v>-0.69465837046</c:v>
                </c:pt>
                <c:pt idx="453">
                  <c:v>-0.68835457569</c:v>
                </c:pt>
                <c:pt idx="454">
                  <c:v>-0.68199836006</c:v>
                </c:pt>
                <c:pt idx="455">
                  <c:v>-0.67559020762</c:v>
                </c:pt>
                <c:pt idx="456">
                  <c:v>-0.66913060636</c:v>
                </c:pt>
                <c:pt idx="457">
                  <c:v>-0.66262004822</c:v>
                </c:pt>
                <c:pt idx="458">
                  <c:v>-0.65605902899</c:v>
                </c:pt>
                <c:pt idx="459">
                  <c:v>-0.64944804833</c:v>
                </c:pt>
                <c:pt idx="460">
                  <c:v>-0.64278760969</c:v>
                </c:pt>
                <c:pt idx="461">
                  <c:v>-0.63607822028</c:v>
                </c:pt>
                <c:pt idx="462">
                  <c:v>-0.62932039105</c:v>
                </c:pt>
                <c:pt idx="463">
                  <c:v>-0.62251463664</c:v>
                </c:pt>
                <c:pt idx="464">
                  <c:v>-0.61566147533</c:v>
                </c:pt>
                <c:pt idx="465">
                  <c:v>-0.60876142901</c:v>
                </c:pt>
                <c:pt idx="466">
                  <c:v>-0.60181502315</c:v>
                </c:pt>
                <c:pt idx="467">
                  <c:v>-0.59482278675</c:v>
                </c:pt>
                <c:pt idx="468">
                  <c:v>-0.58778525229</c:v>
                </c:pt>
                <c:pt idx="469">
                  <c:v>-0.58070295571</c:v>
                </c:pt>
                <c:pt idx="470">
                  <c:v>-0.57357643635</c:v>
                </c:pt>
                <c:pt idx="471">
                  <c:v>-0.56640623692</c:v>
                </c:pt>
                <c:pt idx="472">
                  <c:v>-0.55919290347</c:v>
                </c:pt>
                <c:pt idx="473">
                  <c:v>-0.55193698531</c:v>
                </c:pt>
                <c:pt idx="474">
                  <c:v>-0.54463903502</c:v>
                </c:pt>
                <c:pt idx="475">
                  <c:v>-0.53729960835</c:v>
                </c:pt>
                <c:pt idx="476">
                  <c:v>-0.52991926423</c:v>
                </c:pt>
                <c:pt idx="477">
                  <c:v>-0.52249856472</c:v>
                </c:pt>
                <c:pt idx="478">
                  <c:v>-0.51503807491</c:v>
                </c:pt>
                <c:pt idx="479">
                  <c:v>-0.50753836296</c:v>
                </c:pt>
                <c:pt idx="480">
                  <c:v>-0.5</c:v>
                </c:pt>
                <c:pt idx="481">
                  <c:v>-0.4924235601</c:v>
                </c:pt>
                <c:pt idx="482">
                  <c:v>-0.48480962025</c:v>
                </c:pt>
                <c:pt idx="483">
                  <c:v>-0.47715876026</c:v>
                </c:pt>
                <c:pt idx="484">
                  <c:v>-0.46947156279</c:v>
                </c:pt>
                <c:pt idx="485">
                  <c:v>-0.46174861324</c:v>
                </c:pt>
                <c:pt idx="486">
                  <c:v>-0.45399049974</c:v>
                </c:pt>
                <c:pt idx="487">
                  <c:v>-0.44619781311</c:v>
                </c:pt>
                <c:pt idx="488">
                  <c:v>-0.43837114679</c:v>
                </c:pt>
                <c:pt idx="489">
                  <c:v>-0.43051109681</c:v>
                </c:pt>
                <c:pt idx="490">
                  <c:v>-0.42261826174</c:v>
                </c:pt>
                <c:pt idx="491">
                  <c:v>-0.41469324266</c:v>
                </c:pt>
                <c:pt idx="492">
                  <c:v>-0.40673664308</c:v>
                </c:pt>
                <c:pt idx="493">
                  <c:v>-0.39874906893</c:v>
                </c:pt>
                <c:pt idx="494">
                  <c:v>-0.39073112849</c:v>
                </c:pt>
                <c:pt idx="495">
                  <c:v>-0.38268343237</c:v>
                </c:pt>
                <c:pt idx="496">
                  <c:v>-0.37460659342</c:v>
                </c:pt>
                <c:pt idx="497">
                  <c:v>-0.36650122672</c:v>
                </c:pt>
                <c:pt idx="498">
                  <c:v>-0.35836794955</c:v>
                </c:pt>
                <c:pt idx="499">
                  <c:v>-0.35020738126</c:v>
                </c:pt>
                <c:pt idx="500">
                  <c:v>-0.34202014333</c:v>
                </c:pt>
                <c:pt idx="501">
                  <c:v>-0.33380685923</c:v>
                </c:pt>
                <c:pt idx="502">
                  <c:v>-0.32556815446</c:v>
                </c:pt>
                <c:pt idx="503">
                  <c:v>-0.31730465641</c:v>
                </c:pt>
                <c:pt idx="504">
                  <c:v>-0.30901699437</c:v>
                </c:pt>
                <c:pt idx="505">
                  <c:v>-0.3007057995</c:v>
                </c:pt>
                <c:pt idx="506">
                  <c:v>-0.29237170472</c:v>
                </c:pt>
                <c:pt idx="507">
                  <c:v>-0.2840153447</c:v>
                </c:pt>
                <c:pt idx="508">
                  <c:v>-0.27563735582</c:v>
                </c:pt>
                <c:pt idx="509">
                  <c:v>-0.26723837608</c:v>
                </c:pt>
                <c:pt idx="510">
                  <c:v>-0.2588190451</c:v>
                </c:pt>
                <c:pt idx="511">
                  <c:v>-0.25038000405</c:v>
                </c:pt>
                <c:pt idx="512">
                  <c:v>-0.2419218956</c:v>
                </c:pt>
                <c:pt idx="513">
                  <c:v>-0.23344536386</c:v>
                </c:pt>
                <c:pt idx="514">
                  <c:v>-0.22495105434</c:v>
                </c:pt>
                <c:pt idx="515">
                  <c:v>-0.21643961394</c:v>
                </c:pt>
                <c:pt idx="516">
                  <c:v>-0.20791169082</c:v>
                </c:pt>
                <c:pt idx="517">
                  <c:v>-0.19936793442</c:v>
                </c:pt>
                <c:pt idx="518">
                  <c:v>-0.19080899538</c:v>
                </c:pt>
                <c:pt idx="519">
                  <c:v>-0.18223552549</c:v>
                </c:pt>
                <c:pt idx="520">
                  <c:v>-0.17364817767</c:v>
                </c:pt>
                <c:pt idx="521">
                  <c:v>-0.16504760586</c:v>
                </c:pt>
                <c:pt idx="522">
                  <c:v>-0.15643446504</c:v>
                </c:pt>
                <c:pt idx="523">
                  <c:v>-0.14780941113</c:v>
                </c:pt>
                <c:pt idx="524">
                  <c:v>-0.13917310096</c:v>
                </c:pt>
                <c:pt idx="525">
                  <c:v>-0.13052619222</c:v>
                </c:pt>
                <c:pt idx="526">
                  <c:v>-0.12186934341</c:v>
                </c:pt>
                <c:pt idx="527">
                  <c:v>-0.11320321377</c:v>
                </c:pt>
                <c:pt idx="528">
                  <c:v>-0.10452846327</c:v>
                </c:pt>
                <c:pt idx="529">
                  <c:v>-0.09584575252</c:v>
                </c:pt>
                <c:pt idx="530">
                  <c:v>-0.087155742748</c:v>
                </c:pt>
                <c:pt idx="531">
                  <c:v>-0.078459095728</c:v>
                </c:pt>
                <c:pt idx="532">
                  <c:v>-0.069756473744</c:v>
                </c:pt>
                <c:pt idx="533">
                  <c:v>-0.061048539535</c:v>
                </c:pt>
                <c:pt idx="534">
                  <c:v>-0.052335956243</c:v>
                </c:pt>
                <c:pt idx="535">
                  <c:v>-0.043619387365</c:v>
                </c:pt>
                <c:pt idx="536">
                  <c:v>-0.034899496703</c:v>
                </c:pt>
                <c:pt idx="537">
                  <c:v>-0.026176948308</c:v>
                </c:pt>
                <c:pt idx="538">
                  <c:v>-0.017452406437</c:v>
                </c:pt>
                <c:pt idx="539">
                  <c:v>-0.0087265354984</c:v>
                </c:pt>
                <c:pt idx="540">
                  <c:v>0</c:v>
                </c:pt>
                <c:pt idx="541">
                  <c:v>0.0087265354984</c:v>
                </c:pt>
                <c:pt idx="542">
                  <c:v>0.017452406437</c:v>
                </c:pt>
                <c:pt idx="543">
                  <c:v>0.026176948308</c:v>
                </c:pt>
                <c:pt idx="544">
                  <c:v>0.034899496703</c:v>
                </c:pt>
                <c:pt idx="545">
                  <c:v>0.043619387365</c:v>
                </c:pt>
                <c:pt idx="546">
                  <c:v>0.052335956243</c:v>
                </c:pt>
                <c:pt idx="547">
                  <c:v>0.061048539535</c:v>
                </c:pt>
                <c:pt idx="548">
                  <c:v>0.069756473744</c:v>
                </c:pt>
                <c:pt idx="549">
                  <c:v>0.078459095728</c:v>
                </c:pt>
                <c:pt idx="550">
                  <c:v>0.087155742748</c:v>
                </c:pt>
                <c:pt idx="551">
                  <c:v>0.09584575252</c:v>
                </c:pt>
                <c:pt idx="552">
                  <c:v>0.10452846327</c:v>
                </c:pt>
                <c:pt idx="553">
                  <c:v>0.11320321377</c:v>
                </c:pt>
                <c:pt idx="554">
                  <c:v>0.12186934341</c:v>
                </c:pt>
                <c:pt idx="555">
                  <c:v>0.13052619222</c:v>
                </c:pt>
                <c:pt idx="556">
                  <c:v>0.13917310096</c:v>
                </c:pt>
                <c:pt idx="557">
                  <c:v>0.14780941113</c:v>
                </c:pt>
                <c:pt idx="558">
                  <c:v>0.15643446504</c:v>
                </c:pt>
                <c:pt idx="559">
                  <c:v>0.16504760586</c:v>
                </c:pt>
                <c:pt idx="560">
                  <c:v>0.17364817767</c:v>
                </c:pt>
                <c:pt idx="561">
                  <c:v>0.18223552549</c:v>
                </c:pt>
                <c:pt idx="562">
                  <c:v>0.19080899538</c:v>
                </c:pt>
                <c:pt idx="563">
                  <c:v>0.19936793442</c:v>
                </c:pt>
                <c:pt idx="564">
                  <c:v>0.20791169082</c:v>
                </c:pt>
                <c:pt idx="565">
                  <c:v>0.21643961394</c:v>
                </c:pt>
                <c:pt idx="566">
                  <c:v>0.22495105434</c:v>
                </c:pt>
                <c:pt idx="567">
                  <c:v>0.23344536386</c:v>
                </c:pt>
                <c:pt idx="568">
                  <c:v>0.2419218956</c:v>
                </c:pt>
                <c:pt idx="569">
                  <c:v>0.25038000405</c:v>
                </c:pt>
                <c:pt idx="570">
                  <c:v>0.2588190451</c:v>
                </c:pt>
                <c:pt idx="571">
                  <c:v>0.26723837608</c:v>
                </c:pt>
                <c:pt idx="572">
                  <c:v>0.27563735582</c:v>
                </c:pt>
                <c:pt idx="573">
                  <c:v>0.2840153447</c:v>
                </c:pt>
                <c:pt idx="574">
                  <c:v>0.29237170472</c:v>
                </c:pt>
                <c:pt idx="575">
                  <c:v>0.3007057995</c:v>
                </c:pt>
                <c:pt idx="576">
                  <c:v>0.30901699437</c:v>
                </c:pt>
                <c:pt idx="577">
                  <c:v>0.31730465641</c:v>
                </c:pt>
                <c:pt idx="578">
                  <c:v>0.32556815446</c:v>
                </c:pt>
                <c:pt idx="579">
                  <c:v>0.33380685923</c:v>
                </c:pt>
                <c:pt idx="580">
                  <c:v>0.34202014333</c:v>
                </c:pt>
                <c:pt idx="581">
                  <c:v>0.35020738126</c:v>
                </c:pt>
                <c:pt idx="582">
                  <c:v>0.35836794955</c:v>
                </c:pt>
                <c:pt idx="583">
                  <c:v>0.36650122672</c:v>
                </c:pt>
                <c:pt idx="584">
                  <c:v>0.37460659342</c:v>
                </c:pt>
                <c:pt idx="585">
                  <c:v>0.38268343237</c:v>
                </c:pt>
                <c:pt idx="586">
                  <c:v>0.39073112849</c:v>
                </c:pt>
                <c:pt idx="587">
                  <c:v>0.39874906893</c:v>
                </c:pt>
                <c:pt idx="588">
                  <c:v>0.40673664308</c:v>
                </c:pt>
                <c:pt idx="589">
                  <c:v>0.41469324266</c:v>
                </c:pt>
                <c:pt idx="590">
                  <c:v>0.42261826174</c:v>
                </c:pt>
                <c:pt idx="591">
                  <c:v>0.43051109681</c:v>
                </c:pt>
                <c:pt idx="592">
                  <c:v>0.43837114679</c:v>
                </c:pt>
                <c:pt idx="593">
                  <c:v>0.44619781311</c:v>
                </c:pt>
                <c:pt idx="594">
                  <c:v>0.45399049974</c:v>
                </c:pt>
                <c:pt idx="595">
                  <c:v>0.46174861324</c:v>
                </c:pt>
                <c:pt idx="596">
                  <c:v>0.46947156279</c:v>
                </c:pt>
                <c:pt idx="597">
                  <c:v>0.47715876026</c:v>
                </c:pt>
                <c:pt idx="598">
                  <c:v>0.48480962025</c:v>
                </c:pt>
                <c:pt idx="599">
                  <c:v>0.4924235601</c:v>
                </c:pt>
                <c:pt idx="600">
                  <c:v>0.5</c:v>
                </c:pt>
                <c:pt idx="601">
                  <c:v>0.50753836296</c:v>
                </c:pt>
                <c:pt idx="602">
                  <c:v>0.51503807491</c:v>
                </c:pt>
                <c:pt idx="603">
                  <c:v>0.52249856472</c:v>
                </c:pt>
                <c:pt idx="604">
                  <c:v>0.52991926423</c:v>
                </c:pt>
                <c:pt idx="605">
                  <c:v>0.53729960835</c:v>
                </c:pt>
                <c:pt idx="606">
                  <c:v>0.54463903502</c:v>
                </c:pt>
                <c:pt idx="607">
                  <c:v>0.55193698531</c:v>
                </c:pt>
                <c:pt idx="608">
                  <c:v>0.55919290347</c:v>
                </c:pt>
                <c:pt idx="609">
                  <c:v>0.56640623692</c:v>
                </c:pt>
                <c:pt idx="610">
                  <c:v>0.57357643635</c:v>
                </c:pt>
                <c:pt idx="611">
                  <c:v>0.58070295571</c:v>
                </c:pt>
                <c:pt idx="612">
                  <c:v>0.58778525229</c:v>
                </c:pt>
                <c:pt idx="613">
                  <c:v>0.59482278675</c:v>
                </c:pt>
                <c:pt idx="614">
                  <c:v>0.60181502315</c:v>
                </c:pt>
                <c:pt idx="615">
                  <c:v>0.60876142901</c:v>
                </c:pt>
                <c:pt idx="616">
                  <c:v>0.61566147533</c:v>
                </c:pt>
                <c:pt idx="617">
                  <c:v>0.62251463664</c:v>
                </c:pt>
                <c:pt idx="618">
                  <c:v>0.62932039105</c:v>
                </c:pt>
                <c:pt idx="619">
                  <c:v>0.63607822028</c:v>
                </c:pt>
                <c:pt idx="620">
                  <c:v>0.64278760969</c:v>
                </c:pt>
                <c:pt idx="621">
                  <c:v>0.64944804833</c:v>
                </c:pt>
                <c:pt idx="622">
                  <c:v>0.65605902899</c:v>
                </c:pt>
                <c:pt idx="623">
                  <c:v>0.66262004822</c:v>
                </c:pt>
                <c:pt idx="624">
                  <c:v>0.66913060636</c:v>
                </c:pt>
                <c:pt idx="625">
                  <c:v>0.67559020762</c:v>
                </c:pt>
                <c:pt idx="626">
                  <c:v>0.68199836006</c:v>
                </c:pt>
                <c:pt idx="627">
                  <c:v>0.68835457569</c:v>
                </c:pt>
                <c:pt idx="628">
                  <c:v>0.69465837046</c:v>
                </c:pt>
                <c:pt idx="629">
                  <c:v>0.7009092643</c:v>
                </c:pt>
                <c:pt idx="630">
                  <c:v>0.70710678119</c:v>
                </c:pt>
                <c:pt idx="631">
                  <c:v>0.71325044915</c:v>
                </c:pt>
                <c:pt idx="632">
                  <c:v>0.71933980034</c:v>
                </c:pt>
                <c:pt idx="633">
                  <c:v>0.72537437101</c:v>
                </c:pt>
                <c:pt idx="634">
                  <c:v>0.73135370162</c:v>
                </c:pt>
                <c:pt idx="635">
                  <c:v>0.73727733681</c:v>
                </c:pt>
                <c:pt idx="636">
                  <c:v>0.74314482548</c:v>
                </c:pt>
                <c:pt idx="637">
                  <c:v>0.74895572079</c:v>
                </c:pt>
                <c:pt idx="638">
                  <c:v>0.75470958022</c:v>
                </c:pt>
                <c:pt idx="639">
                  <c:v>0.7604059656</c:v>
                </c:pt>
                <c:pt idx="640">
                  <c:v>0.76604444312</c:v>
                </c:pt>
                <c:pt idx="641">
                  <c:v>0.77162458339</c:v>
                </c:pt>
                <c:pt idx="642">
                  <c:v>0.77714596146</c:v>
                </c:pt>
                <c:pt idx="643">
                  <c:v>0.78260815685</c:v>
                </c:pt>
                <c:pt idx="644">
                  <c:v>0.78801075361</c:v>
                </c:pt>
                <c:pt idx="645">
                  <c:v>0.79335334029</c:v>
                </c:pt>
                <c:pt idx="646">
                  <c:v>0.79863551005</c:v>
                </c:pt>
                <c:pt idx="647">
                  <c:v>0.80385686062</c:v>
                </c:pt>
                <c:pt idx="648">
                  <c:v>0.80901699437</c:v>
                </c:pt>
                <c:pt idx="649">
                  <c:v>0.81411551836</c:v>
                </c:pt>
                <c:pt idx="650">
                  <c:v>0.81915204429</c:v>
                </c:pt>
                <c:pt idx="651">
                  <c:v>0.82412618862</c:v>
                </c:pt>
                <c:pt idx="652">
                  <c:v>0.82903757256</c:v>
                </c:pt>
                <c:pt idx="653">
                  <c:v>0.83388582207</c:v>
                </c:pt>
                <c:pt idx="654">
                  <c:v>0.83867056795</c:v>
                </c:pt>
                <c:pt idx="655">
                  <c:v>0.84339144581</c:v>
                </c:pt>
                <c:pt idx="656">
                  <c:v>0.84804809616</c:v>
                </c:pt>
                <c:pt idx="657">
                  <c:v>0.85264016435</c:v>
                </c:pt>
                <c:pt idx="658">
                  <c:v>0.8571673007</c:v>
                </c:pt>
                <c:pt idx="659">
                  <c:v>0.86162916044</c:v>
                </c:pt>
                <c:pt idx="660">
                  <c:v>0.86602540378</c:v>
                </c:pt>
                <c:pt idx="661">
                  <c:v>0.87035569594</c:v>
                </c:pt>
                <c:pt idx="662">
                  <c:v>0.87461970714</c:v>
                </c:pt>
                <c:pt idx="663">
                  <c:v>0.87881711266</c:v>
                </c:pt>
                <c:pt idx="664">
                  <c:v>0.88294759286</c:v>
                </c:pt>
                <c:pt idx="665">
                  <c:v>0.88701083318</c:v>
                </c:pt>
                <c:pt idx="666">
                  <c:v>0.89100652419</c:v>
                </c:pt>
                <c:pt idx="667">
                  <c:v>0.8949343616</c:v>
                </c:pt>
                <c:pt idx="668">
                  <c:v>0.8987940463</c:v>
                </c:pt>
                <c:pt idx="669">
                  <c:v>0.90258528435</c:v>
                </c:pt>
                <c:pt idx="670">
                  <c:v>0.90630778704</c:v>
                </c:pt>
                <c:pt idx="671">
                  <c:v>0.90996127088</c:v>
                </c:pt>
                <c:pt idx="672">
                  <c:v>0.91354545764</c:v>
                </c:pt>
                <c:pt idx="673">
                  <c:v>0.91706007439</c:v>
                </c:pt>
                <c:pt idx="674">
                  <c:v>0.92050485345</c:v>
                </c:pt>
                <c:pt idx="675">
                  <c:v>0.92387953251</c:v>
                </c:pt>
                <c:pt idx="676">
                  <c:v>0.92718385457</c:v>
                </c:pt>
                <c:pt idx="677">
                  <c:v>0.93041756798</c:v>
                </c:pt>
                <c:pt idx="678">
                  <c:v>0.9335804265</c:v>
                </c:pt>
                <c:pt idx="679">
                  <c:v>0.93667218925</c:v>
                </c:pt>
                <c:pt idx="680">
                  <c:v>0.93969262079</c:v>
                </c:pt>
                <c:pt idx="681">
                  <c:v>0.94264149109</c:v>
                </c:pt>
                <c:pt idx="682">
                  <c:v>0.9455185756</c:v>
                </c:pt>
                <c:pt idx="683">
                  <c:v>0.94832365521</c:v>
                </c:pt>
                <c:pt idx="684">
                  <c:v>0.9510565163</c:v>
                </c:pt>
                <c:pt idx="685">
                  <c:v>0.95371695075</c:v>
                </c:pt>
                <c:pt idx="686">
                  <c:v>0.95630475596</c:v>
                </c:pt>
                <c:pt idx="687">
                  <c:v>0.95881973487</c:v>
                </c:pt>
                <c:pt idx="688">
                  <c:v>0.96126169594</c:v>
                </c:pt>
                <c:pt idx="689">
                  <c:v>0.96363045321</c:v>
                </c:pt>
                <c:pt idx="690">
                  <c:v>0.96592582629</c:v>
                </c:pt>
                <c:pt idx="691">
                  <c:v>0.96814764038</c:v>
                </c:pt>
                <c:pt idx="692">
                  <c:v>0.97029572628</c:v>
                </c:pt>
                <c:pt idx="693">
                  <c:v>0.9723699204</c:v>
                </c:pt>
                <c:pt idx="694">
                  <c:v>0.97437006479</c:v>
                </c:pt>
                <c:pt idx="695">
                  <c:v>0.97629600712</c:v>
                </c:pt>
                <c:pt idx="696">
                  <c:v>0.97814760073</c:v>
                </c:pt>
                <c:pt idx="697">
                  <c:v>0.97992470462</c:v>
                </c:pt>
                <c:pt idx="698">
                  <c:v>0.98162718345</c:v>
                </c:pt>
                <c:pt idx="699">
                  <c:v>0.98325490756</c:v>
                </c:pt>
                <c:pt idx="700">
                  <c:v>0.98480775301</c:v>
                </c:pt>
                <c:pt idx="701">
                  <c:v>0.98628560154</c:v>
                </c:pt>
                <c:pt idx="702">
                  <c:v>0.9876883406</c:v>
                </c:pt>
                <c:pt idx="703">
                  <c:v>0.98901586336</c:v>
                </c:pt>
                <c:pt idx="704">
                  <c:v>0.99026806874</c:v>
                </c:pt>
                <c:pt idx="705">
                  <c:v>0.99144486137</c:v>
                </c:pt>
                <c:pt idx="706">
                  <c:v>0.99254615164</c:v>
                </c:pt>
                <c:pt idx="707">
                  <c:v>0.99357185568</c:v>
                </c:pt>
                <c:pt idx="708">
                  <c:v>0.99452189537</c:v>
                </c:pt>
                <c:pt idx="709">
                  <c:v>0.99539619837</c:v>
                </c:pt>
                <c:pt idx="710">
                  <c:v>0.99619469809</c:v>
                </c:pt>
                <c:pt idx="711">
                  <c:v>0.99691733373</c:v>
                </c:pt>
                <c:pt idx="712">
                  <c:v>0.99756405026</c:v>
                </c:pt>
                <c:pt idx="713">
                  <c:v>0.99813479842</c:v>
                </c:pt>
                <c:pt idx="714">
                  <c:v>0.99862953475</c:v>
                </c:pt>
                <c:pt idx="715">
                  <c:v>0.99904822158</c:v>
                </c:pt>
                <c:pt idx="716">
                  <c:v>0.99939082702</c:v>
                </c:pt>
                <c:pt idx="717">
                  <c:v>0.99965732498</c:v>
                </c:pt>
                <c:pt idx="718">
                  <c:v>0.99984769516</c:v>
                </c:pt>
                <c:pt idx="719">
                  <c:v>0.99996192306</c:v>
                </c:pt>
                <c:pt idx="720">
                  <c:v>1</c:v>
                </c:pt>
              </c:numCache>
            </c:numRef>
          </c:xVal>
          <c:yVal>
            <c:numRef>
              <c:f>'Chart Data'!$B$2:$B$722</c:f>
              <c:numCache>
                <c:formatCode>0.0</c:formatCode>
                <c:ptCount val="721"/>
                <c:pt idx="0">
                  <c:v>0.4</c:v>
                </c:pt>
                <c:pt idx="1">
                  <c:v>0.4087265355</c:v>
                </c:pt>
                <c:pt idx="2">
                  <c:v>0.41745240644</c:v>
                </c:pt>
                <c:pt idx="3">
                  <c:v>0.42617694831</c:v>
                </c:pt>
                <c:pt idx="4">
                  <c:v>0.4348994967</c:v>
                </c:pt>
                <c:pt idx="5">
                  <c:v>0.44361938737</c:v>
                </c:pt>
                <c:pt idx="6">
                  <c:v>0.45233595624</c:v>
                </c:pt>
                <c:pt idx="7">
                  <c:v>0.46104853953</c:v>
                </c:pt>
                <c:pt idx="8">
                  <c:v>0.46975647374</c:v>
                </c:pt>
                <c:pt idx="9">
                  <c:v>0.47845909573</c:v>
                </c:pt>
                <c:pt idx="10">
                  <c:v>0.48715574275</c:v>
                </c:pt>
                <c:pt idx="11">
                  <c:v>0.49584575252</c:v>
                </c:pt>
                <c:pt idx="12">
                  <c:v>0.50452846327</c:v>
                </c:pt>
                <c:pt idx="13">
                  <c:v>0.51320321377</c:v>
                </c:pt>
                <c:pt idx="14">
                  <c:v>0.52186934341</c:v>
                </c:pt>
                <c:pt idx="15">
                  <c:v>0.53052619222</c:v>
                </c:pt>
                <c:pt idx="16">
                  <c:v>0.53917310096</c:v>
                </c:pt>
                <c:pt idx="17">
                  <c:v>0.54780941113</c:v>
                </c:pt>
                <c:pt idx="18">
                  <c:v>0.55643446504</c:v>
                </c:pt>
                <c:pt idx="19">
                  <c:v>0.56504760586</c:v>
                </c:pt>
                <c:pt idx="20">
                  <c:v>0.57364817767</c:v>
                </c:pt>
                <c:pt idx="21">
                  <c:v>0.58223552549</c:v>
                </c:pt>
                <c:pt idx="22">
                  <c:v>0.59080899538</c:v>
                </c:pt>
                <c:pt idx="23">
                  <c:v>0.59936793442</c:v>
                </c:pt>
                <c:pt idx="24">
                  <c:v>0.60791169082</c:v>
                </c:pt>
                <c:pt idx="25">
                  <c:v>0.61643961394</c:v>
                </c:pt>
                <c:pt idx="26">
                  <c:v>0.62495105434</c:v>
                </c:pt>
                <c:pt idx="27">
                  <c:v>0.63344536386</c:v>
                </c:pt>
                <c:pt idx="28">
                  <c:v>0.6419218956</c:v>
                </c:pt>
                <c:pt idx="29">
                  <c:v>0.65038000405</c:v>
                </c:pt>
                <c:pt idx="30">
                  <c:v>0.6588190451</c:v>
                </c:pt>
                <c:pt idx="31">
                  <c:v>0.66723837608</c:v>
                </c:pt>
                <c:pt idx="32">
                  <c:v>0.67563735582</c:v>
                </c:pt>
                <c:pt idx="33">
                  <c:v>0.6840153447</c:v>
                </c:pt>
                <c:pt idx="34">
                  <c:v>0.69237170472</c:v>
                </c:pt>
                <c:pt idx="35">
                  <c:v>0.7007057995</c:v>
                </c:pt>
                <c:pt idx="36">
                  <c:v>0.70901699437</c:v>
                </c:pt>
                <c:pt idx="37">
                  <c:v>0.71730465641</c:v>
                </c:pt>
                <c:pt idx="38">
                  <c:v>0.72556815446</c:v>
                </c:pt>
                <c:pt idx="39">
                  <c:v>0.73380685923</c:v>
                </c:pt>
                <c:pt idx="40">
                  <c:v>0.74202014333</c:v>
                </c:pt>
                <c:pt idx="41">
                  <c:v>0.75020738126</c:v>
                </c:pt>
                <c:pt idx="42">
                  <c:v>0.75836794955</c:v>
                </c:pt>
                <c:pt idx="43">
                  <c:v>0.76650122672</c:v>
                </c:pt>
                <c:pt idx="44">
                  <c:v>0.77460659342</c:v>
                </c:pt>
                <c:pt idx="45">
                  <c:v>0.78268343237</c:v>
                </c:pt>
                <c:pt idx="46">
                  <c:v>0.79073112849</c:v>
                </c:pt>
                <c:pt idx="47">
                  <c:v>0.79874906893</c:v>
                </c:pt>
                <c:pt idx="48">
                  <c:v>0.80673664308</c:v>
                </c:pt>
                <c:pt idx="49">
                  <c:v>0.81469324266</c:v>
                </c:pt>
                <c:pt idx="50">
                  <c:v>0.82261826174</c:v>
                </c:pt>
                <c:pt idx="51">
                  <c:v>0.83051109681</c:v>
                </c:pt>
                <c:pt idx="52">
                  <c:v>0.83837114679</c:v>
                </c:pt>
                <c:pt idx="53">
                  <c:v>0.84619781311</c:v>
                </c:pt>
                <c:pt idx="54">
                  <c:v>0.85399049974</c:v>
                </c:pt>
                <c:pt idx="55">
                  <c:v>0.86174861324</c:v>
                </c:pt>
                <c:pt idx="56">
                  <c:v>0.86947156279</c:v>
                </c:pt>
                <c:pt idx="57">
                  <c:v>0.87715876026</c:v>
                </c:pt>
                <c:pt idx="58">
                  <c:v>0.88480962025</c:v>
                </c:pt>
                <c:pt idx="59">
                  <c:v>0.8924235601</c:v>
                </c:pt>
                <c:pt idx="60">
                  <c:v>0.9</c:v>
                </c:pt>
                <c:pt idx="61">
                  <c:v>0.90753836296</c:v>
                </c:pt>
                <c:pt idx="62">
                  <c:v>0.91503807491</c:v>
                </c:pt>
                <c:pt idx="63">
                  <c:v>0.92249856472</c:v>
                </c:pt>
                <c:pt idx="64">
                  <c:v>0.92991926423</c:v>
                </c:pt>
                <c:pt idx="65">
                  <c:v>0.93729960835</c:v>
                </c:pt>
                <c:pt idx="66">
                  <c:v>0.94463903502</c:v>
                </c:pt>
                <c:pt idx="67">
                  <c:v>0.95193698531</c:v>
                </c:pt>
                <c:pt idx="68">
                  <c:v>0.95919290347</c:v>
                </c:pt>
                <c:pt idx="69">
                  <c:v>0.96640623692</c:v>
                </c:pt>
                <c:pt idx="70">
                  <c:v>0.97357643635</c:v>
                </c:pt>
                <c:pt idx="71">
                  <c:v>0.98070295571</c:v>
                </c:pt>
                <c:pt idx="72">
                  <c:v>0.98778525229</c:v>
                </c:pt>
                <c:pt idx="73">
                  <c:v>0.99482278675</c:v>
                </c:pt>
                <c:pt idx="74">
                  <c:v>1.0018150232</c:v>
                </c:pt>
                <c:pt idx="75">
                  <c:v>1.008761429</c:v>
                </c:pt>
                <c:pt idx="76">
                  <c:v>1.0156614753</c:v>
                </c:pt>
                <c:pt idx="77">
                  <c:v>1.0225146366</c:v>
                </c:pt>
                <c:pt idx="78">
                  <c:v>1.029320391</c:v>
                </c:pt>
                <c:pt idx="79">
                  <c:v>1.0360782203</c:v>
                </c:pt>
                <c:pt idx="80">
                  <c:v>1.0427876097</c:v>
                </c:pt>
                <c:pt idx="81">
                  <c:v>1.0494480483</c:v>
                </c:pt>
                <c:pt idx="82">
                  <c:v>1.056059029</c:v>
                </c:pt>
                <c:pt idx="83">
                  <c:v>1.0626200482</c:v>
                </c:pt>
                <c:pt idx="84">
                  <c:v>1.0691306064</c:v>
                </c:pt>
                <c:pt idx="85">
                  <c:v>1.0755902076</c:v>
                </c:pt>
                <c:pt idx="86">
                  <c:v>1.0819983601</c:v>
                </c:pt>
                <c:pt idx="87">
                  <c:v>1.0883545757</c:v>
                </c:pt>
                <c:pt idx="88">
                  <c:v>1.0946583705</c:v>
                </c:pt>
                <c:pt idx="89">
                  <c:v>1.1009092643</c:v>
                </c:pt>
                <c:pt idx="90">
                  <c:v>1.1071067812</c:v>
                </c:pt>
                <c:pt idx="91">
                  <c:v>1.1132504492</c:v>
                </c:pt>
                <c:pt idx="92">
                  <c:v>1.1193398003</c:v>
                </c:pt>
                <c:pt idx="93">
                  <c:v>1.125374371</c:v>
                </c:pt>
                <c:pt idx="94">
                  <c:v>1.1313537016</c:v>
                </c:pt>
                <c:pt idx="95">
                  <c:v>1.1372773368</c:v>
                </c:pt>
                <c:pt idx="96">
                  <c:v>1.1431448255</c:v>
                </c:pt>
                <c:pt idx="97">
                  <c:v>1.1489557208</c:v>
                </c:pt>
                <c:pt idx="98">
                  <c:v>1.1547095802</c:v>
                </c:pt>
                <c:pt idx="99">
                  <c:v>1.1604059656</c:v>
                </c:pt>
                <c:pt idx="100">
                  <c:v>1.1660444431</c:v>
                </c:pt>
                <c:pt idx="101">
                  <c:v>1.1716245834</c:v>
                </c:pt>
                <c:pt idx="102">
                  <c:v>1.1771459615</c:v>
                </c:pt>
                <c:pt idx="103">
                  <c:v>1.1826081569</c:v>
                </c:pt>
                <c:pt idx="104">
                  <c:v>1.1880107536</c:v>
                </c:pt>
                <c:pt idx="105">
                  <c:v>1.1933533403</c:v>
                </c:pt>
                <c:pt idx="106">
                  <c:v>1.19863551</c:v>
                </c:pt>
                <c:pt idx="107">
                  <c:v>1.2038568606</c:v>
                </c:pt>
                <c:pt idx="108">
                  <c:v>1.2090169944</c:v>
                </c:pt>
                <c:pt idx="109">
                  <c:v>1.2141155184</c:v>
                </c:pt>
                <c:pt idx="110">
                  <c:v>1.2191520443</c:v>
                </c:pt>
                <c:pt idx="111">
                  <c:v>1.2241261886</c:v>
                </c:pt>
                <c:pt idx="112">
                  <c:v>1.2290375726</c:v>
                </c:pt>
                <c:pt idx="113">
                  <c:v>1.2338858221</c:v>
                </c:pt>
                <c:pt idx="114">
                  <c:v>1.2386705679</c:v>
                </c:pt>
                <c:pt idx="115">
                  <c:v>1.2433914458</c:v>
                </c:pt>
                <c:pt idx="116">
                  <c:v>1.2480480962</c:v>
                </c:pt>
                <c:pt idx="117">
                  <c:v>1.2526401644</c:v>
                </c:pt>
                <c:pt idx="118">
                  <c:v>1.2571673007</c:v>
                </c:pt>
                <c:pt idx="119">
                  <c:v>1.2616291604</c:v>
                </c:pt>
                <c:pt idx="120">
                  <c:v>1.2660254038</c:v>
                </c:pt>
                <c:pt idx="121">
                  <c:v>1.2703556959</c:v>
                </c:pt>
                <c:pt idx="122">
                  <c:v>1.2746197071</c:v>
                </c:pt>
                <c:pt idx="123">
                  <c:v>1.2788171127</c:v>
                </c:pt>
                <c:pt idx="124">
                  <c:v>1.2829475929</c:v>
                </c:pt>
                <c:pt idx="125">
                  <c:v>1.2870108332</c:v>
                </c:pt>
                <c:pt idx="126">
                  <c:v>1.2910065242</c:v>
                </c:pt>
                <c:pt idx="127">
                  <c:v>1.2949343616</c:v>
                </c:pt>
                <c:pt idx="128">
                  <c:v>1.2987940463</c:v>
                </c:pt>
                <c:pt idx="129">
                  <c:v>1.3025852843</c:v>
                </c:pt>
                <c:pt idx="130">
                  <c:v>1.306307787</c:v>
                </c:pt>
                <c:pt idx="131">
                  <c:v>1.3099612709</c:v>
                </c:pt>
                <c:pt idx="132">
                  <c:v>1.3135454576</c:v>
                </c:pt>
                <c:pt idx="133">
                  <c:v>1.3170600744</c:v>
                </c:pt>
                <c:pt idx="134">
                  <c:v>1.3205048535</c:v>
                </c:pt>
                <c:pt idx="135">
                  <c:v>1.3238795325</c:v>
                </c:pt>
                <c:pt idx="136">
                  <c:v>1.3271838546</c:v>
                </c:pt>
                <c:pt idx="137">
                  <c:v>1.330417568</c:v>
                </c:pt>
                <c:pt idx="138">
                  <c:v>1.3335804265</c:v>
                </c:pt>
                <c:pt idx="139">
                  <c:v>1.3366721892</c:v>
                </c:pt>
                <c:pt idx="140">
                  <c:v>1.3396926208</c:v>
                </c:pt>
                <c:pt idx="141">
                  <c:v>1.3426414911</c:v>
                </c:pt>
                <c:pt idx="142">
                  <c:v>1.3455185756</c:v>
                </c:pt>
                <c:pt idx="143">
                  <c:v>1.3483236552</c:v>
                </c:pt>
                <c:pt idx="144">
                  <c:v>1.3510565163</c:v>
                </c:pt>
                <c:pt idx="145">
                  <c:v>1.3537169507</c:v>
                </c:pt>
                <c:pt idx="146">
                  <c:v>1.356304756</c:v>
                </c:pt>
                <c:pt idx="147">
                  <c:v>1.3588197349</c:v>
                </c:pt>
                <c:pt idx="148">
                  <c:v>1.3612616959</c:v>
                </c:pt>
                <c:pt idx="149">
                  <c:v>1.3636304532</c:v>
                </c:pt>
                <c:pt idx="150">
                  <c:v>1.3659258263</c:v>
                </c:pt>
                <c:pt idx="151">
                  <c:v>1.3681476404</c:v>
                </c:pt>
                <c:pt idx="152">
                  <c:v>1.3702957263</c:v>
                </c:pt>
                <c:pt idx="153">
                  <c:v>1.3723699204</c:v>
                </c:pt>
                <c:pt idx="154">
                  <c:v>1.3743700648</c:v>
                </c:pt>
                <c:pt idx="155">
                  <c:v>1.3762960071</c:v>
                </c:pt>
                <c:pt idx="156">
                  <c:v>1.3781476007</c:v>
                </c:pt>
                <c:pt idx="157">
                  <c:v>1.3799247046</c:v>
                </c:pt>
                <c:pt idx="158">
                  <c:v>1.3816271834</c:v>
                </c:pt>
                <c:pt idx="159">
                  <c:v>1.3832549076</c:v>
                </c:pt>
                <c:pt idx="160">
                  <c:v>1.384807753</c:v>
                </c:pt>
                <c:pt idx="161">
                  <c:v>1.3862856015</c:v>
                </c:pt>
                <c:pt idx="162">
                  <c:v>1.3876883406</c:v>
                </c:pt>
                <c:pt idx="163">
                  <c:v>1.3890158634</c:v>
                </c:pt>
                <c:pt idx="164">
                  <c:v>1.3902680687</c:v>
                </c:pt>
                <c:pt idx="165">
                  <c:v>1.3914448614</c:v>
                </c:pt>
                <c:pt idx="166">
                  <c:v>1.3925461516</c:v>
                </c:pt>
                <c:pt idx="167">
                  <c:v>1.3935718557</c:v>
                </c:pt>
                <c:pt idx="168">
                  <c:v>1.3945218954</c:v>
                </c:pt>
                <c:pt idx="169">
                  <c:v>1.3953961984</c:v>
                </c:pt>
                <c:pt idx="170">
                  <c:v>1.3961946981</c:v>
                </c:pt>
                <c:pt idx="171">
                  <c:v>1.3969173337</c:v>
                </c:pt>
                <c:pt idx="172">
                  <c:v>1.3975640503</c:v>
                </c:pt>
                <c:pt idx="173">
                  <c:v>1.3981347984</c:v>
                </c:pt>
                <c:pt idx="174">
                  <c:v>1.3986295348</c:v>
                </c:pt>
                <c:pt idx="175">
                  <c:v>1.3990482216</c:v>
                </c:pt>
                <c:pt idx="176">
                  <c:v>1.399390827</c:v>
                </c:pt>
                <c:pt idx="177">
                  <c:v>1.399657325</c:v>
                </c:pt>
                <c:pt idx="178">
                  <c:v>1.3998476952</c:v>
                </c:pt>
                <c:pt idx="179">
                  <c:v>1.3999619231</c:v>
                </c:pt>
                <c:pt idx="180">
                  <c:v>1.4</c:v>
                </c:pt>
                <c:pt idx="181">
                  <c:v>1.3999619231</c:v>
                </c:pt>
                <c:pt idx="182">
                  <c:v>1.3998476952</c:v>
                </c:pt>
                <c:pt idx="183">
                  <c:v>1.399657325</c:v>
                </c:pt>
                <c:pt idx="184">
                  <c:v>1.399390827</c:v>
                </c:pt>
                <c:pt idx="185">
                  <c:v>1.3990482216</c:v>
                </c:pt>
                <c:pt idx="186">
                  <c:v>1.3986295348</c:v>
                </c:pt>
                <c:pt idx="187">
                  <c:v>1.3981347984</c:v>
                </c:pt>
                <c:pt idx="188">
                  <c:v>1.3975640503</c:v>
                </c:pt>
                <c:pt idx="189">
                  <c:v>1.3969173337</c:v>
                </c:pt>
                <c:pt idx="190">
                  <c:v>1.3961946981</c:v>
                </c:pt>
                <c:pt idx="191">
                  <c:v>1.3953961984</c:v>
                </c:pt>
                <c:pt idx="192">
                  <c:v>1.3945218954</c:v>
                </c:pt>
                <c:pt idx="193">
                  <c:v>1.3935718557</c:v>
                </c:pt>
                <c:pt idx="194">
                  <c:v>1.3925461516</c:v>
                </c:pt>
                <c:pt idx="195">
                  <c:v>1.3914448614</c:v>
                </c:pt>
                <c:pt idx="196">
                  <c:v>1.3902680687</c:v>
                </c:pt>
                <c:pt idx="197">
                  <c:v>1.3890158634</c:v>
                </c:pt>
                <c:pt idx="198">
                  <c:v>1.3876883406</c:v>
                </c:pt>
                <c:pt idx="199">
                  <c:v>1.3862856015</c:v>
                </c:pt>
                <c:pt idx="200">
                  <c:v>1.384807753</c:v>
                </c:pt>
                <c:pt idx="201">
                  <c:v>1.3832549076</c:v>
                </c:pt>
                <c:pt idx="202">
                  <c:v>1.3816271834</c:v>
                </c:pt>
                <c:pt idx="203">
                  <c:v>1.3799247046</c:v>
                </c:pt>
                <c:pt idx="204">
                  <c:v>1.3781476007</c:v>
                </c:pt>
                <c:pt idx="205">
                  <c:v>1.3762960071</c:v>
                </c:pt>
                <c:pt idx="206">
                  <c:v>1.3743700648</c:v>
                </c:pt>
                <c:pt idx="207">
                  <c:v>1.3723699204</c:v>
                </c:pt>
                <c:pt idx="208">
                  <c:v>1.3702957263</c:v>
                </c:pt>
                <c:pt idx="209">
                  <c:v>1.3681476404</c:v>
                </c:pt>
                <c:pt idx="210">
                  <c:v>1.3659258263</c:v>
                </c:pt>
                <c:pt idx="211">
                  <c:v>1.3636304532</c:v>
                </c:pt>
                <c:pt idx="212">
                  <c:v>1.3612616959</c:v>
                </c:pt>
                <c:pt idx="213">
                  <c:v>1.3588197349</c:v>
                </c:pt>
                <c:pt idx="214">
                  <c:v>1.356304756</c:v>
                </c:pt>
                <c:pt idx="215">
                  <c:v>1.3537169507</c:v>
                </c:pt>
                <c:pt idx="216">
                  <c:v>1.3510565163</c:v>
                </c:pt>
                <c:pt idx="217">
                  <c:v>1.3483236552</c:v>
                </c:pt>
                <c:pt idx="218">
                  <c:v>1.3455185756</c:v>
                </c:pt>
                <c:pt idx="219">
                  <c:v>1.3426414911</c:v>
                </c:pt>
                <c:pt idx="220">
                  <c:v>1.3396926208</c:v>
                </c:pt>
                <c:pt idx="221">
                  <c:v>1.3366721892</c:v>
                </c:pt>
                <c:pt idx="222">
                  <c:v>1.3335804265</c:v>
                </c:pt>
                <c:pt idx="223">
                  <c:v>1.330417568</c:v>
                </c:pt>
                <c:pt idx="224">
                  <c:v>1.3271838546</c:v>
                </c:pt>
                <c:pt idx="225">
                  <c:v>1.3238795325</c:v>
                </c:pt>
                <c:pt idx="226">
                  <c:v>1.3205048535</c:v>
                </c:pt>
                <c:pt idx="227">
                  <c:v>1.3170600744</c:v>
                </c:pt>
                <c:pt idx="228">
                  <c:v>1.3135454576</c:v>
                </c:pt>
                <c:pt idx="229">
                  <c:v>1.3099612709</c:v>
                </c:pt>
                <c:pt idx="230">
                  <c:v>1.306307787</c:v>
                </c:pt>
                <c:pt idx="231">
                  <c:v>1.3025852843</c:v>
                </c:pt>
                <c:pt idx="232">
                  <c:v>1.2987940463</c:v>
                </c:pt>
                <c:pt idx="233">
                  <c:v>1.2949343616</c:v>
                </c:pt>
                <c:pt idx="234">
                  <c:v>1.2910065242</c:v>
                </c:pt>
                <c:pt idx="235">
                  <c:v>1.2870108332</c:v>
                </c:pt>
                <c:pt idx="236">
                  <c:v>1.2829475929</c:v>
                </c:pt>
                <c:pt idx="237">
                  <c:v>1.2788171127</c:v>
                </c:pt>
                <c:pt idx="238">
                  <c:v>1.2746197071</c:v>
                </c:pt>
                <c:pt idx="239">
                  <c:v>1.2703556959</c:v>
                </c:pt>
                <c:pt idx="240">
                  <c:v>1.2660254038</c:v>
                </c:pt>
                <c:pt idx="241">
                  <c:v>1.2616291604</c:v>
                </c:pt>
                <c:pt idx="242">
                  <c:v>1.2571673007</c:v>
                </c:pt>
                <c:pt idx="243">
                  <c:v>1.2526401644</c:v>
                </c:pt>
                <c:pt idx="244">
                  <c:v>1.2480480962</c:v>
                </c:pt>
                <c:pt idx="245">
                  <c:v>1.2433914458</c:v>
                </c:pt>
                <c:pt idx="246">
                  <c:v>1.2386705679</c:v>
                </c:pt>
                <c:pt idx="247">
                  <c:v>1.2338858221</c:v>
                </c:pt>
                <c:pt idx="248">
                  <c:v>1.2290375726</c:v>
                </c:pt>
                <c:pt idx="249">
                  <c:v>1.2241261886</c:v>
                </c:pt>
                <c:pt idx="250">
                  <c:v>1.2191520443</c:v>
                </c:pt>
                <c:pt idx="251">
                  <c:v>1.2141155184</c:v>
                </c:pt>
                <c:pt idx="252">
                  <c:v>1.2090169944</c:v>
                </c:pt>
                <c:pt idx="253">
                  <c:v>1.2038568606</c:v>
                </c:pt>
                <c:pt idx="254">
                  <c:v>1.19863551</c:v>
                </c:pt>
                <c:pt idx="255">
                  <c:v>1.1933533403</c:v>
                </c:pt>
                <c:pt idx="256">
                  <c:v>1.1880107536</c:v>
                </c:pt>
                <c:pt idx="257">
                  <c:v>1.1826081569</c:v>
                </c:pt>
                <c:pt idx="258">
                  <c:v>1.1771459615</c:v>
                </c:pt>
                <c:pt idx="259">
                  <c:v>1.1716245834</c:v>
                </c:pt>
                <c:pt idx="260">
                  <c:v>1.1660444431</c:v>
                </c:pt>
                <c:pt idx="261">
                  <c:v>1.1604059656</c:v>
                </c:pt>
                <c:pt idx="262">
                  <c:v>1.1547095802</c:v>
                </c:pt>
                <c:pt idx="263">
                  <c:v>1.1489557208</c:v>
                </c:pt>
                <c:pt idx="264">
                  <c:v>1.1431448255</c:v>
                </c:pt>
                <c:pt idx="265">
                  <c:v>1.1372773368</c:v>
                </c:pt>
                <c:pt idx="266">
                  <c:v>1.1313537016</c:v>
                </c:pt>
                <c:pt idx="267">
                  <c:v>1.125374371</c:v>
                </c:pt>
                <c:pt idx="268">
                  <c:v>1.1193398003</c:v>
                </c:pt>
                <c:pt idx="269">
                  <c:v>1.1132504492</c:v>
                </c:pt>
                <c:pt idx="270">
                  <c:v>1.1071067812</c:v>
                </c:pt>
                <c:pt idx="271">
                  <c:v>1.1009092643</c:v>
                </c:pt>
                <c:pt idx="272">
                  <c:v>1.0946583705</c:v>
                </c:pt>
                <c:pt idx="273">
                  <c:v>1.0883545757</c:v>
                </c:pt>
                <c:pt idx="274">
                  <c:v>1.0819983601</c:v>
                </c:pt>
                <c:pt idx="275">
                  <c:v>1.0755902076</c:v>
                </c:pt>
                <c:pt idx="276">
                  <c:v>1.0691306064</c:v>
                </c:pt>
                <c:pt idx="277">
                  <c:v>1.0626200482</c:v>
                </c:pt>
                <c:pt idx="278">
                  <c:v>1.056059029</c:v>
                </c:pt>
                <c:pt idx="279">
                  <c:v>1.0494480483</c:v>
                </c:pt>
                <c:pt idx="280">
                  <c:v>1.0427876097</c:v>
                </c:pt>
                <c:pt idx="281">
                  <c:v>1.0360782203</c:v>
                </c:pt>
                <c:pt idx="282">
                  <c:v>1.029320391</c:v>
                </c:pt>
                <c:pt idx="283">
                  <c:v>1.0225146366</c:v>
                </c:pt>
                <c:pt idx="284">
                  <c:v>1.0156614753</c:v>
                </c:pt>
                <c:pt idx="285">
                  <c:v>1.008761429</c:v>
                </c:pt>
                <c:pt idx="286">
                  <c:v>1.0018150232</c:v>
                </c:pt>
                <c:pt idx="287">
                  <c:v>0.99482278675</c:v>
                </c:pt>
                <c:pt idx="288">
                  <c:v>0.98778525229</c:v>
                </c:pt>
                <c:pt idx="289">
                  <c:v>0.98070295571</c:v>
                </c:pt>
                <c:pt idx="290">
                  <c:v>0.97357643635</c:v>
                </c:pt>
                <c:pt idx="291">
                  <c:v>0.96640623692</c:v>
                </c:pt>
                <c:pt idx="292">
                  <c:v>0.95919290347</c:v>
                </c:pt>
                <c:pt idx="293">
                  <c:v>0.95193698531</c:v>
                </c:pt>
                <c:pt idx="294">
                  <c:v>0.94463903502</c:v>
                </c:pt>
                <c:pt idx="295">
                  <c:v>0.93729960835</c:v>
                </c:pt>
                <c:pt idx="296">
                  <c:v>0.92991926423</c:v>
                </c:pt>
                <c:pt idx="297">
                  <c:v>0.92249856472</c:v>
                </c:pt>
                <c:pt idx="298">
                  <c:v>0.91503807491</c:v>
                </c:pt>
                <c:pt idx="299">
                  <c:v>0.90753836296</c:v>
                </c:pt>
                <c:pt idx="300">
                  <c:v>0.9</c:v>
                </c:pt>
                <c:pt idx="301">
                  <c:v>0.8924235601</c:v>
                </c:pt>
                <c:pt idx="302">
                  <c:v>0.88480962025</c:v>
                </c:pt>
                <c:pt idx="303">
                  <c:v>0.87715876026</c:v>
                </c:pt>
                <c:pt idx="304">
                  <c:v>0.86947156279</c:v>
                </c:pt>
                <c:pt idx="305">
                  <c:v>0.86174861324</c:v>
                </c:pt>
                <c:pt idx="306">
                  <c:v>0.85399049974</c:v>
                </c:pt>
                <c:pt idx="307">
                  <c:v>0.84619781311</c:v>
                </c:pt>
                <c:pt idx="308">
                  <c:v>0.83837114679</c:v>
                </c:pt>
                <c:pt idx="309">
                  <c:v>0.83051109681</c:v>
                </c:pt>
                <c:pt idx="310">
                  <c:v>0.82261826174</c:v>
                </c:pt>
                <c:pt idx="311">
                  <c:v>0.81469324266</c:v>
                </c:pt>
                <c:pt idx="312">
                  <c:v>0.80673664308</c:v>
                </c:pt>
                <c:pt idx="313">
                  <c:v>0.79874906893</c:v>
                </c:pt>
                <c:pt idx="314">
                  <c:v>0.79073112849</c:v>
                </c:pt>
                <c:pt idx="315">
                  <c:v>0.78268343237</c:v>
                </c:pt>
                <c:pt idx="316">
                  <c:v>0.77460659342</c:v>
                </c:pt>
                <c:pt idx="317">
                  <c:v>0.76650122672</c:v>
                </c:pt>
                <c:pt idx="318">
                  <c:v>0.75836794955</c:v>
                </c:pt>
                <c:pt idx="319">
                  <c:v>0.75020738126</c:v>
                </c:pt>
                <c:pt idx="320">
                  <c:v>0.74202014333</c:v>
                </c:pt>
                <c:pt idx="321">
                  <c:v>0.73380685923</c:v>
                </c:pt>
                <c:pt idx="322">
                  <c:v>0.72556815446</c:v>
                </c:pt>
                <c:pt idx="323">
                  <c:v>0.71730465641</c:v>
                </c:pt>
                <c:pt idx="324">
                  <c:v>0.70901699437</c:v>
                </c:pt>
                <c:pt idx="325">
                  <c:v>0.7007057995</c:v>
                </c:pt>
                <c:pt idx="326">
                  <c:v>0.69237170472</c:v>
                </c:pt>
                <c:pt idx="327">
                  <c:v>0.6840153447</c:v>
                </c:pt>
                <c:pt idx="328">
                  <c:v>0.67563735582</c:v>
                </c:pt>
                <c:pt idx="329">
                  <c:v>0.66723837608</c:v>
                </c:pt>
                <c:pt idx="330">
                  <c:v>0.6588190451</c:v>
                </c:pt>
                <c:pt idx="331">
                  <c:v>0.65038000405</c:v>
                </c:pt>
                <c:pt idx="332">
                  <c:v>0.6419218956</c:v>
                </c:pt>
                <c:pt idx="333">
                  <c:v>0.63344536386</c:v>
                </c:pt>
                <c:pt idx="334">
                  <c:v>0.62495105434</c:v>
                </c:pt>
                <c:pt idx="335">
                  <c:v>0.61643961394</c:v>
                </c:pt>
                <c:pt idx="336">
                  <c:v>0.60791169082</c:v>
                </c:pt>
                <c:pt idx="337">
                  <c:v>0.59936793442</c:v>
                </c:pt>
                <c:pt idx="338">
                  <c:v>0.59080899538</c:v>
                </c:pt>
                <c:pt idx="339">
                  <c:v>0.58223552549</c:v>
                </c:pt>
                <c:pt idx="340">
                  <c:v>0.57364817767</c:v>
                </c:pt>
                <c:pt idx="341">
                  <c:v>0.56504760586</c:v>
                </c:pt>
                <c:pt idx="342">
                  <c:v>0.55643446504</c:v>
                </c:pt>
                <c:pt idx="343">
                  <c:v>0.54780941113</c:v>
                </c:pt>
                <c:pt idx="344">
                  <c:v>0.53917310096</c:v>
                </c:pt>
                <c:pt idx="345">
                  <c:v>0.53052619222</c:v>
                </c:pt>
                <c:pt idx="346">
                  <c:v>0.52186934341</c:v>
                </c:pt>
                <c:pt idx="347">
                  <c:v>0.51320321377</c:v>
                </c:pt>
                <c:pt idx="348">
                  <c:v>0.50452846327</c:v>
                </c:pt>
                <c:pt idx="349">
                  <c:v>0.49584575252</c:v>
                </c:pt>
                <c:pt idx="350">
                  <c:v>0.48715574275</c:v>
                </c:pt>
                <c:pt idx="351">
                  <c:v>0.47845909573</c:v>
                </c:pt>
                <c:pt idx="352">
                  <c:v>0.46975647374</c:v>
                </c:pt>
                <c:pt idx="353">
                  <c:v>0.46104853953</c:v>
                </c:pt>
                <c:pt idx="354">
                  <c:v>0.45233595624</c:v>
                </c:pt>
                <c:pt idx="355">
                  <c:v>0.44361938737</c:v>
                </c:pt>
                <c:pt idx="356">
                  <c:v>0.4348994967</c:v>
                </c:pt>
                <c:pt idx="357">
                  <c:v>0.42617694831</c:v>
                </c:pt>
                <c:pt idx="358">
                  <c:v>0.41745240644</c:v>
                </c:pt>
                <c:pt idx="359">
                  <c:v>0.4087265355</c:v>
                </c:pt>
                <c:pt idx="360">
                  <c:v>0.4</c:v>
                </c:pt>
                <c:pt idx="361">
                  <c:v>0.3912734645</c:v>
                </c:pt>
                <c:pt idx="362">
                  <c:v>0.38254759356</c:v>
                </c:pt>
                <c:pt idx="363">
                  <c:v>0.37382305169</c:v>
                </c:pt>
                <c:pt idx="364">
                  <c:v>0.3651005033</c:v>
                </c:pt>
                <c:pt idx="365">
                  <c:v>0.35638061263</c:v>
                </c:pt>
                <c:pt idx="366">
                  <c:v>0.34766404376</c:v>
                </c:pt>
                <c:pt idx="367">
                  <c:v>0.33895146047</c:v>
                </c:pt>
                <c:pt idx="368">
                  <c:v>0.33024352626</c:v>
                </c:pt>
                <c:pt idx="369">
                  <c:v>0.32154090427</c:v>
                </c:pt>
                <c:pt idx="370">
                  <c:v>0.31284425725</c:v>
                </c:pt>
                <c:pt idx="371">
                  <c:v>0.30415424748</c:v>
                </c:pt>
                <c:pt idx="372">
                  <c:v>0.29547153673</c:v>
                </c:pt>
                <c:pt idx="373">
                  <c:v>0.28679678623</c:v>
                </c:pt>
                <c:pt idx="374">
                  <c:v>0.27813065659</c:v>
                </c:pt>
                <c:pt idx="375">
                  <c:v>0.26947380778</c:v>
                </c:pt>
                <c:pt idx="376">
                  <c:v>0.26082689904</c:v>
                </c:pt>
                <c:pt idx="377">
                  <c:v>0.25219058887</c:v>
                </c:pt>
                <c:pt idx="378">
                  <c:v>0.24356553496</c:v>
                </c:pt>
                <c:pt idx="379">
                  <c:v>0.23495239414</c:v>
                </c:pt>
                <c:pt idx="380">
                  <c:v>0.22635182233</c:v>
                </c:pt>
                <c:pt idx="381">
                  <c:v>0.21776447451</c:v>
                </c:pt>
                <c:pt idx="382">
                  <c:v>0.20919100462</c:v>
                </c:pt>
                <c:pt idx="383">
                  <c:v>0.20063206558</c:v>
                </c:pt>
                <c:pt idx="384">
                  <c:v>0.19208830918</c:v>
                </c:pt>
                <c:pt idx="385">
                  <c:v>0.18356038606</c:v>
                </c:pt>
                <c:pt idx="386">
                  <c:v>0.17504894566</c:v>
                </c:pt>
                <c:pt idx="387">
                  <c:v>0.16655463614</c:v>
                </c:pt>
                <c:pt idx="388">
                  <c:v>0.1580781044</c:v>
                </c:pt>
                <c:pt idx="389">
                  <c:v>0.14961999595</c:v>
                </c:pt>
                <c:pt idx="390">
                  <c:v>0.1411809549</c:v>
                </c:pt>
                <c:pt idx="391">
                  <c:v>0.13276162392</c:v>
                </c:pt>
                <c:pt idx="392">
                  <c:v>0.12436264418</c:v>
                </c:pt>
                <c:pt idx="393">
                  <c:v>0.1159846553</c:v>
                </c:pt>
                <c:pt idx="394">
                  <c:v>0.10762829528</c:v>
                </c:pt>
                <c:pt idx="395">
                  <c:v>0.099294200496</c:v>
                </c:pt>
                <c:pt idx="396">
                  <c:v>0.090983005625</c:v>
                </c:pt>
                <c:pt idx="397">
                  <c:v>0.082695343595</c:v>
                </c:pt>
                <c:pt idx="398">
                  <c:v>0.074431845543</c:v>
                </c:pt>
                <c:pt idx="399">
                  <c:v>0.066193140766</c:v>
                </c:pt>
                <c:pt idx="400">
                  <c:v>0.057979856674</c:v>
                </c:pt>
                <c:pt idx="401">
                  <c:v>0.049792618741</c:v>
                </c:pt>
                <c:pt idx="402">
                  <c:v>0.041632050455</c:v>
                </c:pt>
                <c:pt idx="403">
                  <c:v>0.033498773276</c:v>
                </c:pt>
                <c:pt idx="404">
                  <c:v>0.025393406584</c:v>
                </c:pt>
                <c:pt idx="405">
                  <c:v>0.017316567635</c:v>
                </c:pt>
                <c:pt idx="406">
                  <c:v>0.0092688715107</c:v>
                </c:pt>
                <c:pt idx="407">
                  <c:v>0.0012509310748</c:v>
                </c:pt>
                <c:pt idx="408">
                  <c:v>-0.0067366430758</c:v>
                </c:pt>
                <c:pt idx="409">
                  <c:v>-0.014693242656</c:v>
                </c:pt>
                <c:pt idx="410">
                  <c:v>-0.022618261741</c:v>
                </c:pt>
                <c:pt idx="411">
                  <c:v>-0.030511096808</c:v>
                </c:pt>
                <c:pt idx="412">
                  <c:v>-0.038371146789</c:v>
                </c:pt>
                <c:pt idx="413">
                  <c:v>-0.04619781311</c:v>
                </c:pt>
                <c:pt idx="414">
                  <c:v>-0.05399049974</c:v>
                </c:pt>
                <c:pt idx="415">
                  <c:v>-0.061748613235</c:v>
                </c:pt>
                <c:pt idx="416">
                  <c:v>-0.069471562786</c:v>
                </c:pt>
                <c:pt idx="417">
                  <c:v>-0.07715876026</c:v>
                </c:pt>
                <c:pt idx="418">
                  <c:v>-0.084809620246</c:v>
                </c:pt>
                <c:pt idx="419">
                  <c:v>-0.092423560103</c:v>
                </c:pt>
                <c:pt idx="420">
                  <c:v>-0.1</c:v>
                </c:pt>
                <c:pt idx="421">
                  <c:v>-0.10753836296</c:v>
                </c:pt>
                <c:pt idx="422">
                  <c:v>-0.11503807491</c:v>
                </c:pt>
                <c:pt idx="423">
                  <c:v>-0.12249856472</c:v>
                </c:pt>
                <c:pt idx="424">
                  <c:v>-0.12991926423</c:v>
                </c:pt>
                <c:pt idx="425">
                  <c:v>-0.13729960835</c:v>
                </c:pt>
                <c:pt idx="426">
                  <c:v>-0.14463903502</c:v>
                </c:pt>
                <c:pt idx="427">
                  <c:v>-0.15193698531</c:v>
                </c:pt>
                <c:pt idx="428">
                  <c:v>-0.15919290347</c:v>
                </c:pt>
                <c:pt idx="429">
                  <c:v>-0.16640623692</c:v>
                </c:pt>
                <c:pt idx="430">
                  <c:v>-0.17357643635</c:v>
                </c:pt>
                <c:pt idx="431">
                  <c:v>-0.18070295571</c:v>
                </c:pt>
                <c:pt idx="432">
                  <c:v>-0.18778525229</c:v>
                </c:pt>
                <c:pt idx="433">
                  <c:v>-0.19482278675</c:v>
                </c:pt>
                <c:pt idx="434">
                  <c:v>-0.20181502315</c:v>
                </c:pt>
                <c:pt idx="435">
                  <c:v>-0.20876142901</c:v>
                </c:pt>
                <c:pt idx="436">
                  <c:v>-0.21566147533</c:v>
                </c:pt>
                <c:pt idx="437">
                  <c:v>-0.22251463664</c:v>
                </c:pt>
                <c:pt idx="438">
                  <c:v>-0.22932039105</c:v>
                </c:pt>
                <c:pt idx="439">
                  <c:v>-0.23607822028</c:v>
                </c:pt>
                <c:pt idx="440">
                  <c:v>-0.24278760969</c:v>
                </c:pt>
                <c:pt idx="441">
                  <c:v>-0.24944804833</c:v>
                </c:pt>
                <c:pt idx="442">
                  <c:v>-0.25605902899</c:v>
                </c:pt>
                <c:pt idx="443">
                  <c:v>-0.26262004822</c:v>
                </c:pt>
                <c:pt idx="444">
                  <c:v>-0.26913060636</c:v>
                </c:pt>
                <c:pt idx="445">
                  <c:v>-0.27559020762</c:v>
                </c:pt>
                <c:pt idx="446">
                  <c:v>-0.28199836006</c:v>
                </c:pt>
                <c:pt idx="447">
                  <c:v>-0.28835457569</c:v>
                </c:pt>
                <c:pt idx="448">
                  <c:v>-0.29465837046</c:v>
                </c:pt>
                <c:pt idx="449">
                  <c:v>-0.3009092643</c:v>
                </c:pt>
                <c:pt idx="450">
                  <c:v>-0.30710678119</c:v>
                </c:pt>
                <c:pt idx="451">
                  <c:v>-0.31325044915</c:v>
                </c:pt>
                <c:pt idx="452">
                  <c:v>-0.31933980034</c:v>
                </c:pt>
                <c:pt idx="453">
                  <c:v>-0.32537437101</c:v>
                </c:pt>
                <c:pt idx="454">
                  <c:v>-0.33135370162</c:v>
                </c:pt>
                <c:pt idx="455">
                  <c:v>-0.33727733681</c:v>
                </c:pt>
                <c:pt idx="456">
                  <c:v>-0.34314482548</c:v>
                </c:pt>
                <c:pt idx="457">
                  <c:v>-0.34895572079</c:v>
                </c:pt>
                <c:pt idx="458">
                  <c:v>-0.35470958022</c:v>
                </c:pt>
                <c:pt idx="459">
                  <c:v>-0.3604059656</c:v>
                </c:pt>
                <c:pt idx="460">
                  <c:v>-0.36604444312</c:v>
                </c:pt>
                <c:pt idx="461">
                  <c:v>-0.37162458339</c:v>
                </c:pt>
                <c:pt idx="462">
                  <c:v>-0.37714596146</c:v>
                </c:pt>
                <c:pt idx="463">
                  <c:v>-0.38260815685</c:v>
                </c:pt>
                <c:pt idx="464">
                  <c:v>-0.38801075361</c:v>
                </c:pt>
                <c:pt idx="465">
                  <c:v>-0.39335334029</c:v>
                </c:pt>
                <c:pt idx="466">
                  <c:v>-0.39863551005</c:v>
                </c:pt>
                <c:pt idx="467">
                  <c:v>-0.40385686062</c:v>
                </c:pt>
                <c:pt idx="468">
                  <c:v>-0.40901699437</c:v>
                </c:pt>
                <c:pt idx="469">
                  <c:v>-0.41411551836</c:v>
                </c:pt>
                <c:pt idx="470">
                  <c:v>-0.41915204429</c:v>
                </c:pt>
                <c:pt idx="471">
                  <c:v>-0.42412618862</c:v>
                </c:pt>
                <c:pt idx="472">
                  <c:v>-0.42903757256</c:v>
                </c:pt>
                <c:pt idx="473">
                  <c:v>-0.43388582207</c:v>
                </c:pt>
                <c:pt idx="474">
                  <c:v>-0.43867056795</c:v>
                </c:pt>
                <c:pt idx="475">
                  <c:v>-0.44339144581</c:v>
                </c:pt>
                <c:pt idx="476">
                  <c:v>-0.44804809616</c:v>
                </c:pt>
                <c:pt idx="477">
                  <c:v>-0.45264016435</c:v>
                </c:pt>
                <c:pt idx="478">
                  <c:v>-0.4571673007</c:v>
                </c:pt>
                <c:pt idx="479">
                  <c:v>-0.46162916044</c:v>
                </c:pt>
                <c:pt idx="480">
                  <c:v>-0.46602540378</c:v>
                </c:pt>
                <c:pt idx="481">
                  <c:v>-0.47035569594</c:v>
                </c:pt>
                <c:pt idx="482">
                  <c:v>-0.47461970714</c:v>
                </c:pt>
                <c:pt idx="483">
                  <c:v>-0.47881711266</c:v>
                </c:pt>
                <c:pt idx="484">
                  <c:v>-0.48294759286</c:v>
                </c:pt>
                <c:pt idx="485">
                  <c:v>-0.48701083318</c:v>
                </c:pt>
                <c:pt idx="486">
                  <c:v>-0.49100652419</c:v>
                </c:pt>
                <c:pt idx="487">
                  <c:v>-0.4949343616</c:v>
                </c:pt>
                <c:pt idx="488">
                  <c:v>-0.4987940463</c:v>
                </c:pt>
                <c:pt idx="489">
                  <c:v>-0.50258528435</c:v>
                </c:pt>
                <c:pt idx="490">
                  <c:v>-0.50630778704</c:v>
                </c:pt>
                <c:pt idx="491">
                  <c:v>-0.50996127088</c:v>
                </c:pt>
                <c:pt idx="492">
                  <c:v>-0.51354545764</c:v>
                </c:pt>
                <c:pt idx="493">
                  <c:v>-0.51706007439</c:v>
                </c:pt>
                <c:pt idx="494">
                  <c:v>-0.52050485345</c:v>
                </c:pt>
                <c:pt idx="495">
                  <c:v>-0.52387953251</c:v>
                </c:pt>
                <c:pt idx="496">
                  <c:v>-0.52718385457</c:v>
                </c:pt>
                <c:pt idx="497">
                  <c:v>-0.53041756798</c:v>
                </c:pt>
                <c:pt idx="498">
                  <c:v>-0.5335804265</c:v>
                </c:pt>
                <c:pt idx="499">
                  <c:v>-0.53667218925</c:v>
                </c:pt>
                <c:pt idx="500">
                  <c:v>-0.53969262079</c:v>
                </c:pt>
                <c:pt idx="501">
                  <c:v>-0.54264149109</c:v>
                </c:pt>
                <c:pt idx="502">
                  <c:v>-0.5455185756</c:v>
                </c:pt>
                <c:pt idx="503">
                  <c:v>-0.54832365521</c:v>
                </c:pt>
                <c:pt idx="504">
                  <c:v>-0.5510565163</c:v>
                </c:pt>
                <c:pt idx="505">
                  <c:v>-0.55371695075</c:v>
                </c:pt>
                <c:pt idx="506">
                  <c:v>-0.55630475596</c:v>
                </c:pt>
                <c:pt idx="507">
                  <c:v>-0.55881973487</c:v>
                </c:pt>
                <c:pt idx="508">
                  <c:v>-0.56126169594</c:v>
                </c:pt>
                <c:pt idx="509">
                  <c:v>-0.56363045321</c:v>
                </c:pt>
                <c:pt idx="510">
                  <c:v>-0.56592582629</c:v>
                </c:pt>
                <c:pt idx="511">
                  <c:v>-0.56814764038</c:v>
                </c:pt>
                <c:pt idx="512">
                  <c:v>-0.57029572628</c:v>
                </c:pt>
                <c:pt idx="513">
                  <c:v>-0.5723699204</c:v>
                </c:pt>
                <c:pt idx="514">
                  <c:v>-0.57437006479</c:v>
                </c:pt>
                <c:pt idx="515">
                  <c:v>-0.57629600712</c:v>
                </c:pt>
                <c:pt idx="516">
                  <c:v>-0.57814760073</c:v>
                </c:pt>
                <c:pt idx="517">
                  <c:v>-0.57992470462</c:v>
                </c:pt>
                <c:pt idx="518">
                  <c:v>-0.58162718345</c:v>
                </c:pt>
                <c:pt idx="519">
                  <c:v>-0.58325490756</c:v>
                </c:pt>
                <c:pt idx="520">
                  <c:v>-0.58480775301</c:v>
                </c:pt>
                <c:pt idx="521">
                  <c:v>-0.58628560154</c:v>
                </c:pt>
                <c:pt idx="522">
                  <c:v>-0.5876883406</c:v>
                </c:pt>
                <c:pt idx="523">
                  <c:v>-0.58901586336</c:v>
                </c:pt>
                <c:pt idx="524">
                  <c:v>-0.59026806874</c:v>
                </c:pt>
                <c:pt idx="525">
                  <c:v>-0.59144486137</c:v>
                </c:pt>
                <c:pt idx="526">
                  <c:v>-0.59254615164</c:v>
                </c:pt>
                <c:pt idx="527">
                  <c:v>-0.59357185568</c:v>
                </c:pt>
                <c:pt idx="528">
                  <c:v>-0.59452189537</c:v>
                </c:pt>
                <c:pt idx="529">
                  <c:v>-0.59539619837</c:v>
                </c:pt>
                <c:pt idx="530">
                  <c:v>-0.59619469809</c:v>
                </c:pt>
                <c:pt idx="531">
                  <c:v>-0.59691733373</c:v>
                </c:pt>
                <c:pt idx="532">
                  <c:v>-0.59756405026</c:v>
                </c:pt>
                <c:pt idx="533">
                  <c:v>-0.59813479842</c:v>
                </c:pt>
                <c:pt idx="534">
                  <c:v>-0.59862953475</c:v>
                </c:pt>
                <c:pt idx="535">
                  <c:v>-0.59904822158</c:v>
                </c:pt>
                <c:pt idx="536">
                  <c:v>-0.59939082702</c:v>
                </c:pt>
                <c:pt idx="537">
                  <c:v>-0.59965732498</c:v>
                </c:pt>
                <c:pt idx="538">
                  <c:v>-0.59984769516</c:v>
                </c:pt>
                <c:pt idx="539">
                  <c:v>-0.59996192306</c:v>
                </c:pt>
                <c:pt idx="540">
                  <c:v>-0.6</c:v>
                </c:pt>
                <c:pt idx="541">
                  <c:v>-0.59996192306</c:v>
                </c:pt>
                <c:pt idx="542">
                  <c:v>-0.59984769516</c:v>
                </c:pt>
                <c:pt idx="543">
                  <c:v>-0.59965732498</c:v>
                </c:pt>
                <c:pt idx="544">
                  <c:v>-0.59939082702</c:v>
                </c:pt>
                <c:pt idx="545">
                  <c:v>-0.59904822158</c:v>
                </c:pt>
                <c:pt idx="546">
                  <c:v>-0.59862953475</c:v>
                </c:pt>
                <c:pt idx="547">
                  <c:v>-0.59813479842</c:v>
                </c:pt>
                <c:pt idx="548">
                  <c:v>-0.59756405026</c:v>
                </c:pt>
                <c:pt idx="549">
                  <c:v>-0.59691733373</c:v>
                </c:pt>
                <c:pt idx="550">
                  <c:v>-0.59619469809</c:v>
                </c:pt>
                <c:pt idx="551">
                  <c:v>-0.59539619837</c:v>
                </c:pt>
                <c:pt idx="552">
                  <c:v>-0.59452189537</c:v>
                </c:pt>
                <c:pt idx="553">
                  <c:v>-0.59357185568</c:v>
                </c:pt>
                <c:pt idx="554">
                  <c:v>-0.59254615164</c:v>
                </c:pt>
                <c:pt idx="555">
                  <c:v>-0.59144486137</c:v>
                </c:pt>
                <c:pt idx="556">
                  <c:v>-0.59026806874</c:v>
                </c:pt>
                <c:pt idx="557">
                  <c:v>-0.58901586336</c:v>
                </c:pt>
                <c:pt idx="558">
                  <c:v>-0.5876883406</c:v>
                </c:pt>
                <c:pt idx="559">
                  <c:v>-0.58628560154</c:v>
                </c:pt>
                <c:pt idx="560">
                  <c:v>-0.58480775301</c:v>
                </c:pt>
                <c:pt idx="561">
                  <c:v>-0.58325490756</c:v>
                </c:pt>
                <c:pt idx="562">
                  <c:v>-0.58162718345</c:v>
                </c:pt>
                <c:pt idx="563">
                  <c:v>-0.57992470462</c:v>
                </c:pt>
                <c:pt idx="564">
                  <c:v>-0.57814760073</c:v>
                </c:pt>
                <c:pt idx="565">
                  <c:v>-0.57629600712</c:v>
                </c:pt>
                <c:pt idx="566">
                  <c:v>-0.57437006479</c:v>
                </c:pt>
                <c:pt idx="567">
                  <c:v>-0.5723699204</c:v>
                </c:pt>
                <c:pt idx="568">
                  <c:v>-0.57029572628</c:v>
                </c:pt>
                <c:pt idx="569">
                  <c:v>-0.56814764038</c:v>
                </c:pt>
                <c:pt idx="570">
                  <c:v>-0.56592582629</c:v>
                </c:pt>
                <c:pt idx="571">
                  <c:v>-0.56363045321</c:v>
                </c:pt>
                <c:pt idx="572">
                  <c:v>-0.56126169594</c:v>
                </c:pt>
                <c:pt idx="573">
                  <c:v>-0.55881973487</c:v>
                </c:pt>
                <c:pt idx="574">
                  <c:v>-0.55630475596</c:v>
                </c:pt>
                <c:pt idx="575">
                  <c:v>-0.55371695075</c:v>
                </c:pt>
                <c:pt idx="576">
                  <c:v>-0.5510565163</c:v>
                </c:pt>
                <c:pt idx="577">
                  <c:v>-0.54832365521</c:v>
                </c:pt>
                <c:pt idx="578">
                  <c:v>-0.5455185756</c:v>
                </c:pt>
                <c:pt idx="579">
                  <c:v>-0.54264149109</c:v>
                </c:pt>
                <c:pt idx="580">
                  <c:v>-0.53969262079</c:v>
                </c:pt>
                <c:pt idx="581">
                  <c:v>-0.53667218925</c:v>
                </c:pt>
                <c:pt idx="582">
                  <c:v>-0.5335804265</c:v>
                </c:pt>
                <c:pt idx="583">
                  <c:v>-0.53041756798</c:v>
                </c:pt>
                <c:pt idx="584">
                  <c:v>-0.52718385457</c:v>
                </c:pt>
                <c:pt idx="585">
                  <c:v>-0.52387953251</c:v>
                </c:pt>
                <c:pt idx="586">
                  <c:v>-0.52050485345</c:v>
                </c:pt>
                <c:pt idx="587">
                  <c:v>-0.51706007439</c:v>
                </c:pt>
                <c:pt idx="588">
                  <c:v>-0.51354545764</c:v>
                </c:pt>
                <c:pt idx="589">
                  <c:v>-0.50996127088</c:v>
                </c:pt>
                <c:pt idx="590">
                  <c:v>-0.50630778704</c:v>
                </c:pt>
                <c:pt idx="591">
                  <c:v>-0.50258528435</c:v>
                </c:pt>
                <c:pt idx="592">
                  <c:v>-0.4987940463</c:v>
                </c:pt>
                <c:pt idx="593">
                  <c:v>-0.4949343616</c:v>
                </c:pt>
                <c:pt idx="594">
                  <c:v>-0.49100652419</c:v>
                </c:pt>
                <c:pt idx="595">
                  <c:v>-0.48701083318</c:v>
                </c:pt>
                <c:pt idx="596">
                  <c:v>-0.48294759286</c:v>
                </c:pt>
                <c:pt idx="597">
                  <c:v>-0.47881711266</c:v>
                </c:pt>
                <c:pt idx="598">
                  <c:v>-0.47461970714</c:v>
                </c:pt>
                <c:pt idx="599">
                  <c:v>-0.47035569594</c:v>
                </c:pt>
                <c:pt idx="600">
                  <c:v>-0.46602540378</c:v>
                </c:pt>
                <c:pt idx="601">
                  <c:v>-0.46162916044</c:v>
                </c:pt>
                <c:pt idx="602">
                  <c:v>-0.4571673007</c:v>
                </c:pt>
                <c:pt idx="603">
                  <c:v>-0.45264016435</c:v>
                </c:pt>
                <c:pt idx="604">
                  <c:v>-0.44804809616</c:v>
                </c:pt>
                <c:pt idx="605">
                  <c:v>-0.44339144581</c:v>
                </c:pt>
                <c:pt idx="606">
                  <c:v>-0.43867056795</c:v>
                </c:pt>
                <c:pt idx="607">
                  <c:v>-0.43388582207</c:v>
                </c:pt>
                <c:pt idx="608">
                  <c:v>-0.42903757256</c:v>
                </c:pt>
                <c:pt idx="609">
                  <c:v>-0.42412618862</c:v>
                </c:pt>
                <c:pt idx="610">
                  <c:v>-0.41915204429</c:v>
                </c:pt>
                <c:pt idx="611">
                  <c:v>-0.41411551836</c:v>
                </c:pt>
                <c:pt idx="612">
                  <c:v>-0.40901699437</c:v>
                </c:pt>
                <c:pt idx="613">
                  <c:v>-0.40385686062</c:v>
                </c:pt>
                <c:pt idx="614">
                  <c:v>-0.39863551005</c:v>
                </c:pt>
                <c:pt idx="615">
                  <c:v>-0.39335334029</c:v>
                </c:pt>
                <c:pt idx="616">
                  <c:v>-0.38801075361</c:v>
                </c:pt>
                <c:pt idx="617">
                  <c:v>-0.38260815685</c:v>
                </c:pt>
                <c:pt idx="618">
                  <c:v>-0.37714596146</c:v>
                </c:pt>
                <c:pt idx="619">
                  <c:v>-0.37162458339</c:v>
                </c:pt>
                <c:pt idx="620">
                  <c:v>-0.36604444312</c:v>
                </c:pt>
                <c:pt idx="621">
                  <c:v>-0.3604059656</c:v>
                </c:pt>
                <c:pt idx="622">
                  <c:v>-0.35470958022</c:v>
                </c:pt>
                <c:pt idx="623">
                  <c:v>-0.34895572079</c:v>
                </c:pt>
                <c:pt idx="624">
                  <c:v>-0.34314482548</c:v>
                </c:pt>
                <c:pt idx="625">
                  <c:v>-0.33727733681</c:v>
                </c:pt>
                <c:pt idx="626">
                  <c:v>-0.33135370162</c:v>
                </c:pt>
                <c:pt idx="627">
                  <c:v>-0.32537437101</c:v>
                </c:pt>
                <c:pt idx="628">
                  <c:v>-0.31933980034</c:v>
                </c:pt>
                <c:pt idx="629">
                  <c:v>-0.31325044915</c:v>
                </c:pt>
                <c:pt idx="630">
                  <c:v>-0.30710678119</c:v>
                </c:pt>
                <c:pt idx="631">
                  <c:v>-0.3009092643</c:v>
                </c:pt>
                <c:pt idx="632">
                  <c:v>-0.29465837046</c:v>
                </c:pt>
                <c:pt idx="633">
                  <c:v>-0.28835457569</c:v>
                </c:pt>
                <c:pt idx="634">
                  <c:v>-0.28199836006</c:v>
                </c:pt>
                <c:pt idx="635">
                  <c:v>-0.27559020762</c:v>
                </c:pt>
                <c:pt idx="636">
                  <c:v>-0.26913060636</c:v>
                </c:pt>
                <c:pt idx="637">
                  <c:v>-0.26262004822</c:v>
                </c:pt>
                <c:pt idx="638">
                  <c:v>-0.25605902899</c:v>
                </c:pt>
                <c:pt idx="639">
                  <c:v>-0.24944804833</c:v>
                </c:pt>
                <c:pt idx="640">
                  <c:v>-0.24278760969</c:v>
                </c:pt>
                <c:pt idx="641">
                  <c:v>-0.23607822028</c:v>
                </c:pt>
                <c:pt idx="642">
                  <c:v>-0.22932039105</c:v>
                </c:pt>
                <c:pt idx="643">
                  <c:v>-0.22251463664</c:v>
                </c:pt>
                <c:pt idx="644">
                  <c:v>-0.21566147533</c:v>
                </c:pt>
                <c:pt idx="645">
                  <c:v>-0.20876142901</c:v>
                </c:pt>
                <c:pt idx="646">
                  <c:v>-0.20181502315</c:v>
                </c:pt>
                <c:pt idx="647">
                  <c:v>-0.19482278675</c:v>
                </c:pt>
                <c:pt idx="648">
                  <c:v>-0.18778525229</c:v>
                </c:pt>
                <c:pt idx="649">
                  <c:v>-0.18070295571</c:v>
                </c:pt>
                <c:pt idx="650">
                  <c:v>-0.17357643635</c:v>
                </c:pt>
                <c:pt idx="651">
                  <c:v>-0.16640623692</c:v>
                </c:pt>
                <c:pt idx="652">
                  <c:v>-0.15919290347</c:v>
                </c:pt>
                <c:pt idx="653">
                  <c:v>-0.15193698531</c:v>
                </c:pt>
                <c:pt idx="654">
                  <c:v>-0.14463903502</c:v>
                </c:pt>
                <c:pt idx="655">
                  <c:v>-0.13729960835</c:v>
                </c:pt>
                <c:pt idx="656">
                  <c:v>-0.12991926423</c:v>
                </c:pt>
                <c:pt idx="657">
                  <c:v>-0.12249856472</c:v>
                </c:pt>
                <c:pt idx="658">
                  <c:v>-0.11503807491</c:v>
                </c:pt>
                <c:pt idx="659">
                  <c:v>-0.10753836296</c:v>
                </c:pt>
                <c:pt idx="660">
                  <c:v>-0.1</c:v>
                </c:pt>
                <c:pt idx="661">
                  <c:v>-0.092423560103</c:v>
                </c:pt>
                <c:pt idx="662">
                  <c:v>-0.084809620246</c:v>
                </c:pt>
                <c:pt idx="663">
                  <c:v>-0.07715876026</c:v>
                </c:pt>
                <c:pt idx="664">
                  <c:v>-0.069471562786</c:v>
                </c:pt>
                <c:pt idx="665">
                  <c:v>-0.061748613235</c:v>
                </c:pt>
                <c:pt idx="666">
                  <c:v>-0.05399049974</c:v>
                </c:pt>
                <c:pt idx="667">
                  <c:v>-0.04619781311</c:v>
                </c:pt>
                <c:pt idx="668">
                  <c:v>-0.038371146789</c:v>
                </c:pt>
                <c:pt idx="669">
                  <c:v>-0.030511096808</c:v>
                </c:pt>
                <c:pt idx="670">
                  <c:v>-0.022618261741</c:v>
                </c:pt>
                <c:pt idx="671">
                  <c:v>-0.014693242656</c:v>
                </c:pt>
                <c:pt idx="672">
                  <c:v>-0.0067366430758</c:v>
                </c:pt>
                <c:pt idx="673">
                  <c:v>0.0012509310748</c:v>
                </c:pt>
                <c:pt idx="674">
                  <c:v>0.0092688715107</c:v>
                </c:pt>
                <c:pt idx="675">
                  <c:v>0.017316567635</c:v>
                </c:pt>
                <c:pt idx="676">
                  <c:v>0.025393406584</c:v>
                </c:pt>
                <c:pt idx="677">
                  <c:v>0.033498773276</c:v>
                </c:pt>
                <c:pt idx="678">
                  <c:v>0.041632050455</c:v>
                </c:pt>
                <c:pt idx="679">
                  <c:v>0.049792618741</c:v>
                </c:pt>
                <c:pt idx="680">
                  <c:v>0.057979856674</c:v>
                </c:pt>
                <c:pt idx="681">
                  <c:v>0.066193140766</c:v>
                </c:pt>
                <c:pt idx="682">
                  <c:v>0.074431845543</c:v>
                </c:pt>
                <c:pt idx="683">
                  <c:v>0.082695343595</c:v>
                </c:pt>
                <c:pt idx="684">
                  <c:v>0.090983005625</c:v>
                </c:pt>
                <c:pt idx="685">
                  <c:v>0.099294200496</c:v>
                </c:pt>
                <c:pt idx="686">
                  <c:v>0.10762829528</c:v>
                </c:pt>
                <c:pt idx="687">
                  <c:v>0.1159846553</c:v>
                </c:pt>
                <c:pt idx="688">
                  <c:v>0.12436264418</c:v>
                </c:pt>
                <c:pt idx="689">
                  <c:v>0.13276162392</c:v>
                </c:pt>
                <c:pt idx="690">
                  <c:v>0.1411809549</c:v>
                </c:pt>
                <c:pt idx="691">
                  <c:v>0.14961999595</c:v>
                </c:pt>
                <c:pt idx="692">
                  <c:v>0.1580781044</c:v>
                </c:pt>
                <c:pt idx="693">
                  <c:v>0.16655463614</c:v>
                </c:pt>
                <c:pt idx="694">
                  <c:v>0.17504894566</c:v>
                </c:pt>
                <c:pt idx="695">
                  <c:v>0.18356038606</c:v>
                </c:pt>
                <c:pt idx="696">
                  <c:v>0.19208830918</c:v>
                </c:pt>
                <c:pt idx="697">
                  <c:v>0.20063206558</c:v>
                </c:pt>
                <c:pt idx="698">
                  <c:v>0.20919100462</c:v>
                </c:pt>
                <c:pt idx="699">
                  <c:v>0.21776447451</c:v>
                </c:pt>
                <c:pt idx="700">
                  <c:v>0.22635182233</c:v>
                </c:pt>
                <c:pt idx="701">
                  <c:v>0.23495239414</c:v>
                </c:pt>
                <c:pt idx="702">
                  <c:v>0.24356553496</c:v>
                </c:pt>
                <c:pt idx="703">
                  <c:v>0.25219058887</c:v>
                </c:pt>
                <c:pt idx="704">
                  <c:v>0.26082689904</c:v>
                </c:pt>
                <c:pt idx="705">
                  <c:v>0.26947380778</c:v>
                </c:pt>
                <c:pt idx="706">
                  <c:v>0.27813065659</c:v>
                </c:pt>
                <c:pt idx="707">
                  <c:v>0.28679678623</c:v>
                </c:pt>
                <c:pt idx="708">
                  <c:v>0.29547153673</c:v>
                </c:pt>
                <c:pt idx="709">
                  <c:v>0.30415424748</c:v>
                </c:pt>
                <c:pt idx="710">
                  <c:v>0.31284425725</c:v>
                </c:pt>
                <c:pt idx="711">
                  <c:v>0.32154090427</c:v>
                </c:pt>
                <c:pt idx="712">
                  <c:v>0.33024352626</c:v>
                </c:pt>
                <c:pt idx="713">
                  <c:v>0.33895146047</c:v>
                </c:pt>
                <c:pt idx="714">
                  <c:v>0.34766404376</c:v>
                </c:pt>
                <c:pt idx="715">
                  <c:v>0.35638061263</c:v>
                </c:pt>
                <c:pt idx="716">
                  <c:v>0.3651005033</c:v>
                </c:pt>
                <c:pt idx="717">
                  <c:v>0.37382305169</c:v>
                </c:pt>
                <c:pt idx="718">
                  <c:v>0.38254759356</c:v>
                </c:pt>
                <c:pt idx="719">
                  <c:v>0.3912734645</c:v>
                </c:pt>
                <c:pt idx="720">
                  <c:v>0.4</c:v>
                </c:pt>
              </c:numCache>
            </c:numRef>
          </c:yVal>
        </c:ser>
        <c:ser>
          <c:idx val="1"/>
          <c:order val="1"/>
          <c:tx>
            <c:v>補償後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Data'!$C$2:$C$722</c:f>
              <c:numCache>
                <c:formatCode>General</c:formatCode>
                <c:ptCount val="721"/>
                <c:pt idx="0">
                  <c:v>1</c:v>
                </c:pt>
                <c:pt idx="1">
                  <c:v>0.99996192306</c:v>
                </c:pt>
                <c:pt idx="2">
                  <c:v>0.99984769516</c:v>
                </c:pt>
                <c:pt idx="3">
                  <c:v>0.99965732498</c:v>
                </c:pt>
                <c:pt idx="4">
                  <c:v>0.99939082702</c:v>
                </c:pt>
                <c:pt idx="5">
                  <c:v>0.99904822158</c:v>
                </c:pt>
                <c:pt idx="6">
                  <c:v>0.99862953475</c:v>
                </c:pt>
                <c:pt idx="7">
                  <c:v>0.99813479842</c:v>
                </c:pt>
                <c:pt idx="8">
                  <c:v>0.99756405026</c:v>
                </c:pt>
                <c:pt idx="9">
                  <c:v>0.99691733373</c:v>
                </c:pt>
                <c:pt idx="10">
                  <c:v>0.99619469809</c:v>
                </c:pt>
                <c:pt idx="11">
                  <c:v>0.99539619837</c:v>
                </c:pt>
                <c:pt idx="12">
                  <c:v>0.99452189537</c:v>
                </c:pt>
                <c:pt idx="13">
                  <c:v>0.99357185568</c:v>
                </c:pt>
                <c:pt idx="14">
                  <c:v>0.99254615164</c:v>
                </c:pt>
                <c:pt idx="15">
                  <c:v>0.99144486137</c:v>
                </c:pt>
                <c:pt idx="16">
                  <c:v>0.99026806874</c:v>
                </c:pt>
                <c:pt idx="17">
                  <c:v>0.98901586336</c:v>
                </c:pt>
                <c:pt idx="18">
                  <c:v>0.9876883406</c:v>
                </c:pt>
                <c:pt idx="19">
                  <c:v>0.98628560154</c:v>
                </c:pt>
                <c:pt idx="20">
                  <c:v>0.98480775301</c:v>
                </c:pt>
                <c:pt idx="21">
                  <c:v>0.98325490756</c:v>
                </c:pt>
                <c:pt idx="22">
                  <c:v>0.98162718345</c:v>
                </c:pt>
                <c:pt idx="23">
                  <c:v>0.97992470462</c:v>
                </c:pt>
                <c:pt idx="24">
                  <c:v>0.97814760073</c:v>
                </c:pt>
                <c:pt idx="25">
                  <c:v>0.97629600712</c:v>
                </c:pt>
                <c:pt idx="26">
                  <c:v>0.97437006479</c:v>
                </c:pt>
                <c:pt idx="27">
                  <c:v>0.9723699204</c:v>
                </c:pt>
                <c:pt idx="28">
                  <c:v>0.97029572628</c:v>
                </c:pt>
                <c:pt idx="29">
                  <c:v>0.96814764038</c:v>
                </c:pt>
                <c:pt idx="30">
                  <c:v>0.96592582629</c:v>
                </c:pt>
                <c:pt idx="31">
                  <c:v>0.96363045321</c:v>
                </c:pt>
                <c:pt idx="32">
                  <c:v>0.96126169594</c:v>
                </c:pt>
                <c:pt idx="33">
                  <c:v>0.95881973487</c:v>
                </c:pt>
                <c:pt idx="34">
                  <c:v>0.95630475596</c:v>
                </c:pt>
                <c:pt idx="35">
                  <c:v>0.95371695075</c:v>
                </c:pt>
                <c:pt idx="36">
                  <c:v>0.9510565163</c:v>
                </c:pt>
                <c:pt idx="37">
                  <c:v>0.94832365521</c:v>
                </c:pt>
                <c:pt idx="38">
                  <c:v>0.9455185756</c:v>
                </c:pt>
                <c:pt idx="39">
                  <c:v>0.94264149109</c:v>
                </c:pt>
                <c:pt idx="40">
                  <c:v>0.93969262079</c:v>
                </c:pt>
                <c:pt idx="41">
                  <c:v>0.93667218925</c:v>
                </c:pt>
                <c:pt idx="42">
                  <c:v>0.9335804265</c:v>
                </c:pt>
                <c:pt idx="43">
                  <c:v>0.93041756798</c:v>
                </c:pt>
                <c:pt idx="44">
                  <c:v>0.92718385457</c:v>
                </c:pt>
                <c:pt idx="45">
                  <c:v>0.92387953251</c:v>
                </c:pt>
                <c:pt idx="46">
                  <c:v>0.92050485345</c:v>
                </c:pt>
                <c:pt idx="47">
                  <c:v>0.91706007439</c:v>
                </c:pt>
                <c:pt idx="48">
                  <c:v>0.91354545764</c:v>
                </c:pt>
                <c:pt idx="49">
                  <c:v>0.90996127088</c:v>
                </c:pt>
                <c:pt idx="50">
                  <c:v>0.90630778704</c:v>
                </c:pt>
                <c:pt idx="51">
                  <c:v>0.90258528435</c:v>
                </c:pt>
                <c:pt idx="52">
                  <c:v>0.8987940463</c:v>
                </c:pt>
                <c:pt idx="53">
                  <c:v>0.8949343616</c:v>
                </c:pt>
                <c:pt idx="54">
                  <c:v>0.89100652419</c:v>
                </c:pt>
                <c:pt idx="55">
                  <c:v>0.88701083318</c:v>
                </c:pt>
                <c:pt idx="56">
                  <c:v>0.88294759286</c:v>
                </c:pt>
                <c:pt idx="57">
                  <c:v>0.87881711266</c:v>
                </c:pt>
                <c:pt idx="58">
                  <c:v>0.87461970714</c:v>
                </c:pt>
                <c:pt idx="59">
                  <c:v>0.87035569594</c:v>
                </c:pt>
                <c:pt idx="60">
                  <c:v>0.86602540378</c:v>
                </c:pt>
                <c:pt idx="61">
                  <c:v>0.86162916044</c:v>
                </c:pt>
                <c:pt idx="62">
                  <c:v>0.8571673007</c:v>
                </c:pt>
                <c:pt idx="63">
                  <c:v>0.85264016435</c:v>
                </c:pt>
                <c:pt idx="64">
                  <c:v>0.84804809616</c:v>
                </c:pt>
                <c:pt idx="65">
                  <c:v>0.84339144581</c:v>
                </c:pt>
                <c:pt idx="66">
                  <c:v>0.83867056795</c:v>
                </c:pt>
                <c:pt idx="67">
                  <c:v>0.83388582207</c:v>
                </c:pt>
                <c:pt idx="68">
                  <c:v>0.82903757256</c:v>
                </c:pt>
                <c:pt idx="69">
                  <c:v>0.82412618862</c:v>
                </c:pt>
                <c:pt idx="70">
                  <c:v>0.81915204429</c:v>
                </c:pt>
                <c:pt idx="71">
                  <c:v>0.81411551836</c:v>
                </c:pt>
                <c:pt idx="72">
                  <c:v>0.80901699437</c:v>
                </c:pt>
                <c:pt idx="73">
                  <c:v>0.80385686062</c:v>
                </c:pt>
                <c:pt idx="74">
                  <c:v>0.79863551005</c:v>
                </c:pt>
                <c:pt idx="75">
                  <c:v>0.79335334029</c:v>
                </c:pt>
                <c:pt idx="76">
                  <c:v>0.78801075361</c:v>
                </c:pt>
                <c:pt idx="77">
                  <c:v>0.78260815685</c:v>
                </c:pt>
                <c:pt idx="78">
                  <c:v>0.77714596146</c:v>
                </c:pt>
                <c:pt idx="79">
                  <c:v>0.77162458339</c:v>
                </c:pt>
                <c:pt idx="80">
                  <c:v>0.76604444312</c:v>
                </c:pt>
                <c:pt idx="81">
                  <c:v>0.7604059656</c:v>
                </c:pt>
                <c:pt idx="82">
                  <c:v>0.75470958022</c:v>
                </c:pt>
                <c:pt idx="83">
                  <c:v>0.74895572079</c:v>
                </c:pt>
                <c:pt idx="84">
                  <c:v>0.74314482548</c:v>
                </c:pt>
                <c:pt idx="85">
                  <c:v>0.73727733681</c:v>
                </c:pt>
                <c:pt idx="86">
                  <c:v>0.73135370162</c:v>
                </c:pt>
                <c:pt idx="87">
                  <c:v>0.72537437101</c:v>
                </c:pt>
                <c:pt idx="88">
                  <c:v>0.71933980034</c:v>
                </c:pt>
                <c:pt idx="89">
                  <c:v>0.71325044915</c:v>
                </c:pt>
                <c:pt idx="90">
                  <c:v>0.70710678119</c:v>
                </c:pt>
                <c:pt idx="91">
                  <c:v>0.7009092643</c:v>
                </c:pt>
                <c:pt idx="92">
                  <c:v>0.69465837046</c:v>
                </c:pt>
                <c:pt idx="93">
                  <c:v>0.68835457569</c:v>
                </c:pt>
                <c:pt idx="94">
                  <c:v>0.68199836006</c:v>
                </c:pt>
                <c:pt idx="95">
                  <c:v>0.67559020762</c:v>
                </c:pt>
                <c:pt idx="96">
                  <c:v>0.66913060636</c:v>
                </c:pt>
                <c:pt idx="97">
                  <c:v>0.66262004822</c:v>
                </c:pt>
                <c:pt idx="98">
                  <c:v>0.65605902899</c:v>
                </c:pt>
                <c:pt idx="99">
                  <c:v>0.64944804833</c:v>
                </c:pt>
                <c:pt idx="100">
                  <c:v>0.64278760969</c:v>
                </c:pt>
                <c:pt idx="101">
                  <c:v>0.63607822028</c:v>
                </c:pt>
                <c:pt idx="102">
                  <c:v>0.62932039105</c:v>
                </c:pt>
                <c:pt idx="103">
                  <c:v>0.62251463664</c:v>
                </c:pt>
                <c:pt idx="104">
                  <c:v>0.61566147533</c:v>
                </c:pt>
                <c:pt idx="105">
                  <c:v>0.60876142901</c:v>
                </c:pt>
                <c:pt idx="106">
                  <c:v>0.60181502315</c:v>
                </c:pt>
                <c:pt idx="107">
                  <c:v>0.59482278675</c:v>
                </c:pt>
                <c:pt idx="108">
                  <c:v>0.58778525229</c:v>
                </c:pt>
                <c:pt idx="109">
                  <c:v>0.58070295571</c:v>
                </c:pt>
                <c:pt idx="110">
                  <c:v>0.57357643635</c:v>
                </c:pt>
                <c:pt idx="111">
                  <c:v>0.56640623692</c:v>
                </c:pt>
                <c:pt idx="112">
                  <c:v>0.55919290347</c:v>
                </c:pt>
                <c:pt idx="113">
                  <c:v>0.55193698531</c:v>
                </c:pt>
                <c:pt idx="114">
                  <c:v>0.54463903502</c:v>
                </c:pt>
                <c:pt idx="115">
                  <c:v>0.53729960835</c:v>
                </c:pt>
                <c:pt idx="116">
                  <c:v>0.52991926423</c:v>
                </c:pt>
                <c:pt idx="117">
                  <c:v>0.52249856472</c:v>
                </c:pt>
                <c:pt idx="118">
                  <c:v>0.51503807491</c:v>
                </c:pt>
                <c:pt idx="119">
                  <c:v>0.50753836296</c:v>
                </c:pt>
                <c:pt idx="120">
                  <c:v>0.5</c:v>
                </c:pt>
                <c:pt idx="121">
                  <c:v>0.4924235601</c:v>
                </c:pt>
                <c:pt idx="122">
                  <c:v>0.48480962025</c:v>
                </c:pt>
                <c:pt idx="123">
                  <c:v>0.47715876026</c:v>
                </c:pt>
                <c:pt idx="124">
                  <c:v>0.46947156279</c:v>
                </c:pt>
                <c:pt idx="125">
                  <c:v>0.46174861324</c:v>
                </c:pt>
                <c:pt idx="126">
                  <c:v>0.45399049974</c:v>
                </c:pt>
                <c:pt idx="127">
                  <c:v>0.44619781311</c:v>
                </c:pt>
                <c:pt idx="128">
                  <c:v>0.43837114679</c:v>
                </c:pt>
                <c:pt idx="129">
                  <c:v>0.43051109681</c:v>
                </c:pt>
                <c:pt idx="130">
                  <c:v>0.42261826174</c:v>
                </c:pt>
                <c:pt idx="131">
                  <c:v>0.41469324266</c:v>
                </c:pt>
                <c:pt idx="132">
                  <c:v>0.40673664308</c:v>
                </c:pt>
                <c:pt idx="133">
                  <c:v>0.39874906893</c:v>
                </c:pt>
                <c:pt idx="134">
                  <c:v>0.39073112849</c:v>
                </c:pt>
                <c:pt idx="135">
                  <c:v>0.38268343237</c:v>
                </c:pt>
                <c:pt idx="136">
                  <c:v>0.37460659342</c:v>
                </c:pt>
                <c:pt idx="137">
                  <c:v>0.36650122672</c:v>
                </c:pt>
                <c:pt idx="138">
                  <c:v>0.35836794955</c:v>
                </c:pt>
                <c:pt idx="139">
                  <c:v>0.35020738126</c:v>
                </c:pt>
                <c:pt idx="140">
                  <c:v>0.34202014333</c:v>
                </c:pt>
                <c:pt idx="141">
                  <c:v>0.33380685923</c:v>
                </c:pt>
                <c:pt idx="142">
                  <c:v>0.32556815446</c:v>
                </c:pt>
                <c:pt idx="143">
                  <c:v>0.31730465641</c:v>
                </c:pt>
                <c:pt idx="144">
                  <c:v>0.30901699437</c:v>
                </c:pt>
                <c:pt idx="145">
                  <c:v>0.3007057995</c:v>
                </c:pt>
                <c:pt idx="146">
                  <c:v>0.29237170472</c:v>
                </c:pt>
                <c:pt idx="147">
                  <c:v>0.2840153447</c:v>
                </c:pt>
                <c:pt idx="148">
                  <c:v>0.27563735582</c:v>
                </c:pt>
                <c:pt idx="149">
                  <c:v>0.26723837608</c:v>
                </c:pt>
                <c:pt idx="150">
                  <c:v>0.2588190451</c:v>
                </c:pt>
                <c:pt idx="151">
                  <c:v>0.25038000405</c:v>
                </c:pt>
                <c:pt idx="152">
                  <c:v>0.2419218956</c:v>
                </c:pt>
                <c:pt idx="153">
                  <c:v>0.23344536386</c:v>
                </c:pt>
                <c:pt idx="154">
                  <c:v>0.22495105434</c:v>
                </c:pt>
                <c:pt idx="155">
                  <c:v>0.21643961394</c:v>
                </c:pt>
                <c:pt idx="156">
                  <c:v>0.20791169082</c:v>
                </c:pt>
                <c:pt idx="157">
                  <c:v>0.19936793442</c:v>
                </c:pt>
                <c:pt idx="158">
                  <c:v>0.19080899538</c:v>
                </c:pt>
                <c:pt idx="159">
                  <c:v>0.18223552549</c:v>
                </c:pt>
                <c:pt idx="160">
                  <c:v>0.17364817767</c:v>
                </c:pt>
                <c:pt idx="161">
                  <c:v>0.16504760586</c:v>
                </c:pt>
                <c:pt idx="162">
                  <c:v>0.15643446504</c:v>
                </c:pt>
                <c:pt idx="163">
                  <c:v>0.14780941113</c:v>
                </c:pt>
                <c:pt idx="164">
                  <c:v>0.13917310096</c:v>
                </c:pt>
                <c:pt idx="165">
                  <c:v>0.13052619222</c:v>
                </c:pt>
                <c:pt idx="166">
                  <c:v>0.12186934341</c:v>
                </c:pt>
                <c:pt idx="167">
                  <c:v>0.11320321377</c:v>
                </c:pt>
                <c:pt idx="168">
                  <c:v>0.10452846327</c:v>
                </c:pt>
                <c:pt idx="169">
                  <c:v>0.09584575252</c:v>
                </c:pt>
                <c:pt idx="170">
                  <c:v>0.087155742748</c:v>
                </c:pt>
                <c:pt idx="171">
                  <c:v>0.078459095728</c:v>
                </c:pt>
                <c:pt idx="172">
                  <c:v>0.069756473744</c:v>
                </c:pt>
                <c:pt idx="173">
                  <c:v>0.061048539535</c:v>
                </c:pt>
                <c:pt idx="174">
                  <c:v>0.052335956243</c:v>
                </c:pt>
                <c:pt idx="175">
                  <c:v>0.043619387365</c:v>
                </c:pt>
                <c:pt idx="176">
                  <c:v>0.034899496703</c:v>
                </c:pt>
                <c:pt idx="177">
                  <c:v>0.026176948308</c:v>
                </c:pt>
                <c:pt idx="178">
                  <c:v>0.017452406437</c:v>
                </c:pt>
                <c:pt idx="179">
                  <c:v>0.0087265354984</c:v>
                </c:pt>
                <c:pt idx="180">
                  <c:v>0</c:v>
                </c:pt>
                <c:pt idx="181">
                  <c:v>-0.0087265354984</c:v>
                </c:pt>
                <c:pt idx="182">
                  <c:v>-0.017452406437</c:v>
                </c:pt>
                <c:pt idx="183">
                  <c:v>-0.026176948308</c:v>
                </c:pt>
                <c:pt idx="184">
                  <c:v>-0.034899496703</c:v>
                </c:pt>
                <c:pt idx="185">
                  <c:v>-0.043619387365</c:v>
                </c:pt>
                <c:pt idx="186">
                  <c:v>-0.052335956243</c:v>
                </c:pt>
                <c:pt idx="187">
                  <c:v>-0.061048539535</c:v>
                </c:pt>
                <c:pt idx="188">
                  <c:v>-0.069756473744</c:v>
                </c:pt>
                <c:pt idx="189">
                  <c:v>-0.078459095728</c:v>
                </c:pt>
                <c:pt idx="190">
                  <c:v>-0.087155742748</c:v>
                </c:pt>
                <c:pt idx="191">
                  <c:v>-0.09584575252</c:v>
                </c:pt>
                <c:pt idx="192">
                  <c:v>-0.10452846327</c:v>
                </c:pt>
                <c:pt idx="193">
                  <c:v>-0.11320321377</c:v>
                </c:pt>
                <c:pt idx="194">
                  <c:v>-0.12186934341</c:v>
                </c:pt>
                <c:pt idx="195">
                  <c:v>-0.13052619222</c:v>
                </c:pt>
                <c:pt idx="196">
                  <c:v>-0.13917310096</c:v>
                </c:pt>
                <c:pt idx="197">
                  <c:v>-0.14780941113</c:v>
                </c:pt>
                <c:pt idx="198">
                  <c:v>-0.15643446504</c:v>
                </c:pt>
                <c:pt idx="199">
                  <c:v>-0.16504760586</c:v>
                </c:pt>
                <c:pt idx="200">
                  <c:v>-0.17364817767</c:v>
                </c:pt>
                <c:pt idx="201">
                  <c:v>-0.18223552549</c:v>
                </c:pt>
                <c:pt idx="202">
                  <c:v>-0.19080899538</c:v>
                </c:pt>
                <c:pt idx="203">
                  <c:v>-0.19936793442</c:v>
                </c:pt>
                <c:pt idx="204">
                  <c:v>-0.20791169082</c:v>
                </c:pt>
                <c:pt idx="205">
                  <c:v>-0.21643961394</c:v>
                </c:pt>
                <c:pt idx="206">
                  <c:v>-0.22495105434</c:v>
                </c:pt>
                <c:pt idx="207">
                  <c:v>-0.23344536386</c:v>
                </c:pt>
                <c:pt idx="208">
                  <c:v>-0.2419218956</c:v>
                </c:pt>
                <c:pt idx="209">
                  <c:v>-0.25038000405</c:v>
                </c:pt>
                <c:pt idx="210">
                  <c:v>-0.2588190451</c:v>
                </c:pt>
                <c:pt idx="211">
                  <c:v>-0.26723837608</c:v>
                </c:pt>
                <c:pt idx="212">
                  <c:v>-0.27563735582</c:v>
                </c:pt>
                <c:pt idx="213">
                  <c:v>-0.2840153447</c:v>
                </c:pt>
                <c:pt idx="214">
                  <c:v>-0.29237170472</c:v>
                </c:pt>
                <c:pt idx="215">
                  <c:v>-0.3007057995</c:v>
                </c:pt>
                <c:pt idx="216">
                  <c:v>-0.30901699437</c:v>
                </c:pt>
                <c:pt idx="217">
                  <c:v>-0.31730465641</c:v>
                </c:pt>
                <c:pt idx="218">
                  <c:v>-0.32556815446</c:v>
                </c:pt>
                <c:pt idx="219">
                  <c:v>-0.33380685923</c:v>
                </c:pt>
                <c:pt idx="220">
                  <c:v>-0.34202014333</c:v>
                </c:pt>
                <c:pt idx="221">
                  <c:v>-0.35020738126</c:v>
                </c:pt>
                <c:pt idx="222">
                  <c:v>-0.35836794955</c:v>
                </c:pt>
                <c:pt idx="223">
                  <c:v>-0.36650122672</c:v>
                </c:pt>
                <c:pt idx="224">
                  <c:v>-0.37460659342</c:v>
                </c:pt>
                <c:pt idx="225">
                  <c:v>-0.38268343237</c:v>
                </c:pt>
                <c:pt idx="226">
                  <c:v>-0.39073112849</c:v>
                </c:pt>
                <c:pt idx="227">
                  <c:v>-0.39874906893</c:v>
                </c:pt>
                <c:pt idx="228">
                  <c:v>-0.40673664308</c:v>
                </c:pt>
                <c:pt idx="229">
                  <c:v>-0.41469324266</c:v>
                </c:pt>
                <c:pt idx="230">
                  <c:v>-0.42261826174</c:v>
                </c:pt>
                <c:pt idx="231">
                  <c:v>-0.43051109681</c:v>
                </c:pt>
                <c:pt idx="232">
                  <c:v>-0.43837114679</c:v>
                </c:pt>
                <c:pt idx="233">
                  <c:v>-0.44619781311</c:v>
                </c:pt>
                <c:pt idx="234">
                  <c:v>-0.45399049974</c:v>
                </c:pt>
                <c:pt idx="235">
                  <c:v>-0.46174861324</c:v>
                </c:pt>
                <c:pt idx="236">
                  <c:v>-0.46947156279</c:v>
                </c:pt>
                <c:pt idx="237">
                  <c:v>-0.47715876026</c:v>
                </c:pt>
                <c:pt idx="238">
                  <c:v>-0.48480962025</c:v>
                </c:pt>
                <c:pt idx="239">
                  <c:v>-0.4924235601</c:v>
                </c:pt>
                <c:pt idx="240">
                  <c:v>-0.5</c:v>
                </c:pt>
                <c:pt idx="241">
                  <c:v>-0.50753836296</c:v>
                </c:pt>
                <c:pt idx="242">
                  <c:v>-0.51503807491</c:v>
                </c:pt>
                <c:pt idx="243">
                  <c:v>-0.52249856472</c:v>
                </c:pt>
                <c:pt idx="244">
                  <c:v>-0.52991926423</c:v>
                </c:pt>
                <c:pt idx="245">
                  <c:v>-0.53729960835</c:v>
                </c:pt>
                <c:pt idx="246">
                  <c:v>-0.54463903502</c:v>
                </c:pt>
                <c:pt idx="247">
                  <c:v>-0.55193698531</c:v>
                </c:pt>
                <c:pt idx="248">
                  <c:v>-0.55919290347</c:v>
                </c:pt>
                <c:pt idx="249">
                  <c:v>-0.56640623692</c:v>
                </c:pt>
                <c:pt idx="250">
                  <c:v>-0.57357643635</c:v>
                </c:pt>
                <c:pt idx="251">
                  <c:v>-0.58070295571</c:v>
                </c:pt>
                <c:pt idx="252">
                  <c:v>-0.58778525229</c:v>
                </c:pt>
                <c:pt idx="253">
                  <c:v>-0.59482278675</c:v>
                </c:pt>
                <c:pt idx="254">
                  <c:v>-0.60181502315</c:v>
                </c:pt>
                <c:pt idx="255">
                  <c:v>-0.60876142901</c:v>
                </c:pt>
                <c:pt idx="256">
                  <c:v>-0.61566147533</c:v>
                </c:pt>
                <c:pt idx="257">
                  <c:v>-0.62251463664</c:v>
                </c:pt>
                <c:pt idx="258">
                  <c:v>-0.62932039105</c:v>
                </c:pt>
                <c:pt idx="259">
                  <c:v>-0.63607822028</c:v>
                </c:pt>
                <c:pt idx="260">
                  <c:v>-0.64278760969</c:v>
                </c:pt>
                <c:pt idx="261">
                  <c:v>-0.64944804833</c:v>
                </c:pt>
                <c:pt idx="262">
                  <c:v>-0.65605902899</c:v>
                </c:pt>
                <c:pt idx="263">
                  <c:v>-0.66262004822</c:v>
                </c:pt>
                <c:pt idx="264">
                  <c:v>-0.66913060636</c:v>
                </c:pt>
                <c:pt idx="265">
                  <c:v>-0.67559020762</c:v>
                </c:pt>
                <c:pt idx="266">
                  <c:v>-0.68199836006</c:v>
                </c:pt>
                <c:pt idx="267">
                  <c:v>-0.68835457569</c:v>
                </c:pt>
                <c:pt idx="268">
                  <c:v>-0.69465837046</c:v>
                </c:pt>
                <c:pt idx="269">
                  <c:v>-0.7009092643</c:v>
                </c:pt>
                <c:pt idx="270">
                  <c:v>-0.70710678119</c:v>
                </c:pt>
                <c:pt idx="271">
                  <c:v>-0.71325044915</c:v>
                </c:pt>
                <c:pt idx="272">
                  <c:v>-0.71933980034</c:v>
                </c:pt>
                <c:pt idx="273">
                  <c:v>-0.72537437101</c:v>
                </c:pt>
                <c:pt idx="274">
                  <c:v>-0.73135370162</c:v>
                </c:pt>
                <c:pt idx="275">
                  <c:v>-0.73727733681</c:v>
                </c:pt>
                <c:pt idx="276">
                  <c:v>-0.74314482548</c:v>
                </c:pt>
                <c:pt idx="277">
                  <c:v>-0.74895572079</c:v>
                </c:pt>
                <c:pt idx="278">
                  <c:v>-0.75470958022</c:v>
                </c:pt>
                <c:pt idx="279">
                  <c:v>-0.7604059656</c:v>
                </c:pt>
                <c:pt idx="280">
                  <c:v>-0.76604444312</c:v>
                </c:pt>
                <c:pt idx="281">
                  <c:v>-0.77162458339</c:v>
                </c:pt>
                <c:pt idx="282">
                  <c:v>-0.77714596146</c:v>
                </c:pt>
                <c:pt idx="283">
                  <c:v>-0.78260815685</c:v>
                </c:pt>
                <c:pt idx="284">
                  <c:v>-0.78801075361</c:v>
                </c:pt>
                <c:pt idx="285">
                  <c:v>-0.79335334029</c:v>
                </c:pt>
                <c:pt idx="286">
                  <c:v>-0.79863551005</c:v>
                </c:pt>
                <c:pt idx="287">
                  <c:v>-0.80385686062</c:v>
                </c:pt>
                <c:pt idx="288">
                  <c:v>-0.80901699437</c:v>
                </c:pt>
                <c:pt idx="289">
                  <c:v>-0.81411551836</c:v>
                </c:pt>
                <c:pt idx="290">
                  <c:v>-0.81915204429</c:v>
                </c:pt>
                <c:pt idx="291">
                  <c:v>-0.82412618862</c:v>
                </c:pt>
                <c:pt idx="292">
                  <c:v>-0.82903757256</c:v>
                </c:pt>
                <c:pt idx="293">
                  <c:v>-0.83388582207</c:v>
                </c:pt>
                <c:pt idx="294">
                  <c:v>-0.83867056795</c:v>
                </c:pt>
                <c:pt idx="295">
                  <c:v>-0.84339144581</c:v>
                </c:pt>
                <c:pt idx="296">
                  <c:v>-0.84804809616</c:v>
                </c:pt>
                <c:pt idx="297">
                  <c:v>-0.85264016435</c:v>
                </c:pt>
                <c:pt idx="298">
                  <c:v>-0.8571673007</c:v>
                </c:pt>
                <c:pt idx="299">
                  <c:v>-0.86162916044</c:v>
                </c:pt>
                <c:pt idx="300">
                  <c:v>-0.86602540378</c:v>
                </c:pt>
                <c:pt idx="301">
                  <c:v>-0.87035569594</c:v>
                </c:pt>
                <c:pt idx="302">
                  <c:v>-0.87461970714</c:v>
                </c:pt>
                <c:pt idx="303">
                  <c:v>-0.87881711266</c:v>
                </c:pt>
                <c:pt idx="304">
                  <c:v>-0.88294759286</c:v>
                </c:pt>
                <c:pt idx="305">
                  <c:v>-0.88701083318</c:v>
                </c:pt>
                <c:pt idx="306">
                  <c:v>-0.89100652419</c:v>
                </c:pt>
                <c:pt idx="307">
                  <c:v>-0.8949343616</c:v>
                </c:pt>
                <c:pt idx="308">
                  <c:v>-0.8987940463</c:v>
                </c:pt>
                <c:pt idx="309">
                  <c:v>-0.90258528435</c:v>
                </c:pt>
                <c:pt idx="310">
                  <c:v>-0.90630778704</c:v>
                </c:pt>
                <c:pt idx="311">
                  <c:v>-0.90996127088</c:v>
                </c:pt>
                <c:pt idx="312">
                  <c:v>-0.91354545764</c:v>
                </c:pt>
                <c:pt idx="313">
                  <c:v>-0.91706007439</c:v>
                </c:pt>
                <c:pt idx="314">
                  <c:v>-0.92050485345</c:v>
                </c:pt>
                <c:pt idx="315">
                  <c:v>-0.92387953251</c:v>
                </c:pt>
                <c:pt idx="316">
                  <c:v>-0.92718385457</c:v>
                </c:pt>
                <c:pt idx="317">
                  <c:v>-0.93041756798</c:v>
                </c:pt>
                <c:pt idx="318">
                  <c:v>-0.9335804265</c:v>
                </c:pt>
                <c:pt idx="319">
                  <c:v>-0.93667218925</c:v>
                </c:pt>
                <c:pt idx="320">
                  <c:v>-0.93969262079</c:v>
                </c:pt>
                <c:pt idx="321">
                  <c:v>-0.94264149109</c:v>
                </c:pt>
                <c:pt idx="322">
                  <c:v>-0.9455185756</c:v>
                </c:pt>
                <c:pt idx="323">
                  <c:v>-0.94832365521</c:v>
                </c:pt>
                <c:pt idx="324">
                  <c:v>-0.9510565163</c:v>
                </c:pt>
                <c:pt idx="325">
                  <c:v>-0.95371695075</c:v>
                </c:pt>
                <c:pt idx="326">
                  <c:v>-0.95630475596</c:v>
                </c:pt>
                <c:pt idx="327">
                  <c:v>-0.95881973487</c:v>
                </c:pt>
                <c:pt idx="328">
                  <c:v>-0.96126169594</c:v>
                </c:pt>
                <c:pt idx="329">
                  <c:v>-0.96363045321</c:v>
                </c:pt>
                <c:pt idx="330">
                  <c:v>-0.96592582629</c:v>
                </c:pt>
                <c:pt idx="331">
                  <c:v>-0.96814764038</c:v>
                </c:pt>
                <c:pt idx="332">
                  <c:v>-0.97029572628</c:v>
                </c:pt>
                <c:pt idx="333">
                  <c:v>-0.9723699204</c:v>
                </c:pt>
                <c:pt idx="334">
                  <c:v>-0.97437006479</c:v>
                </c:pt>
                <c:pt idx="335">
                  <c:v>-0.97629600712</c:v>
                </c:pt>
                <c:pt idx="336">
                  <c:v>-0.97814760073</c:v>
                </c:pt>
                <c:pt idx="337">
                  <c:v>-0.97992470462</c:v>
                </c:pt>
                <c:pt idx="338">
                  <c:v>-0.98162718345</c:v>
                </c:pt>
                <c:pt idx="339">
                  <c:v>-0.98325490756</c:v>
                </c:pt>
                <c:pt idx="340">
                  <c:v>-0.98480775301</c:v>
                </c:pt>
                <c:pt idx="341">
                  <c:v>-0.98628560154</c:v>
                </c:pt>
                <c:pt idx="342">
                  <c:v>-0.9876883406</c:v>
                </c:pt>
                <c:pt idx="343">
                  <c:v>-0.98901586336</c:v>
                </c:pt>
                <c:pt idx="344">
                  <c:v>-0.99026806874</c:v>
                </c:pt>
                <c:pt idx="345">
                  <c:v>-0.99144486137</c:v>
                </c:pt>
                <c:pt idx="346">
                  <c:v>-0.99254615164</c:v>
                </c:pt>
                <c:pt idx="347">
                  <c:v>-0.99357185568</c:v>
                </c:pt>
                <c:pt idx="348">
                  <c:v>-0.99452189537</c:v>
                </c:pt>
                <c:pt idx="349">
                  <c:v>-0.99539619837</c:v>
                </c:pt>
                <c:pt idx="350">
                  <c:v>-0.99619469809</c:v>
                </c:pt>
                <c:pt idx="351">
                  <c:v>-0.99691733373</c:v>
                </c:pt>
                <c:pt idx="352">
                  <c:v>-0.99756405026</c:v>
                </c:pt>
                <c:pt idx="353">
                  <c:v>-0.99813479842</c:v>
                </c:pt>
                <c:pt idx="354">
                  <c:v>-0.99862953475</c:v>
                </c:pt>
                <c:pt idx="355">
                  <c:v>-0.99904822158</c:v>
                </c:pt>
                <c:pt idx="356">
                  <c:v>-0.99939082702</c:v>
                </c:pt>
                <c:pt idx="357">
                  <c:v>-0.99965732498</c:v>
                </c:pt>
                <c:pt idx="358">
                  <c:v>-0.99984769516</c:v>
                </c:pt>
                <c:pt idx="359">
                  <c:v>-0.99996192306</c:v>
                </c:pt>
                <c:pt idx="360">
                  <c:v>-1</c:v>
                </c:pt>
                <c:pt idx="361">
                  <c:v>-0.99996192306</c:v>
                </c:pt>
                <c:pt idx="362">
                  <c:v>-0.99984769516</c:v>
                </c:pt>
                <c:pt idx="363">
                  <c:v>-0.99965732498</c:v>
                </c:pt>
                <c:pt idx="364">
                  <c:v>-0.99939082702</c:v>
                </c:pt>
                <c:pt idx="365">
                  <c:v>-0.99904822158</c:v>
                </c:pt>
                <c:pt idx="366">
                  <c:v>-0.99862953475</c:v>
                </c:pt>
                <c:pt idx="367">
                  <c:v>-0.99813479842</c:v>
                </c:pt>
                <c:pt idx="368">
                  <c:v>-0.99756405026</c:v>
                </c:pt>
                <c:pt idx="369">
                  <c:v>-0.99691733373</c:v>
                </c:pt>
                <c:pt idx="370">
                  <c:v>-0.99619469809</c:v>
                </c:pt>
                <c:pt idx="371">
                  <c:v>-0.99539619837</c:v>
                </c:pt>
                <c:pt idx="372">
                  <c:v>-0.99452189537</c:v>
                </c:pt>
                <c:pt idx="373">
                  <c:v>-0.99357185568</c:v>
                </c:pt>
                <c:pt idx="374">
                  <c:v>-0.99254615164</c:v>
                </c:pt>
                <c:pt idx="375">
                  <c:v>-0.99144486137</c:v>
                </c:pt>
                <c:pt idx="376">
                  <c:v>-0.99026806874</c:v>
                </c:pt>
                <c:pt idx="377">
                  <c:v>-0.98901586336</c:v>
                </c:pt>
                <c:pt idx="378">
                  <c:v>-0.9876883406</c:v>
                </c:pt>
                <c:pt idx="379">
                  <c:v>-0.98628560154</c:v>
                </c:pt>
                <c:pt idx="380">
                  <c:v>-0.98480775301</c:v>
                </c:pt>
                <c:pt idx="381">
                  <c:v>-0.98325490756</c:v>
                </c:pt>
                <c:pt idx="382">
                  <c:v>-0.98162718345</c:v>
                </c:pt>
                <c:pt idx="383">
                  <c:v>-0.97992470462</c:v>
                </c:pt>
                <c:pt idx="384">
                  <c:v>-0.97814760073</c:v>
                </c:pt>
                <c:pt idx="385">
                  <c:v>-0.97629600712</c:v>
                </c:pt>
                <c:pt idx="386">
                  <c:v>-0.97437006479</c:v>
                </c:pt>
                <c:pt idx="387">
                  <c:v>-0.9723699204</c:v>
                </c:pt>
                <c:pt idx="388">
                  <c:v>-0.97029572628</c:v>
                </c:pt>
                <c:pt idx="389">
                  <c:v>-0.96814764038</c:v>
                </c:pt>
                <c:pt idx="390">
                  <c:v>-0.96592582629</c:v>
                </c:pt>
                <c:pt idx="391">
                  <c:v>-0.96363045321</c:v>
                </c:pt>
                <c:pt idx="392">
                  <c:v>-0.96126169594</c:v>
                </c:pt>
                <c:pt idx="393">
                  <c:v>-0.95881973487</c:v>
                </c:pt>
                <c:pt idx="394">
                  <c:v>-0.95630475596</c:v>
                </c:pt>
                <c:pt idx="395">
                  <c:v>-0.95371695075</c:v>
                </c:pt>
                <c:pt idx="396">
                  <c:v>-0.9510565163</c:v>
                </c:pt>
                <c:pt idx="397">
                  <c:v>-0.94832365521</c:v>
                </c:pt>
                <c:pt idx="398">
                  <c:v>-0.9455185756</c:v>
                </c:pt>
                <c:pt idx="399">
                  <c:v>-0.94264149109</c:v>
                </c:pt>
                <c:pt idx="400">
                  <c:v>-0.93969262079</c:v>
                </c:pt>
                <c:pt idx="401">
                  <c:v>-0.93667218925</c:v>
                </c:pt>
                <c:pt idx="402">
                  <c:v>-0.9335804265</c:v>
                </c:pt>
                <c:pt idx="403">
                  <c:v>-0.93041756798</c:v>
                </c:pt>
                <c:pt idx="404">
                  <c:v>-0.92718385457</c:v>
                </c:pt>
                <c:pt idx="405">
                  <c:v>-0.92387953251</c:v>
                </c:pt>
                <c:pt idx="406">
                  <c:v>-0.92050485345</c:v>
                </c:pt>
                <c:pt idx="407">
                  <c:v>-0.91706007439</c:v>
                </c:pt>
                <c:pt idx="408">
                  <c:v>-0.91354545764</c:v>
                </c:pt>
                <c:pt idx="409">
                  <c:v>-0.90996127088</c:v>
                </c:pt>
                <c:pt idx="410">
                  <c:v>-0.90630778704</c:v>
                </c:pt>
                <c:pt idx="411">
                  <c:v>-0.90258528435</c:v>
                </c:pt>
                <c:pt idx="412">
                  <c:v>-0.8987940463</c:v>
                </c:pt>
                <c:pt idx="413">
                  <c:v>-0.8949343616</c:v>
                </c:pt>
                <c:pt idx="414">
                  <c:v>-0.89100652419</c:v>
                </c:pt>
                <c:pt idx="415">
                  <c:v>-0.88701083318</c:v>
                </c:pt>
                <c:pt idx="416">
                  <c:v>-0.88294759286</c:v>
                </c:pt>
                <c:pt idx="417">
                  <c:v>-0.87881711266</c:v>
                </c:pt>
                <c:pt idx="418">
                  <c:v>-0.87461970714</c:v>
                </c:pt>
                <c:pt idx="419">
                  <c:v>-0.87035569594</c:v>
                </c:pt>
                <c:pt idx="420">
                  <c:v>-0.86602540378</c:v>
                </c:pt>
                <c:pt idx="421">
                  <c:v>-0.86162916044</c:v>
                </c:pt>
                <c:pt idx="422">
                  <c:v>-0.8571673007</c:v>
                </c:pt>
                <c:pt idx="423">
                  <c:v>-0.85264016435</c:v>
                </c:pt>
                <c:pt idx="424">
                  <c:v>-0.84804809616</c:v>
                </c:pt>
                <c:pt idx="425">
                  <c:v>-0.84339144581</c:v>
                </c:pt>
                <c:pt idx="426">
                  <c:v>-0.83867056795</c:v>
                </c:pt>
                <c:pt idx="427">
                  <c:v>-0.83388582207</c:v>
                </c:pt>
                <c:pt idx="428">
                  <c:v>-0.82903757256</c:v>
                </c:pt>
                <c:pt idx="429">
                  <c:v>-0.82412618862</c:v>
                </c:pt>
                <c:pt idx="430">
                  <c:v>-0.81915204429</c:v>
                </c:pt>
                <c:pt idx="431">
                  <c:v>-0.81411551836</c:v>
                </c:pt>
                <c:pt idx="432">
                  <c:v>-0.80901699437</c:v>
                </c:pt>
                <c:pt idx="433">
                  <c:v>-0.80385686062</c:v>
                </c:pt>
                <c:pt idx="434">
                  <c:v>-0.79863551005</c:v>
                </c:pt>
                <c:pt idx="435">
                  <c:v>-0.79335334029</c:v>
                </c:pt>
                <c:pt idx="436">
                  <c:v>-0.78801075361</c:v>
                </c:pt>
                <c:pt idx="437">
                  <c:v>-0.78260815685</c:v>
                </c:pt>
                <c:pt idx="438">
                  <c:v>-0.77714596146</c:v>
                </c:pt>
                <c:pt idx="439">
                  <c:v>-0.77162458339</c:v>
                </c:pt>
                <c:pt idx="440">
                  <c:v>-0.76604444312</c:v>
                </c:pt>
                <c:pt idx="441">
                  <c:v>-0.7604059656</c:v>
                </c:pt>
                <c:pt idx="442">
                  <c:v>-0.75470958022</c:v>
                </c:pt>
                <c:pt idx="443">
                  <c:v>-0.74895572079</c:v>
                </c:pt>
                <c:pt idx="444">
                  <c:v>-0.74314482548</c:v>
                </c:pt>
                <c:pt idx="445">
                  <c:v>-0.73727733681</c:v>
                </c:pt>
                <c:pt idx="446">
                  <c:v>-0.73135370162</c:v>
                </c:pt>
                <c:pt idx="447">
                  <c:v>-0.72537437101</c:v>
                </c:pt>
                <c:pt idx="448">
                  <c:v>-0.71933980034</c:v>
                </c:pt>
                <c:pt idx="449">
                  <c:v>-0.71325044915</c:v>
                </c:pt>
                <c:pt idx="450">
                  <c:v>-0.70710678119</c:v>
                </c:pt>
                <c:pt idx="451">
                  <c:v>-0.7009092643</c:v>
                </c:pt>
                <c:pt idx="452">
                  <c:v>-0.69465837046</c:v>
                </c:pt>
                <c:pt idx="453">
                  <c:v>-0.68835457569</c:v>
                </c:pt>
                <c:pt idx="454">
                  <c:v>-0.68199836006</c:v>
                </c:pt>
                <c:pt idx="455">
                  <c:v>-0.67559020762</c:v>
                </c:pt>
                <c:pt idx="456">
                  <c:v>-0.66913060636</c:v>
                </c:pt>
                <c:pt idx="457">
                  <c:v>-0.66262004822</c:v>
                </c:pt>
                <c:pt idx="458">
                  <c:v>-0.65605902899</c:v>
                </c:pt>
                <c:pt idx="459">
                  <c:v>-0.64944804833</c:v>
                </c:pt>
                <c:pt idx="460">
                  <c:v>-0.64278760969</c:v>
                </c:pt>
                <c:pt idx="461">
                  <c:v>-0.63607822028</c:v>
                </c:pt>
                <c:pt idx="462">
                  <c:v>-0.62932039105</c:v>
                </c:pt>
                <c:pt idx="463">
                  <c:v>-0.62251463664</c:v>
                </c:pt>
                <c:pt idx="464">
                  <c:v>-0.61566147533</c:v>
                </c:pt>
                <c:pt idx="465">
                  <c:v>-0.60876142901</c:v>
                </c:pt>
                <c:pt idx="466">
                  <c:v>-0.60181502315</c:v>
                </c:pt>
                <c:pt idx="467">
                  <c:v>-0.59482278675</c:v>
                </c:pt>
                <c:pt idx="468">
                  <c:v>-0.58778525229</c:v>
                </c:pt>
                <c:pt idx="469">
                  <c:v>-0.58070295571</c:v>
                </c:pt>
                <c:pt idx="470">
                  <c:v>-0.57357643635</c:v>
                </c:pt>
                <c:pt idx="471">
                  <c:v>-0.56640623692</c:v>
                </c:pt>
                <c:pt idx="472">
                  <c:v>-0.55919290347</c:v>
                </c:pt>
                <c:pt idx="473">
                  <c:v>-0.55193698531</c:v>
                </c:pt>
                <c:pt idx="474">
                  <c:v>-0.54463903502</c:v>
                </c:pt>
                <c:pt idx="475">
                  <c:v>-0.53729960835</c:v>
                </c:pt>
                <c:pt idx="476">
                  <c:v>-0.52991926423</c:v>
                </c:pt>
                <c:pt idx="477">
                  <c:v>-0.52249856472</c:v>
                </c:pt>
                <c:pt idx="478">
                  <c:v>-0.51503807491</c:v>
                </c:pt>
                <c:pt idx="479">
                  <c:v>-0.50753836296</c:v>
                </c:pt>
                <c:pt idx="480">
                  <c:v>-0.5</c:v>
                </c:pt>
                <c:pt idx="481">
                  <c:v>-0.4924235601</c:v>
                </c:pt>
                <c:pt idx="482">
                  <c:v>-0.48480962025</c:v>
                </c:pt>
                <c:pt idx="483">
                  <c:v>-0.47715876026</c:v>
                </c:pt>
                <c:pt idx="484">
                  <c:v>-0.46947156279</c:v>
                </c:pt>
                <c:pt idx="485">
                  <c:v>-0.46174861324</c:v>
                </c:pt>
                <c:pt idx="486">
                  <c:v>-0.45399049974</c:v>
                </c:pt>
                <c:pt idx="487">
                  <c:v>-0.44619781311</c:v>
                </c:pt>
                <c:pt idx="488">
                  <c:v>-0.43837114679</c:v>
                </c:pt>
                <c:pt idx="489">
                  <c:v>-0.43051109681</c:v>
                </c:pt>
                <c:pt idx="490">
                  <c:v>-0.42261826174</c:v>
                </c:pt>
                <c:pt idx="491">
                  <c:v>-0.41469324266</c:v>
                </c:pt>
                <c:pt idx="492">
                  <c:v>-0.40673664308</c:v>
                </c:pt>
                <c:pt idx="493">
                  <c:v>-0.39874906893</c:v>
                </c:pt>
                <c:pt idx="494">
                  <c:v>-0.39073112849</c:v>
                </c:pt>
                <c:pt idx="495">
                  <c:v>-0.38268343237</c:v>
                </c:pt>
                <c:pt idx="496">
                  <c:v>-0.37460659342</c:v>
                </c:pt>
                <c:pt idx="497">
                  <c:v>-0.36650122672</c:v>
                </c:pt>
                <c:pt idx="498">
                  <c:v>-0.35836794955</c:v>
                </c:pt>
                <c:pt idx="499">
                  <c:v>-0.35020738126</c:v>
                </c:pt>
                <c:pt idx="500">
                  <c:v>-0.34202014333</c:v>
                </c:pt>
                <c:pt idx="501">
                  <c:v>-0.33380685923</c:v>
                </c:pt>
                <c:pt idx="502">
                  <c:v>-0.32556815446</c:v>
                </c:pt>
                <c:pt idx="503">
                  <c:v>-0.31730465641</c:v>
                </c:pt>
                <c:pt idx="504">
                  <c:v>-0.30901699437</c:v>
                </c:pt>
                <c:pt idx="505">
                  <c:v>-0.3007057995</c:v>
                </c:pt>
                <c:pt idx="506">
                  <c:v>-0.29237170472</c:v>
                </c:pt>
                <c:pt idx="507">
                  <c:v>-0.2840153447</c:v>
                </c:pt>
                <c:pt idx="508">
                  <c:v>-0.27563735582</c:v>
                </c:pt>
                <c:pt idx="509">
                  <c:v>-0.26723837608</c:v>
                </c:pt>
                <c:pt idx="510">
                  <c:v>-0.2588190451</c:v>
                </c:pt>
                <c:pt idx="511">
                  <c:v>-0.25038000405</c:v>
                </c:pt>
                <c:pt idx="512">
                  <c:v>-0.2419218956</c:v>
                </c:pt>
                <c:pt idx="513">
                  <c:v>-0.23344536386</c:v>
                </c:pt>
                <c:pt idx="514">
                  <c:v>-0.22495105434</c:v>
                </c:pt>
                <c:pt idx="515">
                  <c:v>-0.21643961394</c:v>
                </c:pt>
                <c:pt idx="516">
                  <c:v>-0.20791169082</c:v>
                </c:pt>
                <c:pt idx="517">
                  <c:v>-0.19936793442</c:v>
                </c:pt>
                <c:pt idx="518">
                  <c:v>-0.19080899538</c:v>
                </c:pt>
                <c:pt idx="519">
                  <c:v>-0.18223552549</c:v>
                </c:pt>
                <c:pt idx="520">
                  <c:v>-0.17364817767</c:v>
                </c:pt>
                <c:pt idx="521">
                  <c:v>-0.16504760586</c:v>
                </c:pt>
                <c:pt idx="522">
                  <c:v>-0.15643446504</c:v>
                </c:pt>
                <c:pt idx="523">
                  <c:v>-0.14780941113</c:v>
                </c:pt>
                <c:pt idx="524">
                  <c:v>-0.13917310096</c:v>
                </c:pt>
                <c:pt idx="525">
                  <c:v>-0.13052619222</c:v>
                </c:pt>
                <c:pt idx="526">
                  <c:v>-0.12186934341</c:v>
                </c:pt>
                <c:pt idx="527">
                  <c:v>-0.11320321377</c:v>
                </c:pt>
                <c:pt idx="528">
                  <c:v>-0.10452846327</c:v>
                </c:pt>
                <c:pt idx="529">
                  <c:v>-0.09584575252</c:v>
                </c:pt>
                <c:pt idx="530">
                  <c:v>-0.087155742748</c:v>
                </c:pt>
                <c:pt idx="531">
                  <c:v>-0.078459095728</c:v>
                </c:pt>
                <c:pt idx="532">
                  <c:v>-0.069756473744</c:v>
                </c:pt>
                <c:pt idx="533">
                  <c:v>-0.061048539535</c:v>
                </c:pt>
                <c:pt idx="534">
                  <c:v>-0.052335956243</c:v>
                </c:pt>
                <c:pt idx="535">
                  <c:v>-0.043619387365</c:v>
                </c:pt>
                <c:pt idx="536">
                  <c:v>-0.034899496703</c:v>
                </c:pt>
                <c:pt idx="537">
                  <c:v>-0.026176948308</c:v>
                </c:pt>
                <c:pt idx="538">
                  <c:v>-0.017452406437</c:v>
                </c:pt>
                <c:pt idx="539">
                  <c:v>-0.0087265354984</c:v>
                </c:pt>
                <c:pt idx="540">
                  <c:v>0</c:v>
                </c:pt>
                <c:pt idx="541">
                  <c:v>0.0087265354984</c:v>
                </c:pt>
                <c:pt idx="542">
                  <c:v>0.017452406437</c:v>
                </c:pt>
                <c:pt idx="543">
                  <c:v>0.026176948308</c:v>
                </c:pt>
                <c:pt idx="544">
                  <c:v>0.034899496703</c:v>
                </c:pt>
                <c:pt idx="545">
                  <c:v>0.043619387365</c:v>
                </c:pt>
                <c:pt idx="546">
                  <c:v>0.052335956243</c:v>
                </c:pt>
                <c:pt idx="547">
                  <c:v>0.061048539535</c:v>
                </c:pt>
                <c:pt idx="548">
                  <c:v>0.069756473744</c:v>
                </c:pt>
                <c:pt idx="549">
                  <c:v>0.078459095728</c:v>
                </c:pt>
                <c:pt idx="550">
                  <c:v>0.087155742748</c:v>
                </c:pt>
                <c:pt idx="551">
                  <c:v>0.09584575252</c:v>
                </c:pt>
                <c:pt idx="552">
                  <c:v>0.10452846327</c:v>
                </c:pt>
                <c:pt idx="553">
                  <c:v>0.11320321377</c:v>
                </c:pt>
                <c:pt idx="554">
                  <c:v>0.12186934341</c:v>
                </c:pt>
                <c:pt idx="555">
                  <c:v>0.13052619222</c:v>
                </c:pt>
                <c:pt idx="556">
                  <c:v>0.13917310096</c:v>
                </c:pt>
                <c:pt idx="557">
                  <c:v>0.14780941113</c:v>
                </c:pt>
                <c:pt idx="558">
                  <c:v>0.15643446504</c:v>
                </c:pt>
                <c:pt idx="559">
                  <c:v>0.16504760586</c:v>
                </c:pt>
                <c:pt idx="560">
                  <c:v>0.17364817767</c:v>
                </c:pt>
                <c:pt idx="561">
                  <c:v>0.18223552549</c:v>
                </c:pt>
                <c:pt idx="562">
                  <c:v>0.19080899538</c:v>
                </c:pt>
                <c:pt idx="563">
                  <c:v>0.19936793442</c:v>
                </c:pt>
                <c:pt idx="564">
                  <c:v>0.20791169082</c:v>
                </c:pt>
                <c:pt idx="565">
                  <c:v>0.21643961394</c:v>
                </c:pt>
                <c:pt idx="566">
                  <c:v>0.22495105434</c:v>
                </c:pt>
                <c:pt idx="567">
                  <c:v>0.23344536386</c:v>
                </c:pt>
                <c:pt idx="568">
                  <c:v>0.2419218956</c:v>
                </c:pt>
                <c:pt idx="569">
                  <c:v>0.25038000405</c:v>
                </c:pt>
                <c:pt idx="570">
                  <c:v>0.2588190451</c:v>
                </c:pt>
                <c:pt idx="571">
                  <c:v>0.26723837608</c:v>
                </c:pt>
                <c:pt idx="572">
                  <c:v>0.27563735582</c:v>
                </c:pt>
                <c:pt idx="573">
                  <c:v>0.2840153447</c:v>
                </c:pt>
                <c:pt idx="574">
                  <c:v>0.29237170472</c:v>
                </c:pt>
                <c:pt idx="575">
                  <c:v>0.3007057995</c:v>
                </c:pt>
                <c:pt idx="576">
                  <c:v>0.30901699437</c:v>
                </c:pt>
                <c:pt idx="577">
                  <c:v>0.31730465641</c:v>
                </c:pt>
                <c:pt idx="578">
                  <c:v>0.32556815446</c:v>
                </c:pt>
                <c:pt idx="579">
                  <c:v>0.33380685923</c:v>
                </c:pt>
                <c:pt idx="580">
                  <c:v>0.34202014333</c:v>
                </c:pt>
                <c:pt idx="581">
                  <c:v>0.35020738126</c:v>
                </c:pt>
                <c:pt idx="582">
                  <c:v>0.35836794955</c:v>
                </c:pt>
                <c:pt idx="583">
                  <c:v>0.36650122672</c:v>
                </c:pt>
                <c:pt idx="584">
                  <c:v>0.37460659342</c:v>
                </c:pt>
                <c:pt idx="585">
                  <c:v>0.38268343237</c:v>
                </c:pt>
                <c:pt idx="586">
                  <c:v>0.39073112849</c:v>
                </c:pt>
                <c:pt idx="587">
                  <c:v>0.39874906893</c:v>
                </c:pt>
                <c:pt idx="588">
                  <c:v>0.40673664308</c:v>
                </c:pt>
                <c:pt idx="589">
                  <c:v>0.41469324266</c:v>
                </c:pt>
                <c:pt idx="590">
                  <c:v>0.42261826174</c:v>
                </c:pt>
                <c:pt idx="591">
                  <c:v>0.43051109681</c:v>
                </c:pt>
                <c:pt idx="592">
                  <c:v>0.43837114679</c:v>
                </c:pt>
                <c:pt idx="593">
                  <c:v>0.44619781311</c:v>
                </c:pt>
                <c:pt idx="594">
                  <c:v>0.45399049974</c:v>
                </c:pt>
                <c:pt idx="595">
                  <c:v>0.46174861324</c:v>
                </c:pt>
                <c:pt idx="596">
                  <c:v>0.46947156279</c:v>
                </c:pt>
                <c:pt idx="597">
                  <c:v>0.47715876026</c:v>
                </c:pt>
                <c:pt idx="598">
                  <c:v>0.48480962025</c:v>
                </c:pt>
                <c:pt idx="599">
                  <c:v>0.4924235601</c:v>
                </c:pt>
                <c:pt idx="600">
                  <c:v>0.5</c:v>
                </c:pt>
                <c:pt idx="601">
                  <c:v>0.50753836296</c:v>
                </c:pt>
                <c:pt idx="602">
                  <c:v>0.51503807491</c:v>
                </c:pt>
                <c:pt idx="603">
                  <c:v>0.52249856472</c:v>
                </c:pt>
                <c:pt idx="604">
                  <c:v>0.52991926423</c:v>
                </c:pt>
                <c:pt idx="605">
                  <c:v>0.53729960835</c:v>
                </c:pt>
                <c:pt idx="606">
                  <c:v>0.54463903502</c:v>
                </c:pt>
                <c:pt idx="607">
                  <c:v>0.55193698531</c:v>
                </c:pt>
                <c:pt idx="608">
                  <c:v>0.55919290347</c:v>
                </c:pt>
                <c:pt idx="609">
                  <c:v>0.56640623692</c:v>
                </c:pt>
                <c:pt idx="610">
                  <c:v>0.57357643635</c:v>
                </c:pt>
                <c:pt idx="611">
                  <c:v>0.58070295571</c:v>
                </c:pt>
                <c:pt idx="612">
                  <c:v>0.58778525229</c:v>
                </c:pt>
                <c:pt idx="613">
                  <c:v>0.59482278675</c:v>
                </c:pt>
                <c:pt idx="614">
                  <c:v>0.60181502315</c:v>
                </c:pt>
                <c:pt idx="615">
                  <c:v>0.60876142901</c:v>
                </c:pt>
                <c:pt idx="616">
                  <c:v>0.61566147533</c:v>
                </c:pt>
                <c:pt idx="617">
                  <c:v>0.62251463664</c:v>
                </c:pt>
                <c:pt idx="618">
                  <c:v>0.62932039105</c:v>
                </c:pt>
                <c:pt idx="619">
                  <c:v>0.63607822028</c:v>
                </c:pt>
                <c:pt idx="620">
                  <c:v>0.64278760969</c:v>
                </c:pt>
                <c:pt idx="621">
                  <c:v>0.64944804833</c:v>
                </c:pt>
                <c:pt idx="622">
                  <c:v>0.65605902899</c:v>
                </c:pt>
                <c:pt idx="623">
                  <c:v>0.66262004822</c:v>
                </c:pt>
                <c:pt idx="624">
                  <c:v>0.66913060636</c:v>
                </c:pt>
                <c:pt idx="625">
                  <c:v>0.67559020762</c:v>
                </c:pt>
                <c:pt idx="626">
                  <c:v>0.68199836006</c:v>
                </c:pt>
                <c:pt idx="627">
                  <c:v>0.68835457569</c:v>
                </c:pt>
                <c:pt idx="628">
                  <c:v>0.69465837046</c:v>
                </c:pt>
                <c:pt idx="629">
                  <c:v>0.7009092643</c:v>
                </c:pt>
                <c:pt idx="630">
                  <c:v>0.70710678119</c:v>
                </c:pt>
                <c:pt idx="631">
                  <c:v>0.71325044915</c:v>
                </c:pt>
                <c:pt idx="632">
                  <c:v>0.71933980034</c:v>
                </c:pt>
                <c:pt idx="633">
                  <c:v>0.72537437101</c:v>
                </c:pt>
                <c:pt idx="634">
                  <c:v>0.73135370162</c:v>
                </c:pt>
                <c:pt idx="635">
                  <c:v>0.73727733681</c:v>
                </c:pt>
                <c:pt idx="636">
                  <c:v>0.74314482548</c:v>
                </c:pt>
                <c:pt idx="637">
                  <c:v>0.74895572079</c:v>
                </c:pt>
                <c:pt idx="638">
                  <c:v>0.75470958022</c:v>
                </c:pt>
                <c:pt idx="639">
                  <c:v>0.7604059656</c:v>
                </c:pt>
                <c:pt idx="640">
                  <c:v>0.76604444312</c:v>
                </c:pt>
                <c:pt idx="641">
                  <c:v>0.77162458339</c:v>
                </c:pt>
                <c:pt idx="642">
                  <c:v>0.77714596146</c:v>
                </c:pt>
                <c:pt idx="643">
                  <c:v>0.78260815685</c:v>
                </c:pt>
                <c:pt idx="644">
                  <c:v>0.78801075361</c:v>
                </c:pt>
                <c:pt idx="645">
                  <c:v>0.79335334029</c:v>
                </c:pt>
                <c:pt idx="646">
                  <c:v>0.79863551005</c:v>
                </c:pt>
                <c:pt idx="647">
                  <c:v>0.80385686062</c:v>
                </c:pt>
                <c:pt idx="648">
                  <c:v>0.80901699437</c:v>
                </c:pt>
                <c:pt idx="649">
                  <c:v>0.81411551836</c:v>
                </c:pt>
                <c:pt idx="650">
                  <c:v>0.81915204429</c:v>
                </c:pt>
                <c:pt idx="651">
                  <c:v>0.82412618862</c:v>
                </c:pt>
                <c:pt idx="652">
                  <c:v>0.82903757256</c:v>
                </c:pt>
                <c:pt idx="653">
                  <c:v>0.83388582207</c:v>
                </c:pt>
                <c:pt idx="654">
                  <c:v>0.83867056795</c:v>
                </c:pt>
                <c:pt idx="655">
                  <c:v>0.84339144581</c:v>
                </c:pt>
                <c:pt idx="656">
                  <c:v>0.84804809616</c:v>
                </c:pt>
                <c:pt idx="657">
                  <c:v>0.85264016435</c:v>
                </c:pt>
                <c:pt idx="658">
                  <c:v>0.8571673007</c:v>
                </c:pt>
                <c:pt idx="659">
                  <c:v>0.86162916044</c:v>
                </c:pt>
                <c:pt idx="660">
                  <c:v>0.86602540378</c:v>
                </c:pt>
                <c:pt idx="661">
                  <c:v>0.87035569594</c:v>
                </c:pt>
                <c:pt idx="662">
                  <c:v>0.87461970714</c:v>
                </c:pt>
                <c:pt idx="663">
                  <c:v>0.87881711266</c:v>
                </c:pt>
                <c:pt idx="664">
                  <c:v>0.88294759286</c:v>
                </c:pt>
                <c:pt idx="665">
                  <c:v>0.88701083318</c:v>
                </c:pt>
                <c:pt idx="666">
                  <c:v>0.89100652419</c:v>
                </c:pt>
                <c:pt idx="667">
                  <c:v>0.8949343616</c:v>
                </c:pt>
                <c:pt idx="668">
                  <c:v>0.8987940463</c:v>
                </c:pt>
                <c:pt idx="669">
                  <c:v>0.90258528435</c:v>
                </c:pt>
                <c:pt idx="670">
                  <c:v>0.90630778704</c:v>
                </c:pt>
                <c:pt idx="671">
                  <c:v>0.90996127088</c:v>
                </c:pt>
                <c:pt idx="672">
                  <c:v>0.91354545764</c:v>
                </c:pt>
                <c:pt idx="673">
                  <c:v>0.91706007439</c:v>
                </c:pt>
                <c:pt idx="674">
                  <c:v>0.92050485345</c:v>
                </c:pt>
                <c:pt idx="675">
                  <c:v>0.92387953251</c:v>
                </c:pt>
                <c:pt idx="676">
                  <c:v>0.92718385457</c:v>
                </c:pt>
                <c:pt idx="677">
                  <c:v>0.93041756798</c:v>
                </c:pt>
                <c:pt idx="678">
                  <c:v>0.9335804265</c:v>
                </c:pt>
                <c:pt idx="679">
                  <c:v>0.93667218925</c:v>
                </c:pt>
                <c:pt idx="680">
                  <c:v>0.93969262079</c:v>
                </c:pt>
                <c:pt idx="681">
                  <c:v>0.94264149109</c:v>
                </c:pt>
                <c:pt idx="682">
                  <c:v>0.9455185756</c:v>
                </c:pt>
                <c:pt idx="683">
                  <c:v>0.94832365521</c:v>
                </c:pt>
                <c:pt idx="684">
                  <c:v>0.9510565163</c:v>
                </c:pt>
                <c:pt idx="685">
                  <c:v>0.95371695075</c:v>
                </c:pt>
                <c:pt idx="686">
                  <c:v>0.95630475596</c:v>
                </c:pt>
                <c:pt idx="687">
                  <c:v>0.95881973487</c:v>
                </c:pt>
                <c:pt idx="688">
                  <c:v>0.96126169594</c:v>
                </c:pt>
                <c:pt idx="689">
                  <c:v>0.96363045321</c:v>
                </c:pt>
                <c:pt idx="690">
                  <c:v>0.96592582629</c:v>
                </c:pt>
                <c:pt idx="691">
                  <c:v>0.96814764038</c:v>
                </c:pt>
                <c:pt idx="692">
                  <c:v>0.97029572628</c:v>
                </c:pt>
                <c:pt idx="693">
                  <c:v>0.9723699204</c:v>
                </c:pt>
                <c:pt idx="694">
                  <c:v>0.97437006479</c:v>
                </c:pt>
                <c:pt idx="695">
                  <c:v>0.97629600712</c:v>
                </c:pt>
                <c:pt idx="696">
                  <c:v>0.97814760073</c:v>
                </c:pt>
                <c:pt idx="697">
                  <c:v>0.97992470462</c:v>
                </c:pt>
                <c:pt idx="698">
                  <c:v>0.98162718345</c:v>
                </c:pt>
                <c:pt idx="699">
                  <c:v>0.98325490756</c:v>
                </c:pt>
                <c:pt idx="700">
                  <c:v>0.98480775301</c:v>
                </c:pt>
                <c:pt idx="701">
                  <c:v>0.98628560154</c:v>
                </c:pt>
                <c:pt idx="702">
                  <c:v>0.9876883406</c:v>
                </c:pt>
                <c:pt idx="703">
                  <c:v>0.98901586336</c:v>
                </c:pt>
                <c:pt idx="704">
                  <c:v>0.99026806874</c:v>
                </c:pt>
                <c:pt idx="705">
                  <c:v>0.99144486137</c:v>
                </c:pt>
                <c:pt idx="706">
                  <c:v>0.99254615164</c:v>
                </c:pt>
                <c:pt idx="707">
                  <c:v>0.99357185568</c:v>
                </c:pt>
                <c:pt idx="708">
                  <c:v>0.99452189537</c:v>
                </c:pt>
                <c:pt idx="709">
                  <c:v>0.99539619837</c:v>
                </c:pt>
                <c:pt idx="710">
                  <c:v>0.99619469809</c:v>
                </c:pt>
                <c:pt idx="711">
                  <c:v>0.99691733373</c:v>
                </c:pt>
                <c:pt idx="712">
                  <c:v>0.99756405026</c:v>
                </c:pt>
                <c:pt idx="713">
                  <c:v>0.99813479842</c:v>
                </c:pt>
                <c:pt idx="714">
                  <c:v>0.99862953475</c:v>
                </c:pt>
                <c:pt idx="715">
                  <c:v>0.99904822158</c:v>
                </c:pt>
                <c:pt idx="716">
                  <c:v>0.99939082702</c:v>
                </c:pt>
                <c:pt idx="717">
                  <c:v>0.99965732498</c:v>
                </c:pt>
                <c:pt idx="718">
                  <c:v>0.99984769516</c:v>
                </c:pt>
                <c:pt idx="719">
                  <c:v>0.99996192306</c:v>
                </c:pt>
                <c:pt idx="720">
                  <c:v>1</c:v>
                </c:pt>
              </c:numCache>
            </c:numRef>
          </c:xVal>
          <c:yVal>
            <c:numRef>
              <c:f>'Chart Data'!$D$2:$D$722</c:f>
              <c:numCache>
                <c:formatCode>0.0</c:formatCode>
                <c:ptCount val="721"/>
                <c:pt idx="0">
                  <c:v>0</c:v>
                </c:pt>
                <c:pt idx="1">
                  <c:v>0.0087265354984</c:v>
                </c:pt>
                <c:pt idx="2">
                  <c:v>0.017452406437</c:v>
                </c:pt>
                <c:pt idx="3">
                  <c:v>0.026176948308</c:v>
                </c:pt>
                <c:pt idx="4">
                  <c:v>0.034899496703</c:v>
                </c:pt>
                <c:pt idx="5">
                  <c:v>0.043619387365</c:v>
                </c:pt>
                <c:pt idx="6">
                  <c:v>0.052335956243</c:v>
                </c:pt>
                <c:pt idx="7">
                  <c:v>0.061048539535</c:v>
                </c:pt>
                <c:pt idx="8">
                  <c:v>0.069756473744</c:v>
                </c:pt>
                <c:pt idx="9">
                  <c:v>0.078459095728</c:v>
                </c:pt>
                <c:pt idx="10">
                  <c:v>0.087155742748</c:v>
                </c:pt>
                <c:pt idx="11">
                  <c:v>0.09584575252</c:v>
                </c:pt>
                <c:pt idx="12">
                  <c:v>0.10452846327</c:v>
                </c:pt>
                <c:pt idx="13">
                  <c:v>0.11320321377</c:v>
                </c:pt>
                <c:pt idx="14">
                  <c:v>0.12186934341</c:v>
                </c:pt>
                <c:pt idx="15">
                  <c:v>0.13052619222</c:v>
                </c:pt>
                <c:pt idx="16">
                  <c:v>0.13917310096</c:v>
                </c:pt>
                <c:pt idx="17">
                  <c:v>0.14780941113</c:v>
                </c:pt>
                <c:pt idx="18">
                  <c:v>0.15643446504</c:v>
                </c:pt>
                <c:pt idx="19">
                  <c:v>0.16504760586</c:v>
                </c:pt>
                <c:pt idx="20">
                  <c:v>0.17364817767</c:v>
                </c:pt>
                <c:pt idx="21">
                  <c:v>0.18223552549</c:v>
                </c:pt>
                <c:pt idx="22">
                  <c:v>0.19080899538</c:v>
                </c:pt>
                <c:pt idx="23">
                  <c:v>0.19936793442</c:v>
                </c:pt>
                <c:pt idx="24">
                  <c:v>0.20791169082</c:v>
                </c:pt>
                <c:pt idx="25">
                  <c:v>0.21643961394</c:v>
                </c:pt>
                <c:pt idx="26">
                  <c:v>0.22495105434</c:v>
                </c:pt>
                <c:pt idx="27">
                  <c:v>0.23344536386</c:v>
                </c:pt>
                <c:pt idx="28">
                  <c:v>0.2419218956</c:v>
                </c:pt>
                <c:pt idx="29">
                  <c:v>0.25038000405</c:v>
                </c:pt>
                <c:pt idx="30">
                  <c:v>0.2588190451</c:v>
                </c:pt>
                <c:pt idx="31">
                  <c:v>0.26723837608</c:v>
                </c:pt>
                <c:pt idx="32">
                  <c:v>0.27563735582</c:v>
                </c:pt>
                <c:pt idx="33">
                  <c:v>0.2840153447</c:v>
                </c:pt>
                <c:pt idx="34">
                  <c:v>0.29237170472</c:v>
                </c:pt>
                <c:pt idx="35">
                  <c:v>0.3007057995</c:v>
                </c:pt>
                <c:pt idx="36">
                  <c:v>0.30901699437</c:v>
                </c:pt>
                <c:pt idx="37">
                  <c:v>0.31730465641</c:v>
                </c:pt>
                <c:pt idx="38">
                  <c:v>0.32556815446</c:v>
                </c:pt>
                <c:pt idx="39">
                  <c:v>0.33380685923</c:v>
                </c:pt>
                <c:pt idx="40">
                  <c:v>0.34202014333</c:v>
                </c:pt>
                <c:pt idx="41">
                  <c:v>0.35020738126</c:v>
                </c:pt>
                <c:pt idx="42">
                  <c:v>0.35836794955</c:v>
                </c:pt>
                <c:pt idx="43">
                  <c:v>0.36650122672</c:v>
                </c:pt>
                <c:pt idx="44">
                  <c:v>0.37460659342</c:v>
                </c:pt>
                <c:pt idx="45">
                  <c:v>0.38268343237</c:v>
                </c:pt>
                <c:pt idx="46">
                  <c:v>0.39073112849</c:v>
                </c:pt>
                <c:pt idx="47">
                  <c:v>0.39874906893</c:v>
                </c:pt>
                <c:pt idx="48">
                  <c:v>0.40673664308</c:v>
                </c:pt>
                <c:pt idx="49">
                  <c:v>0.41469324266</c:v>
                </c:pt>
                <c:pt idx="50">
                  <c:v>0.42261826174</c:v>
                </c:pt>
                <c:pt idx="51">
                  <c:v>0.43051109681</c:v>
                </c:pt>
                <c:pt idx="52">
                  <c:v>0.43837114679</c:v>
                </c:pt>
                <c:pt idx="53">
                  <c:v>0.44619781311</c:v>
                </c:pt>
                <c:pt idx="54">
                  <c:v>0.45399049974</c:v>
                </c:pt>
                <c:pt idx="55">
                  <c:v>0.46174861324</c:v>
                </c:pt>
                <c:pt idx="56">
                  <c:v>0.46947156279</c:v>
                </c:pt>
                <c:pt idx="57">
                  <c:v>0.47715876026</c:v>
                </c:pt>
                <c:pt idx="58">
                  <c:v>0.48480962025</c:v>
                </c:pt>
                <c:pt idx="59">
                  <c:v>0.4924235601</c:v>
                </c:pt>
                <c:pt idx="60">
                  <c:v>0.5</c:v>
                </c:pt>
                <c:pt idx="61">
                  <c:v>0.50753836296</c:v>
                </c:pt>
                <c:pt idx="62">
                  <c:v>0.51503807491</c:v>
                </c:pt>
                <c:pt idx="63">
                  <c:v>0.52249856472</c:v>
                </c:pt>
                <c:pt idx="64">
                  <c:v>0.52991926423</c:v>
                </c:pt>
                <c:pt idx="65">
                  <c:v>0.53729960835</c:v>
                </c:pt>
                <c:pt idx="66">
                  <c:v>0.54463903502</c:v>
                </c:pt>
                <c:pt idx="67">
                  <c:v>0.55193698531</c:v>
                </c:pt>
                <c:pt idx="68">
                  <c:v>0.55919290347</c:v>
                </c:pt>
                <c:pt idx="69">
                  <c:v>0.56640623692</c:v>
                </c:pt>
                <c:pt idx="70">
                  <c:v>0.57357643635</c:v>
                </c:pt>
                <c:pt idx="71">
                  <c:v>0.58070295571</c:v>
                </c:pt>
                <c:pt idx="72">
                  <c:v>0.58778525229</c:v>
                </c:pt>
                <c:pt idx="73">
                  <c:v>0.59482278675</c:v>
                </c:pt>
                <c:pt idx="74">
                  <c:v>0.60181502315</c:v>
                </c:pt>
                <c:pt idx="75">
                  <c:v>0.60876142901</c:v>
                </c:pt>
                <c:pt idx="76">
                  <c:v>0.61566147533</c:v>
                </c:pt>
                <c:pt idx="77">
                  <c:v>0.62251463664</c:v>
                </c:pt>
                <c:pt idx="78">
                  <c:v>0.62932039105</c:v>
                </c:pt>
                <c:pt idx="79">
                  <c:v>0.63607822028</c:v>
                </c:pt>
                <c:pt idx="80">
                  <c:v>0.64278760969</c:v>
                </c:pt>
                <c:pt idx="81">
                  <c:v>0.64944804833</c:v>
                </c:pt>
                <c:pt idx="82">
                  <c:v>0.65605902899</c:v>
                </c:pt>
                <c:pt idx="83">
                  <c:v>0.66262004822</c:v>
                </c:pt>
                <c:pt idx="84">
                  <c:v>0.66913060636</c:v>
                </c:pt>
                <c:pt idx="85">
                  <c:v>0.67559020762</c:v>
                </c:pt>
                <c:pt idx="86">
                  <c:v>0.68199836006</c:v>
                </c:pt>
                <c:pt idx="87">
                  <c:v>0.68835457569</c:v>
                </c:pt>
                <c:pt idx="88">
                  <c:v>0.69465837046</c:v>
                </c:pt>
                <c:pt idx="89">
                  <c:v>0.7009092643</c:v>
                </c:pt>
                <c:pt idx="90">
                  <c:v>0.70710678119</c:v>
                </c:pt>
                <c:pt idx="91">
                  <c:v>0.71325044915</c:v>
                </c:pt>
                <c:pt idx="92">
                  <c:v>0.71933980034</c:v>
                </c:pt>
                <c:pt idx="93">
                  <c:v>0.72537437101</c:v>
                </c:pt>
                <c:pt idx="94">
                  <c:v>0.73135370162</c:v>
                </c:pt>
                <c:pt idx="95">
                  <c:v>0.73727733681</c:v>
                </c:pt>
                <c:pt idx="96">
                  <c:v>0.74314482548</c:v>
                </c:pt>
                <c:pt idx="97">
                  <c:v>0.74895572079</c:v>
                </c:pt>
                <c:pt idx="98">
                  <c:v>0.75470958022</c:v>
                </c:pt>
                <c:pt idx="99">
                  <c:v>0.7604059656</c:v>
                </c:pt>
                <c:pt idx="100">
                  <c:v>0.76604444312</c:v>
                </c:pt>
                <c:pt idx="101">
                  <c:v>0.77162458339</c:v>
                </c:pt>
                <c:pt idx="102">
                  <c:v>0.77714596146</c:v>
                </c:pt>
                <c:pt idx="103">
                  <c:v>0.78260815685</c:v>
                </c:pt>
                <c:pt idx="104">
                  <c:v>0.78801075361</c:v>
                </c:pt>
                <c:pt idx="105">
                  <c:v>0.79335334029</c:v>
                </c:pt>
                <c:pt idx="106">
                  <c:v>0.79863551005</c:v>
                </c:pt>
                <c:pt idx="107">
                  <c:v>0.80385686062</c:v>
                </c:pt>
                <c:pt idx="108">
                  <c:v>0.80901699437</c:v>
                </c:pt>
                <c:pt idx="109">
                  <c:v>0.81411551836</c:v>
                </c:pt>
                <c:pt idx="110">
                  <c:v>0.81915204429</c:v>
                </c:pt>
                <c:pt idx="111">
                  <c:v>0.82412618862</c:v>
                </c:pt>
                <c:pt idx="112">
                  <c:v>0.82903757256</c:v>
                </c:pt>
                <c:pt idx="113">
                  <c:v>0.83388582207</c:v>
                </c:pt>
                <c:pt idx="114">
                  <c:v>0.83867056795</c:v>
                </c:pt>
                <c:pt idx="115">
                  <c:v>0.84339144581</c:v>
                </c:pt>
                <c:pt idx="116">
                  <c:v>0.84804809616</c:v>
                </c:pt>
                <c:pt idx="117">
                  <c:v>0.85264016435</c:v>
                </c:pt>
                <c:pt idx="118">
                  <c:v>0.8571673007</c:v>
                </c:pt>
                <c:pt idx="119">
                  <c:v>0.86162916044</c:v>
                </c:pt>
                <c:pt idx="120">
                  <c:v>0.86602540378</c:v>
                </c:pt>
                <c:pt idx="121">
                  <c:v>0.87035569594</c:v>
                </c:pt>
                <c:pt idx="122">
                  <c:v>0.87461970714</c:v>
                </c:pt>
                <c:pt idx="123">
                  <c:v>0.87881711266</c:v>
                </c:pt>
                <c:pt idx="124">
                  <c:v>0.88294759286</c:v>
                </c:pt>
                <c:pt idx="125">
                  <c:v>0.88701083318</c:v>
                </c:pt>
                <c:pt idx="126">
                  <c:v>0.89100652419</c:v>
                </c:pt>
                <c:pt idx="127">
                  <c:v>0.8949343616</c:v>
                </c:pt>
                <c:pt idx="128">
                  <c:v>0.8987940463</c:v>
                </c:pt>
                <c:pt idx="129">
                  <c:v>0.90258528435</c:v>
                </c:pt>
                <c:pt idx="130">
                  <c:v>0.90630778704</c:v>
                </c:pt>
                <c:pt idx="131">
                  <c:v>0.90996127088</c:v>
                </c:pt>
                <c:pt idx="132">
                  <c:v>0.91354545764</c:v>
                </c:pt>
                <c:pt idx="133">
                  <c:v>0.91706007439</c:v>
                </c:pt>
                <c:pt idx="134">
                  <c:v>0.92050485345</c:v>
                </c:pt>
                <c:pt idx="135">
                  <c:v>0.92387953251</c:v>
                </c:pt>
                <c:pt idx="136">
                  <c:v>0.92718385457</c:v>
                </c:pt>
                <c:pt idx="137">
                  <c:v>0.93041756798</c:v>
                </c:pt>
                <c:pt idx="138">
                  <c:v>0.9335804265</c:v>
                </c:pt>
                <c:pt idx="139">
                  <c:v>0.93667218925</c:v>
                </c:pt>
                <c:pt idx="140">
                  <c:v>0.93969262079</c:v>
                </c:pt>
                <c:pt idx="141">
                  <c:v>0.94264149109</c:v>
                </c:pt>
                <c:pt idx="142">
                  <c:v>0.9455185756</c:v>
                </c:pt>
                <c:pt idx="143">
                  <c:v>0.94832365521</c:v>
                </c:pt>
                <c:pt idx="144">
                  <c:v>0.9510565163</c:v>
                </c:pt>
                <c:pt idx="145">
                  <c:v>0.95371695075</c:v>
                </c:pt>
                <c:pt idx="146">
                  <c:v>0.95630475596</c:v>
                </c:pt>
                <c:pt idx="147">
                  <c:v>0.95881973487</c:v>
                </c:pt>
                <c:pt idx="148">
                  <c:v>0.96126169594</c:v>
                </c:pt>
                <c:pt idx="149">
                  <c:v>0.96363045321</c:v>
                </c:pt>
                <c:pt idx="150">
                  <c:v>0.96592582629</c:v>
                </c:pt>
                <c:pt idx="151">
                  <c:v>0.96814764038</c:v>
                </c:pt>
                <c:pt idx="152">
                  <c:v>0.97029572628</c:v>
                </c:pt>
                <c:pt idx="153">
                  <c:v>0.9723699204</c:v>
                </c:pt>
                <c:pt idx="154">
                  <c:v>0.97437006479</c:v>
                </c:pt>
                <c:pt idx="155">
                  <c:v>0.97629600712</c:v>
                </c:pt>
                <c:pt idx="156">
                  <c:v>0.97814760073</c:v>
                </c:pt>
                <c:pt idx="157">
                  <c:v>0.97992470462</c:v>
                </c:pt>
                <c:pt idx="158">
                  <c:v>0.98162718345</c:v>
                </c:pt>
                <c:pt idx="159">
                  <c:v>0.98325490756</c:v>
                </c:pt>
                <c:pt idx="160">
                  <c:v>0.98480775301</c:v>
                </c:pt>
                <c:pt idx="161">
                  <c:v>0.98628560154</c:v>
                </c:pt>
                <c:pt idx="162">
                  <c:v>0.9876883406</c:v>
                </c:pt>
                <c:pt idx="163">
                  <c:v>0.98901586336</c:v>
                </c:pt>
                <c:pt idx="164">
                  <c:v>0.99026806874</c:v>
                </c:pt>
                <c:pt idx="165">
                  <c:v>0.99144486137</c:v>
                </c:pt>
                <c:pt idx="166">
                  <c:v>0.99254615164</c:v>
                </c:pt>
                <c:pt idx="167">
                  <c:v>0.99357185568</c:v>
                </c:pt>
                <c:pt idx="168">
                  <c:v>0.99452189537</c:v>
                </c:pt>
                <c:pt idx="169">
                  <c:v>0.99539619837</c:v>
                </c:pt>
                <c:pt idx="170">
                  <c:v>0.99619469809</c:v>
                </c:pt>
                <c:pt idx="171">
                  <c:v>0.99691733373</c:v>
                </c:pt>
                <c:pt idx="172">
                  <c:v>0.99756405026</c:v>
                </c:pt>
                <c:pt idx="173">
                  <c:v>0.99813479842</c:v>
                </c:pt>
                <c:pt idx="174">
                  <c:v>0.99862953475</c:v>
                </c:pt>
                <c:pt idx="175">
                  <c:v>0.99904822158</c:v>
                </c:pt>
                <c:pt idx="176">
                  <c:v>0.99939082702</c:v>
                </c:pt>
                <c:pt idx="177">
                  <c:v>0.99965732498</c:v>
                </c:pt>
                <c:pt idx="178">
                  <c:v>0.99984769516</c:v>
                </c:pt>
                <c:pt idx="179">
                  <c:v>0.99996192306</c:v>
                </c:pt>
                <c:pt idx="180">
                  <c:v>1</c:v>
                </c:pt>
                <c:pt idx="181">
                  <c:v>0.99996192306</c:v>
                </c:pt>
                <c:pt idx="182">
                  <c:v>0.99984769516</c:v>
                </c:pt>
                <c:pt idx="183">
                  <c:v>0.99965732498</c:v>
                </c:pt>
                <c:pt idx="184">
                  <c:v>0.99939082702</c:v>
                </c:pt>
                <c:pt idx="185">
                  <c:v>0.99904822158</c:v>
                </c:pt>
                <c:pt idx="186">
                  <c:v>0.99862953475</c:v>
                </c:pt>
                <c:pt idx="187">
                  <c:v>0.99813479842</c:v>
                </c:pt>
                <c:pt idx="188">
                  <c:v>0.99756405026</c:v>
                </c:pt>
                <c:pt idx="189">
                  <c:v>0.99691733373</c:v>
                </c:pt>
                <c:pt idx="190">
                  <c:v>0.99619469809</c:v>
                </c:pt>
                <c:pt idx="191">
                  <c:v>0.99539619837</c:v>
                </c:pt>
                <c:pt idx="192">
                  <c:v>0.99452189537</c:v>
                </c:pt>
                <c:pt idx="193">
                  <c:v>0.99357185568</c:v>
                </c:pt>
                <c:pt idx="194">
                  <c:v>0.99254615164</c:v>
                </c:pt>
                <c:pt idx="195">
                  <c:v>0.99144486137</c:v>
                </c:pt>
                <c:pt idx="196">
                  <c:v>0.99026806874</c:v>
                </c:pt>
                <c:pt idx="197">
                  <c:v>0.98901586336</c:v>
                </c:pt>
                <c:pt idx="198">
                  <c:v>0.9876883406</c:v>
                </c:pt>
                <c:pt idx="199">
                  <c:v>0.98628560154</c:v>
                </c:pt>
                <c:pt idx="200">
                  <c:v>0.98480775301</c:v>
                </c:pt>
                <c:pt idx="201">
                  <c:v>0.98325490756</c:v>
                </c:pt>
                <c:pt idx="202">
                  <c:v>0.98162718345</c:v>
                </c:pt>
                <c:pt idx="203">
                  <c:v>0.97992470462</c:v>
                </c:pt>
                <c:pt idx="204">
                  <c:v>0.97814760073</c:v>
                </c:pt>
                <c:pt idx="205">
                  <c:v>0.97629600712</c:v>
                </c:pt>
                <c:pt idx="206">
                  <c:v>0.97437006479</c:v>
                </c:pt>
                <c:pt idx="207">
                  <c:v>0.9723699204</c:v>
                </c:pt>
                <c:pt idx="208">
                  <c:v>0.97029572628</c:v>
                </c:pt>
                <c:pt idx="209">
                  <c:v>0.96814764038</c:v>
                </c:pt>
                <c:pt idx="210">
                  <c:v>0.96592582629</c:v>
                </c:pt>
                <c:pt idx="211">
                  <c:v>0.96363045321</c:v>
                </c:pt>
                <c:pt idx="212">
                  <c:v>0.96126169594</c:v>
                </c:pt>
                <c:pt idx="213">
                  <c:v>0.95881973487</c:v>
                </c:pt>
                <c:pt idx="214">
                  <c:v>0.95630475596</c:v>
                </c:pt>
                <c:pt idx="215">
                  <c:v>0.95371695075</c:v>
                </c:pt>
                <c:pt idx="216">
                  <c:v>0.9510565163</c:v>
                </c:pt>
                <c:pt idx="217">
                  <c:v>0.94832365521</c:v>
                </c:pt>
                <c:pt idx="218">
                  <c:v>0.9455185756</c:v>
                </c:pt>
                <c:pt idx="219">
                  <c:v>0.94264149109</c:v>
                </c:pt>
                <c:pt idx="220">
                  <c:v>0.93969262079</c:v>
                </c:pt>
                <c:pt idx="221">
                  <c:v>0.93667218925</c:v>
                </c:pt>
                <c:pt idx="222">
                  <c:v>0.9335804265</c:v>
                </c:pt>
                <c:pt idx="223">
                  <c:v>0.93041756798</c:v>
                </c:pt>
                <c:pt idx="224">
                  <c:v>0.92718385457</c:v>
                </c:pt>
                <c:pt idx="225">
                  <c:v>0.92387953251</c:v>
                </c:pt>
                <c:pt idx="226">
                  <c:v>0.92050485345</c:v>
                </c:pt>
                <c:pt idx="227">
                  <c:v>0.91706007439</c:v>
                </c:pt>
                <c:pt idx="228">
                  <c:v>0.91354545764</c:v>
                </c:pt>
                <c:pt idx="229">
                  <c:v>0.90996127088</c:v>
                </c:pt>
                <c:pt idx="230">
                  <c:v>0.90630778704</c:v>
                </c:pt>
                <c:pt idx="231">
                  <c:v>0.90258528435</c:v>
                </c:pt>
                <c:pt idx="232">
                  <c:v>0.8987940463</c:v>
                </c:pt>
                <c:pt idx="233">
                  <c:v>0.8949343616</c:v>
                </c:pt>
                <c:pt idx="234">
                  <c:v>0.89100652419</c:v>
                </c:pt>
                <c:pt idx="235">
                  <c:v>0.88701083318</c:v>
                </c:pt>
                <c:pt idx="236">
                  <c:v>0.88294759286</c:v>
                </c:pt>
                <c:pt idx="237">
                  <c:v>0.87881711266</c:v>
                </c:pt>
                <c:pt idx="238">
                  <c:v>0.87461970714</c:v>
                </c:pt>
                <c:pt idx="239">
                  <c:v>0.87035569594</c:v>
                </c:pt>
                <c:pt idx="240">
                  <c:v>0.86602540378</c:v>
                </c:pt>
                <c:pt idx="241">
                  <c:v>0.86162916044</c:v>
                </c:pt>
                <c:pt idx="242">
                  <c:v>0.8571673007</c:v>
                </c:pt>
                <c:pt idx="243">
                  <c:v>0.85264016435</c:v>
                </c:pt>
                <c:pt idx="244">
                  <c:v>0.84804809616</c:v>
                </c:pt>
                <c:pt idx="245">
                  <c:v>0.84339144581</c:v>
                </c:pt>
                <c:pt idx="246">
                  <c:v>0.83867056795</c:v>
                </c:pt>
                <c:pt idx="247">
                  <c:v>0.83388582207</c:v>
                </c:pt>
                <c:pt idx="248">
                  <c:v>0.82903757256</c:v>
                </c:pt>
                <c:pt idx="249">
                  <c:v>0.82412618862</c:v>
                </c:pt>
                <c:pt idx="250">
                  <c:v>0.81915204429</c:v>
                </c:pt>
                <c:pt idx="251">
                  <c:v>0.81411551836</c:v>
                </c:pt>
                <c:pt idx="252">
                  <c:v>0.80901699437</c:v>
                </c:pt>
                <c:pt idx="253">
                  <c:v>0.80385686062</c:v>
                </c:pt>
                <c:pt idx="254">
                  <c:v>0.79863551005</c:v>
                </c:pt>
                <c:pt idx="255">
                  <c:v>0.79335334029</c:v>
                </c:pt>
                <c:pt idx="256">
                  <c:v>0.78801075361</c:v>
                </c:pt>
                <c:pt idx="257">
                  <c:v>0.78260815685</c:v>
                </c:pt>
                <c:pt idx="258">
                  <c:v>0.77714596146</c:v>
                </c:pt>
                <c:pt idx="259">
                  <c:v>0.77162458339</c:v>
                </c:pt>
                <c:pt idx="260">
                  <c:v>0.76604444312</c:v>
                </c:pt>
                <c:pt idx="261">
                  <c:v>0.7604059656</c:v>
                </c:pt>
                <c:pt idx="262">
                  <c:v>0.75470958022</c:v>
                </c:pt>
                <c:pt idx="263">
                  <c:v>0.74895572079</c:v>
                </c:pt>
                <c:pt idx="264">
                  <c:v>0.74314482548</c:v>
                </c:pt>
                <c:pt idx="265">
                  <c:v>0.73727733681</c:v>
                </c:pt>
                <c:pt idx="266">
                  <c:v>0.73135370162</c:v>
                </c:pt>
                <c:pt idx="267">
                  <c:v>0.72537437101</c:v>
                </c:pt>
                <c:pt idx="268">
                  <c:v>0.71933980034</c:v>
                </c:pt>
                <c:pt idx="269">
                  <c:v>0.71325044915</c:v>
                </c:pt>
                <c:pt idx="270">
                  <c:v>0.70710678119</c:v>
                </c:pt>
                <c:pt idx="271">
                  <c:v>0.7009092643</c:v>
                </c:pt>
                <c:pt idx="272">
                  <c:v>0.69465837046</c:v>
                </c:pt>
                <c:pt idx="273">
                  <c:v>0.68835457569</c:v>
                </c:pt>
                <c:pt idx="274">
                  <c:v>0.68199836006</c:v>
                </c:pt>
                <c:pt idx="275">
                  <c:v>0.67559020762</c:v>
                </c:pt>
                <c:pt idx="276">
                  <c:v>0.66913060636</c:v>
                </c:pt>
                <c:pt idx="277">
                  <c:v>0.66262004822</c:v>
                </c:pt>
                <c:pt idx="278">
                  <c:v>0.65605902899</c:v>
                </c:pt>
                <c:pt idx="279">
                  <c:v>0.64944804833</c:v>
                </c:pt>
                <c:pt idx="280">
                  <c:v>0.64278760969</c:v>
                </c:pt>
                <c:pt idx="281">
                  <c:v>0.63607822028</c:v>
                </c:pt>
                <c:pt idx="282">
                  <c:v>0.62932039105</c:v>
                </c:pt>
                <c:pt idx="283">
                  <c:v>0.62251463664</c:v>
                </c:pt>
                <c:pt idx="284">
                  <c:v>0.61566147533</c:v>
                </c:pt>
                <c:pt idx="285">
                  <c:v>0.60876142901</c:v>
                </c:pt>
                <c:pt idx="286">
                  <c:v>0.60181502315</c:v>
                </c:pt>
                <c:pt idx="287">
                  <c:v>0.59482278675</c:v>
                </c:pt>
                <c:pt idx="288">
                  <c:v>0.58778525229</c:v>
                </c:pt>
                <c:pt idx="289">
                  <c:v>0.58070295571</c:v>
                </c:pt>
                <c:pt idx="290">
                  <c:v>0.57357643635</c:v>
                </c:pt>
                <c:pt idx="291">
                  <c:v>0.56640623692</c:v>
                </c:pt>
                <c:pt idx="292">
                  <c:v>0.55919290347</c:v>
                </c:pt>
                <c:pt idx="293">
                  <c:v>0.55193698531</c:v>
                </c:pt>
                <c:pt idx="294">
                  <c:v>0.54463903502</c:v>
                </c:pt>
                <c:pt idx="295">
                  <c:v>0.53729960835</c:v>
                </c:pt>
                <c:pt idx="296">
                  <c:v>0.52991926423</c:v>
                </c:pt>
                <c:pt idx="297">
                  <c:v>0.52249856472</c:v>
                </c:pt>
                <c:pt idx="298">
                  <c:v>0.51503807491</c:v>
                </c:pt>
                <c:pt idx="299">
                  <c:v>0.50753836296</c:v>
                </c:pt>
                <c:pt idx="300">
                  <c:v>0.5</c:v>
                </c:pt>
                <c:pt idx="301">
                  <c:v>0.4924235601</c:v>
                </c:pt>
                <c:pt idx="302">
                  <c:v>0.48480962025</c:v>
                </c:pt>
                <c:pt idx="303">
                  <c:v>0.47715876026</c:v>
                </c:pt>
                <c:pt idx="304">
                  <c:v>0.46947156279</c:v>
                </c:pt>
                <c:pt idx="305">
                  <c:v>0.46174861324</c:v>
                </c:pt>
                <c:pt idx="306">
                  <c:v>0.45399049974</c:v>
                </c:pt>
                <c:pt idx="307">
                  <c:v>0.44619781311</c:v>
                </c:pt>
                <c:pt idx="308">
                  <c:v>0.43837114679</c:v>
                </c:pt>
                <c:pt idx="309">
                  <c:v>0.43051109681</c:v>
                </c:pt>
                <c:pt idx="310">
                  <c:v>0.42261826174</c:v>
                </c:pt>
                <c:pt idx="311">
                  <c:v>0.41469324266</c:v>
                </c:pt>
                <c:pt idx="312">
                  <c:v>0.40673664308</c:v>
                </c:pt>
                <c:pt idx="313">
                  <c:v>0.39874906893</c:v>
                </c:pt>
                <c:pt idx="314">
                  <c:v>0.39073112849</c:v>
                </c:pt>
                <c:pt idx="315">
                  <c:v>0.38268343237</c:v>
                </c:pt>
                <c:pt idx="316">
                  <c:v>0.37460659342</c:v>
                </c:pt>
                <c:pt idx="317">
                  <c:v>0.36650122672</c:v>
                </c:pt>
                <c:pt idx="318">
                  <c:v>0.35836794955</c:v>
                </c:pt>
                <c:pt idx="319">
                  <c:v>0.35020738126</c:v>
                </c:pt>
                <c:pt idx="320">
                  <c:v>0.34202014333</c:v>
                </c:pt>
                <c:pt idx="321">
                  <c:v>0.33380685923</c:v>
                </c:pt>
                <c:pt idx="322">
                  <c:v>0.32556815446</c:v>
                </c:pt>
                <c:pt idx="323">
                  <c:v>0.31730465641</c:v>
                </c:pt>
                <c:pt idx="324">
                  <c:v>0.30901699437</c:v>
                </c:pt>
                <c:pt idx="325">
                  <c:v>0.3007057995</c:v>
                </c:pt>
                <c:pt idx="326">
                  <c:v>0.29237170472</c:v>
                </c:pt>
                <c:pt idx="327">
                  <c:v>0.2840153447</c:v>
                </c:pt>
                <c:pt idx="328">
                  <c:v>0.27563735582</c:v>
                </c:pt>
                <c:pt idx="329">
                  <c:v>0.26723837608</c:v>
                </c:pt>
                <c:pt idx="330">
                  <c:v>0.2588190451</c:v>
                </c:pt>
                <c:pt idx="331">
                  <c:v>0.25038000405</c:v>
                </c:pt>
                <c:pt idx="332">
                  <c:v>0.2419218956</c:v>
                </c:pt>
                <c:pt idx="333">
                  <c:v>0.23344536386</c:v>
                </c:pt>
                <c:pt idx="334">
                  <c:v>0.22495105434</c:v>
                </c:pt>
                <c:pt idx="335">
                  <c:v>0.21643961394</c:v>
                </c:pt>
                <c:pt idx="336">
                  <c:v>0.20791169082</c:v>
                </c:pt>
                <c:pt idx="337">
                  <c:v>0.19936793442</c:v>
                </c:pt>
                <c:pt idx="338">
                  <c:v>0.19080899538</c:v>
                </c:pt>
                <c:pt idx="339">
                  <c:v>0.18223552549</c:v>
                </c:pt>
                <c:pt idx="340">
                  <c:v>0.17364817767</c:v>
                </c:pt>
                <c:pt idx="341">
                  <c:v>0.16504760586</c:v>
                </c:pt>
                <c:pt idx="342">
                  <c:v>0.15643446504</c:v>
                </c:pt>
                <c:pt idx="343">
                  <c:v>0.14780941113</c:v>
                </c:pt>
                <c:pt idx="344">
                  <c:v>0.13917310096</c:v>
                </c:pt>
                <c:pt idx="345">
                  <c:v>0.13052619222</c:v>
                </c:pt>
                <c:pt idx="346">
                  <c:v>0.12186934341</c:v>
                </c:pt>
                <c:pt idx="347">
                  <c:v>0.11320321377</c:v>
                </c:pt>
                <c:pt idx="348">
                  <c:v>0.10452846327</c:v>
                </c:pt>
                <c:pt idx="349">
                  <c:v>0.09584575252</c:v>
                </c:pt>
                <c:pt idx="350">
                  <c:v>0.087155742748</c:v>
                </c:pt>
                <c:pt idx="351">
                  <c:v>0.078459095728</c:v>
                </c:pt>
                <c:pt idx="352">
                  <c:v>0.069756473744</c:v>
                </c:pt>
                <c:pt idx="353">
                  <c:v>0.061048539535</c:v>
                </c:pt>
                <c:pt idx="354">
                  <c:v>0.052335956243</c:v>
                </c:pt>
                <c:pt idx="355">
                  <c:v>0.043619387365</c:v>
                </c:pt>
                <c:pt idx="356">
                  <c:v>0.034899496703</c:v>
                </c:pt>
                <c:pt idx="357">
                  <c:v>0.026176948308</c:v>
                </c:pt>
                <c:pt idx="358">
                  <c:v>0.017452406437</c:v>
                </c:pt>
                <c:pt idx="359">
                  <c:v>0.0087265354984</c:v>
                </c:pt>
                <c:pt idx="360">
                  <c:v>0</c:v>
                </c:pt>
                <c:pt idx="361">
                  <c:v>-0.0087265354984</c:v>
                </c:pt>
                <c:pt idx="362">
                  <c:v>-0.017452406437</c:v>
                </c:pt>
                <c:pt idx="363">
                  <c:v>-0.026176948308</c:v>
                </c:pt>
                <c:pt idx="364">
                  <c:v>-0.034899496703</c:v>
                </c:pt>
                <c:pt idx="365">
                  <c:v>-0.043619387365</c:v>
                </c:pt>
                <c:pt idx="366">
                  <c:v>-0.052335956243</c:v>
                </c:pt>
                <c:pt idx="367">
                  <c:v>-0.061048539535</c:v>
                </c:pt>
                <c:pt idx="368">
                  <c:v>-0.069756473744</c:v>
                </c:pt>
                <c:pt idx="369">
                  <c:v>-0.078459095728</c:v>
                </c:pt>
                <c:pt idx="370">
                  <c:v>-0.087155742748</c:v>
                </c:pt>
                <c:pt idx="371">
                  <c:v>-0.09584575252</c:v>
                </c:pt>
                <c:pt idx="372">
                  <c:v>-0.10452846327</c:v>
                </c:pt>
                <c:pt idx="373">
                  <c:v>-0.11320321377</c:v>
                </c:pt>
                <c:pt idx="374">
                  <c:v>-0.12186934341</c:v>
                </c:pt>
                <c:pt idx="375">
                  <c:v>-0.13052619222</c:v>
                </c:pt>
                <c:pt idx="376">
                  <c:v>-0.13917310096</c:v>
                </c:pt>
                <c:pt idx="377">
                  <c:v>-0.14780941113</c:v>
                </c:pt>
                <c:pt idx="378">
                  <c:v>-0.15643446504</c:v>
                </c:pt>
                <c:pt idx="379">
                  <c:v>-0.16504760586</c:v>
                </c:pt>
                <c:pt idx="380">
                  <c:v>-0.17364817767</c:v>
                </c:pt>
                <c:pt idx="381">
                  <c:v>-0.18223552549</c:v>
                </c:pt>
                <c:pt idx="382">
                  <c:v>-0.19080899538</c:v>
                </c:pt>
                <c:pt idx="383">
                  <c:v>-0.19936793442</c:v>
                </c:pt>
                <c:pt idx="384">
                  <c:v>-0.20791169082</c:v>
                </c:pt>
                <c:pt idx="385">
                  <c:v>-0.21643961394</c:v>
                </c:pt>
                <c:pt idx="386">
                  <c:v>-0.22495105434</c:v>
                </c:pt>
                <c:pt idx="387">
                  <c:v>-0.23344536386</c:v>
                </c:pt>
                <c:pt idx="388">
                  <c:v>-0.2419218956</c:v>
                </c:pt>
                <c:pt idx="389">
                  <c:v>-0.25038000405</c:v>
                </c:pt>
                <c:pt idx="390">
                  <c:v>-0.2588190451</c:v>
                </c:pt>
                <c:pt idx="391">
                  <c:v>-0.26723837608</c:v>
                </c:pt>
                <c:pt idx="392">
                  <c:v>-0.27563735582</c:v>
                </c:pt>
                <c:pt idx="393">
                  <c:v>-0.2840153447</c:v>
                </c:pt>
                <c:pt idx="394">
                  <c:v>-0.29237170472</c:v>
                </c:pt>
                <c:pt idx="395">
                  <c:v>-0.3007057995</c:v>
                </c:pt>
                <c:pt idx="396">
                  <c:v>-0.30901699437</c:v>
                </c:pt>
                <c:pt idx="397">
                  <c:v>-0.31730465641</c:v>
                </c:pt>
                <c:pt idx="398">
                  <c:v>-0.32556815446</c:v>
                </c:pt>
                <c:pt idx="399">
                  <c:v>-0.33380685923</c:v>
                </c:pt>
                <c:pt idx="400">
                  <c:v>-0.34202014333</c:v>
                </c:pt>
                <c:pt idx="401">
                  <c:v>-0.35020738126</c:v>
                </c:pt>
                <c:pt idx="402">
                  <c:v>-0.35836794955</c:v>
                </c:pt>
                <c:pt idx="403">
                  <c:v>-0.36650122672</c:v>
                </c:pt>
                <c:pt idx="404">
                  <c:v>-0.37460659342</c:v>
                </c:pt>
                <c:pt idx="405">
                  <c:v>-0.38268343237</c:v>
                </c:pt>
                <c:pt idx="406">
                  <c:v>-0.39073112849</c:v>
                </c:pt>
                <c:pt idx="407">
                  <c:v>-0.39874906893</c:v>
                </c:pt>
                <c:pt idx="408">
                  <c:v>-0.40673664308</c:v>
                </c:pt>
                <c:pt idx="409">
                  <c:v>-0.41469324266</c:v>
                </c:pt>
                <c:pt idx="410">
                  <c:v>-0.42261826174</c:v>
                </c:pt>
                <c:pt idx="411">
                  <c:v>-0.43051109681</c:v>
                </c:pt>
                <c:pt idx="412">
                  <c:v>-0.43837114679</c:v>
                </c:pt>
                <c:pt idx="413">
                  <c:v>-0.44619781311</c:v>
                </c:pt>
                <c:pt idx="414">
                  <c:v>-0.45399049974</c:v>
                </c:pt>
                <c:pt idx="415">
                  <c:v>-0.46174861324</c:v>
                </c:pt>
                <c:pt idx="416">
                  <c:v>-0.46947156279</c:v>
                </c:pt>
                <c:pt idx="417">
                  <c:v>-0.47715876026</c:v>
                </c:pt>
                <c:pt idx="418">
                  <c:v>-0.48480962025</c:v>
                </c:pt>
                <c:pt idx="419">
                  <c:v>-0.4924235601</c:v>
                </c:pt>
                <c:pt idx="420">
                  <c:v>-0.5</c:v>
                </c:pt>
                <c:pt idx="421">
                  <c:v>-0.50753836296</c:v>
                </c:pt>
                <c:pt idx="422">
                  <c:v>-0.51503807491</c:v>
                </c:pt>
                <c:pt idx="423">
                  <c:v>-0.52249856472</c:v>
                </c:pt>
                <c:pt idx="424">
                  <c:v>-0.52991926423</c:v>
                </c:pt>
                <c:pt idx="425">
                  <c:v>-0.53729960835</c:v>
                </c:pt>
                <c:pt idx="426">
                  <c:v>-0.54463903502</c:v>
                </c:pt>
                <c:pt idx="427">
                  <c:v>-0.55193698531</c:v>
                </c:pt>
                <c:pt idx="428">
                  <c:v>-0.55919290347</c:v>
                </c:pt>
                <c:pt idx="429">
                  <c:v>-0.56640623692</c:v>
                </c:pt>
                <c:pt idx="430">
                  <c:v>-0.57357643635</c:v>
                </c:pt>
                <c:pt idx="431">
                  <c:v>-0.58070295571</c:v>
                </c:pt>
                <c:pt idx="432">
                  <c:v>-0.58778525229</c:v>
                </c:pt>
                <c:pt idx="433">
                  <c:v>-0.59482278675</c:v>
                </c:pt>
                <c:pt idx="434">
                  <c:v>-0.60181502315</c:v>
                </c:pt>
                <c:pt idx="435">
                  <c:v>-0.60876142901</c:v>
                </c:pt>
                <c:pt idx="436">
                  <c:v>-0.61566147533</c:v>
                </c:pt>
                <c:pt idx="437">
                  <c:v>-0.62251463664</c:v>
                </c:pt>
                <c:pt idx="438">
                  <c:v>-0.62932039105</c:v>
                </c:pt>
                <c:pt idx="439">
                  <c:v>-0.63607822028</c:v>
                </c:pt>
                <c:pt idx="440">
                  <c:v>-0.64278760969</c:v>
                </c:pt>
                <c:pt idx="441">
                  <c:v>-0.64944804833</c:v>
                </c:pt>
                <c:pt idx="442">
                  <c:v>-0.65605902899</c:v>
                </c:pt>
                <c:pt idx="443">
                  <c:v>-0.66262004822</c:v>
                </c:pt>
                <c:pt idx="444">
                  <c:v>-0.66913060636</c:v>
                </c:pt>
                <c:pt idx="445">
                  <c:v>-0.67559020762</c:v>
                </c:pt>
                <c:pt idx="446">
                  <c:v>-0.68199836006</c:v>
                </c:pt>
                <c:pt idx="447">
                  <c:v>-0.68835457569</c:v>
                </c:pt>
                <c:pt idx="448">
                  <c:v>-0.69465837046</c:v>
                </c:pt>
                <c:pt idx="449">
                  <c:v>-0.7009092643</c:v>
                </c:pt>
                <c:pt idx="450">
                  <c:v>-0.70710678119</c:v>
                </c:pt>
                <c:pt idx="451">
                  <c:v>-0.71325044915</c:v>
                </c:pt>
                <c:pt idx="452">
                  <c:v>-0.71933980034</c:v>
                </c:pt>
                <c:pt idx="453">
                  <c:v>-0.72537437101</c:v>
                </c:pt>
                <c:pt idx="454">
                  <c:v>-0.73135370162</c:v>
                </c:pt>
                <c:pt idx="455">
                  <c:v>-0.73727733681</c:v>
                </c:pt>
                <c:pt idx="456">
                  <c:v>-0.74314482548</c:v>
                </c:pt>
                <c:pt idx="457">
                  <c:v>-0.74895572079</c:v>
                </c:pt>
                <c:pt idx="458">
                  <c:v>-0.75470958022</c:v>
                </c:pt>
                <c:pt idx="459">
                  <c:v>-0.7604059656</c:v>
                </c:pt>
                <c:pt idx="460">
                  <c:v>-0.76604444312</c:v>
                </c:pt>
                <c:pt idx="461">
                  <c:v>-0.77162458339</c:v>
                </c:pt>
                <c:pt idx="462">
                  <c:v>-0.77714596146</c:v>
                </c:pt>
                <c:pt idx="463">
                  <c:v>-0.78260815685</c:v>
                </c:pt>
                <c:pt idx="464">
                  <c:v>-0.78801075361</c:v>
                </c:pt>
                <c:pt idx="465">
                  <c:v>-0.79335334029</c:v>
                </c:pt>
                <c:pt idx="466">
                  <c:v>-0.79863551005</c:v>
                </c:pt>
                <c:pt idx="467">
                  <c:v>-0.80385686062</c:v>
                </c:pt>
                <c:pt idx="468">
                  <c:v>-0.80901699437</c:v>
                </c:pt>
                <c:pt idx="469">
                  <c:v>-0.81411551836</c:v>
                </c:pt>
                <c:pt idx="470">
                  <c:v>-0.81915204429</c:v>
                </c:pt>
                <c:pt idx="471">
                  <c:v>-0.82412618862</c:v>
                </c:pt>
                <c:pt idx="472">
                  <c:v>-0.82903757256</c:v>
                </c:pt>
                <c:pt idx="473">
                  <c:v>-0.83388582207</c:v>
                </c:pt>
                <c:pt idx="474">
                  <c:v>-0.83867056795</c:v>
                </c:pt>
                <c:pt idx="475">
                  <c:v>-0.84339144581</c:v>
                </c:pt>
                <c:pt idx="476">
                  <c:v>-0.84804809616</c:v>
                </c:pt>
                <c:pt idx="477">
                  <c:v>-0.85264016435</c:v>
                </c:pt>
                <c:pt idx="478">
                  <c:v>-0.8571673007</c:v>
                </c:pt>
                <c:pt idx="479">
                  <c:v>-0.86162916044</c:v>
                </c:pt>
                <c:pt idx="480">
                  <c:v>-0.86602540378</c:v>
                </c:pt>
                <c:pt idx="481">
                  <c:v>-0.87035569594</c:v>
                </c:pt>
                <c:pt idx="482">
                  <c:v>-0.87461970714</c:v>
                </c:pt>
                <c:pt idx="483">
                  <c:v>-0.87881711266</c:v>
                </c:pt>
                <c:pt idx="484">
                  <c:v>-0.88294759286</c:v>
                </c:pt>
                <c:pt idx="485">
                  <c:v>-0.88701083318</c:v>
                </c:pt>
                <c:pt idx="486">
                  <c:v>-0.89100652419</c:v>
                </c:pt>
                <c:pt idx="487">
                  <c:v>-0.8949343616</c:v>
                </c:pt>
                <c:pt idx="488">
                  <c:v>-0.8987940463</c:v>
                </c:pt>
                <c:pt idx="489">
                  <c:v>-0.90258528435</c:v>
                </c:pt>
                <c:pt idx="490">
                  <c:v>-0.90630778704</c:v>
                </c:pt>
                <c:pt idx="491">
                  <c:v>-0.90996127088</c:v>
                </c:pt>
                <c:pt idx="492">
                  <c:v>-0.91354545764</c:v>
                </c:pt>
                <c:pt idx="493">
                  <c:v>-0.91706007439</c:v>
                </c:pt>
                <c:pt idx="494">
                  <c:v>-0.92050485345</c:v>
                </c:pt>
                <c:pt idx="495">
                  <c:v>-0.92387953251</c:v>
                </c:pt>
                <c:pt idx="496">
                  <c:v>-0.92718385457</c:v>
                </c:pt>
                <c:pt idx="497">
                  <c:v>-0.93041756798</c:v>
                </c:pt>
                <c:pt idx="498">
                  <c:v>-0.9335804265</c:v>
                </c:pt>
                <c:pt idx="499">
                  <c:v>-0.93667218925</c:v>
                </c:pt>
                <c:pt idx="500">
                  <c:v>-0.93969262079</c:v>
                </c:pt>
                <c:pt idx="501">
                  <c:v>-0.94264149109</c:v>
                </c:pt>
                <c:pt idx="502">
                  <c:v>-0.9455185756</c:v>
                </c:pt>
                <c:pt idx="503">
                  <c:v>-0.94832365521</c:v>
                </c:pt>
                <c:pt idx="504">
                  <c:v>-0.9510565163</c:v>
                </c:pt>
                <c:pt idx="505">
                  <c:v>-0.95371695075</c:v>
                </c:pt>
                <c:pt idx="506">
                  <c:v>-0.95630475596</c:v>
                </c:pt>
                <c:pt idx="507">
                  <c:v>-0.95881973487</c:v>
                </c:pt>
                <c:pt idx="508">
                  <c:v>-0.96126169594</c:v>
                </c:pt>
                <c:pt idx="509">
                  <c:v>-0.96363045321</c:v>
                </c:pt>
                <c:pt idx="510">
                  <c:v>-0.96592582629</c:v>
                </c:pt>
                <c:pt idx="511">
                  <c:v>-0.96814764038</c:v>
                </c:pt>
                <c:pt idx="512">
                  <c:v>-0.97029572628</c:v>
                </c:pt>
                <c:pt idx="513">
                  <c:v>-0.9723699204</c:v>
                </c:pt>
                <c:pt idx="514">
                  <c:v>-0.97437006479</c:v>
                </c:pt>
                <c:pt idx="515">
                  <c:v>-0.97629600712</c:v>
                </c:pt>
                <c:pt idx="516">
                  <c:v>-0.97814760073</c:v>
                </c:pt>
                <c:pt idx="517">
                  <c:v>-0.97992470462</c:v>
                </c:pt>
                <c:pt idx="518">
                  <c:v>-0.98162718345</c:v>
                </c:pt>
                <c:pt idx="519">
                  <c:v>-0.98325490756</c:v>
                </c:pt>
                <c:pt idx="520">
                  <c:v>-0.98480775301</c:v>
                </c:pt>
                <c:pt idx="521">
                  <c:v>-0.98628560154</c:v>
                </c:pt>
                <c:pt idx="522">
                  <c:v>-0.9876883406</c:v>
                </c:pt>
                <c:pt idx="523">
                  <c:v>-0.98901586336</c:v>
                </c:pt>
                <c:pt idx="524">
                  <c:v>-0.99026806874</c:v>
                </c:pt>
                <c:pt idx="525">
                  <c:v>-0.99144486137</c:v>
                </c:pt>
                <c:pt idx="526">
                  <c:v>-0.99254615164</c:v>
                </c:pt>
                <c:pt idx="527">
                  <c:v>-0.99357185568</c:v>
                </c:pt>
                <c:pt idx="528">
                  <c:v>-0.99452189537</c:v>
                </c:pt>
                <c:pt idx="529">
                  <c:v>-0.99539619837</c:v>
                </c:pt>
                <c:pt idx="530">
                  <c:v>-0.99619469809</c:v>
                </c:pt>
                <c:pt idx="531">
                  <c:v>-0.99691733373</c:v>
                </c:pt>
                <c:pt idx="532">
                  <c:v>-0.99756405026</c:v>
                </c:pt>
                <c:pt idx="533">
                  <c:v>-0.99813479842</c:v>
                </c:pt>
                <c:pt idx="534">
                  <c:v>-0.99862953475</c:v>
                </c:pt>
                <c:pt idx="535">
                  <c:v>-0.99904822158</c:v>
                </c:pt>
                <c:pt idx="536">
                  <c:v>-0.99939082702</c:v>
                </c:pt>
                <c:pt idx="537">
                  <c:v>-0.99965732498</c:v>
                </c:pt>
                <c:pt idx="538">
                  <c:v>-0.99984769516</c:v>
                </c:pt>
                <c:pt idx="539">
                  <c:v>-0.99996192306</c:v>
                </c:pt>
                <c:pt idx="540">
                  <c:v>-1</c:v>
                </c:pt>
                <c:pt idx="541">
                  <c:v>-0.99996192306</c:v>
                </c:pt>
                <c:pt idx="542">
                  <c:v>-0.99984769516</c:v>
                </c:pt>
                <c:pt idx="543">
                  <c:v>-0.99965732498</c:v>
                </c:pt>
                <c:pt idx="544">
                  <c:v>-0.99939082702</c:v>
                </c:pt>
                <c:pt idx="545">
                  <c:v>-0.99904822158</c:v>
                </c:pt>
                <c:pt idx="546">
                  <c:v>-0.99862953475</c:v>
                </c:pt>
                <c:pt idx="547">
                  <c:v>-0.99813479842</c:v>
                </c:pt>
                <c:pt idx="548">
                  <c:v>-0.99756405026</c:v>
                </c:pt>
                <c:pt idx="549">
                  <c:v>-0.99691733373</c:v>
                </c:pt>
                <c:pt idx="550">
                  <c:v>-0.99619469809</c:v>
                </c:pt>
                <c:pt idx="551">
                  <c:v>-0.99539619837</c:v>
                </c:pt>
                <c:pt idx="552">
                  <c:v>-0.99452189537</c:v>
                </c:pt>
                <c:pt idx="553">
                  <c:v>-0.99357185568</c:v>
                </c:pt>
                <c:pt idx="554">
                  <c:v>-0.99254615164</c:v>
                </c:pt>
                <c:pt idx="555">
                  <c:v>-0.99144486137</c:v>
                </c:pt>
                <c:pt idx="556">
                  <c:v>-0.99026806874</c:v>
                </c:pt>
                <c:pt idx="557">
                  <c:v>-0.98901586336</c:v>
                </c:pt>
                <c:pt idx="558">
                  <c:v>-0.9876883406</c:v>
                </c:pt>
                <c:pt idx="559">
                  <c:v>-0.98628560154</c:v>
                </c:pt>
                <c:pt idx="560">
                  <c:v>-0.98480775301</c:v>
                </c:pt>
                <c:pt idx="561">
                  <c:v>-0.98325490756</c:v>
                </c:pt>
                <c:pt idx="562">
                  <c:v>-0.98162718345</c:v>
                </c:pt>
                <c:pt idx="563">
                  <c:v>-0.97992470462</c:v>
                </c:pt>
                <c:pt idx="564">
                  <c:v>-0.97814760073</c:v>
                </c:pt>
                <c:pt idx="565">
                  <c:v>-0.97629600712</c:v>
                </c:pt>
                <c:pt idx="566">
                  <c:v>-0.97437006479</c:v>
                </c:pt>
                <c:pt idx="567">
                  <c:v>-0.9723699204</c:v>
                </c:pt>
                <c:pt idx="568">
                  <c:v>-0.97029572628</c:v>
                </c:pt>
                <c:pt idx="569">
                  <c:v>-0.96814764038</c:v>
                </c:pt>
                <c:pt idx="570">
                  <c:v>-0.96592582629</c:v>
                </c:pt>
                <c:pt idx="571">
                  <c:v>-0.96363045321</c:v>
                </c:pt>
                <c:pt idx="572">
                  <c:v>-0.96126169594</c:v>
                </c:pt>
                <c:pt idx="573">
                  <c:v>-0.95881973487</c:v>
                </c:pt>
                <c:pt idx="574">
                  <c:v>-0.95630475596</c:v>
                </c:pt>
                <c:pt idx="575">
                  <c:v>-0.95371695075</c:v>
                </c:pt>
                <c:pt idx="576">
                  <c:v>-0.9510565163</c:v>
                </c:pt>
                <c:pt idx="577">
                  <c:v>-0.94832365521</c:v>
                </c:pt>
                <c:pt idx="578">
                  <c:v>-0.9455185756</c:v>
                </c:pt>
                <c:pt idx="579">
                  <c:v>-0.94264149109</c:v>
                </c:pt>
                <c:pt idx="580">
                  <c:v>-0.93969262079</c:v>
                </c:pt>
                <c:pt idx="581">
                  <c:v>-0.93667218925</c:v>
                </c:pt>
                <c:pt idx="582">
                  <c:v>-0.9335804265</c:v>
                </c:pt>
                <c:pt idx="583">
                  <c:v>-0.93041756798</c:v>
                </c:pt>
                <c:pt idx="584">
                  <c:v>-0.92718385457</c:v>
                </c:pt>
                <c:pt idx="585">
                  <c:v>-0.92387953251</c:v>
                </c:pt>
                <c:pt idx="586">
                  <c:v>-0.92050485345</c:v>
                </c:pt>
                <c:pt idx="587">
                  <c:v>-0.91706007439</c:v>
                </c:pt>
                <c:pt idx="588">
                  <c:v>-0.91354545764</c:v>
                </c:pt>
                <c:pt idx="589">
                  <c:v>-0.90996127088</c:v>
                </c:pt>
                <c:pt idx="590">
                  <c:v>-0.90630778704</c:v>
                </c:pt>
                <c:pt idx="591">
                  <c:v>-0.90258528435</c:v>
                </c:pt>
                <c:pt idx="592">
                  <c:v>-0.8987940463</c:v>
                </c:pt>
                <c:pt idx="593">
                  <c:v>-0.8949343616</c:v>
                </c:pt>
                <c:pt idx="594">
                  <c:v>-0.89100652419</c:v>
                </c:pt>
                <c:pt idx="595">
                  <c:v>-0.88701083318</c:v>
                </c:pt>
                <c:pt idx="596">
                  <c:v>-0.88294759286</c:v>
                </c:pt>
                <c:pt idx="597">
                  <c:v>-0.87881711266</c:v>
                </c:pt>
                <c:pt idx="598">
                  <c:v>-0.87461970714</c:v>
                </c:pt>
                <c:pt idx="599">
                  <c:v>-0.87035569594</c:v>
                </c:pt>
                <c:pt idx="600">
                  <c:v>-0.86602540378</c:v>
                </c:pt>
                <c:pt idx="601">
                  <c:v>-0.86162916044</c:v>
                </c:pt>
                <c:pt idx="602">
                  <c:v>-0.8571673007</c:v>
                </c:pt>
                <c:pt idx="603">
                  <c:v>-0.85264016435</c:v>
                </c:pt>
                <c:pt idx="604">
                  <c:v>-0.84804809616</c:v>
                </c:pt>
                <c:pt idx="605">
                  <c:v>-0.84339144581</c:v>
                </c:pt>
                <c:pt idx="606">
                  <c:v>-0.83867056795</c:v>
                </c:pt>
                <c:pt idx="607">
                  <c:v>-0.83388582207</c:v>
                </c:pt>
                <c:pt idx="608">
                  <c:v>-0.82903757256</c:v>
                </c:pt>
                <c:pt idx="609">
                  <c:v>-0.82412618862</c:v>
                </c:pt>
                <c:pt idx="610">
                  <c:v>-0.81915204429</c:v>
                </c:pt>
                <c:pt idx="611">
                  <c:v>-0.81411551836</c:v>
                </c:pt>
                <c:pt idx="612">
                  <c:v>-0.80901699437</c:v>
                </c:pt>
                <c:pt idx="613">
                  <c:v>-0.80385686062</c:v>
                </c:pt>
                <c:pt idx="614">
                  <c:v>-0.79863551005</c:v>
                </c:pt>
                <c:pt idx="615">
                  <c:v>-0.79335334029</c:v>
                </c:pt>
                <c:pt idx="616">
                  <c:v>-0.78801075361</c:v>
                </c:pt>
                <c:pt idx="617">
                  <c:v>-0.78260815685</c:v>
                </c:pt>
                <c:pt idx="618">
                  <c:v>-0.77714596146</c:v>
                </c:pt>
                <c:pt idx="619">
                  <c:v>-0.77162458339</c:v>
                </c:pt>
                <c:pt idx="620">
                  <c:v>-0.76604444312</c:v>
                </c:pt>
                <c:pt idx="621">
                  <c:v>-0.7604059656</c:v>
                </c:pt>
                <c:pt idx="622">
                  <c:v>-0.75470958022</c:v>
                </c:pt>
                <c:pt idx="623">
                  <c:v>-0.74895572079</c:v>
                </c:pt>
                <c:pt idx="624">
                  <c:v>-0.74314482548</c:v>
                </c:pt>
                <c:pt idx="625">
                  <c:v>-0.73727733681</c:v>
                </c:pt>
                <c:pt idx="626">
                  <c:v>-0.73135370162</c:v>
                </c:pt>
                <c:pt idx="627">
                  <c:v>-0.72537437101</c:v>
                </c:pt>
                <c:pt idx="628">
                  <c:v>-0.71933980034</c:v>
                </c:pt>
                <c:pt idx="629">
                  <c:v>-0.71325044915</c:v>
                </c:pt>
                <c:pt idx="630">
                  <c:v>-0.70710678119</c:v>
                </c:pt>
                <c:pt idx="631">
                  <c:v>-0.7009092643</c:v>
                </c:pt>
                <c:pt idx="632">
                  <c:v>-0.69465837046</c:v>
                </c:pt>
                <c:pt idx="633">
                  <c:v>-0.68835457569</c:v>
                </c:pt>
                <c:pt idx="634">
                  <c:v>-0.68199836006</c:v>
                </c:pt>
                <c:pt idx="635">
                  <c:v>-0.67559020762</c:v>
                </c:pt>
                <c:pt idx="636">
                  <c:v>-0.66913060636</c:v>
                </c:pt>
                <c:pt idx="637">
                  <c:v>-0.66262004822</c:v>
                </c:pt>
                <c:pt idx="638">
                  <c:v>-0.65605902899</c:v>
                </c:pt>
                <c:pt idx="639">
                  <c:v>-0.64944804833</c:v>
                </c:pt>
                <c:pt idx="640">
                  <c:v>-0.64278760969</c:v>
                </c:pt>
                <c:pt idx="641">
                  <c:v>-0.63607822028</c:v>
                </c:pt>
                <c:pt idx="642">
                  <c:v>-0.62932039105</c:v>
                </c:pt>
                <c:pt idx="643">
                  <c:v>-0.62251463664</c:v>
                </c:pt>
                <c:pt idx="644">
                  <c:v>-0.61566147533</c:v>
                </c:pt>
                <c:pt idx="645">
                  <c:v>-0.60876142901</c:v>
                </c:pt>
                <c:pt idx="646">
                  <c:v>-0.60181502315</c:v>
                </c:pt>
                <c:pt idx="647">
                  <c:v>-0.59482278675</c:v>
                </c:pt>
                <c:pt idx="648">
                  <c:v>-0.58778525229</c:v>
                </c:pt>
                <c:pt idx="649">
                  <c:v>-0.58070295571</c:v>
                </c:pt>
                <c:pt idx="650">
                  <c:v>-0.57357643635</c:v>
                </c:pt>
                <c:pt idx="651">
                  <c:v>-0.56640623692</c:v>
                </c:pt>
                <c:pt idx="652">
                  <c:v>-0.55919290347</c:v>
                </c:pt>
                <c:pt idx="653">
                  <c:v>-0.55193698531</c:v>
                </c:pt>
                <c:pt idx="654">
                  <c:v>-0.54463903502</c:v>
                </c:pt>
                <c:pt idx="655">
                  <c:v>-0.53729960835</c:v>
                </c:pt>
                <c:pt idx="656">
                  <c:v>-0.52991926423</c:v>
                </c:pt>
                <c:pt idx="657">
                  <c:v>-0.52249856472</c:v>
                </c:pt>
                <c:pt idx="658">
                  <c:v>-0.51503807491</c:v>
                </c:pt>
                <c:pt idx="659">
                  <c:v>-0.50753836296</c:v>
                </c:pt>
                <c:pt idx="660">
                  <c:v>-0.5</c:v>
                </c:pt>
                <c:pt idx="661">
                  <c:v>-0.4924235601</c:v>
                </c:pt>
                <c:pt idx="662">
                  <c:v>-0.48480962025</c:v>
                </c:pt>
                <c:pt idx="663">
                  <c:v>-0.47715876026</c:v>
                </c:pt>
                <c:pt idx="664">
                  <c:v>-0.46947156279</c:v>
                </c:pt>
                <c:pt idx="665">
                  <c:v>-0.46174861324</c:v>
                </c:pt>
                <c:pt idx="666">
                  <c:v>-0.45399049974</c:v>
                </c:pt>
                <c:pt idx="667">
                  <c:v>-0.44619781311</c:v>
                </c:pt>
                <c:pt idx="668">
                  <c:v>-0.43837114679</c:v>
                </c:pt>
                <c:pt idx="669">
                  <c:v>-0.43051109681</c:v>
                </c:pt>
                <c:pt idx="670">
                  <c:v>-0.42261826174</c:v>
                </c:pt>
                <c:pt idx="671">
                  <c:v>-0.41469324266</c:v>
                </c:pt>
                <c:pt idx="672">
                  <c:v>-0.40673664308</c:v>
                </c:pt>
                <c:pt idx="673">
                  <c:v>-0.39874906893</c:v>
                </c:pt>
                <c:pt idx="674">
                  <c:v>-0.39073112849</c:v>
                </c:pt>
                <c:pt idx="675">
                  <c:v>-0.38268343237</c:v>
                </c:pt>
                <c:pt idx="676">
                  <c:v>-0.37460659342</c:v>
                </c:pt>
                <c:pt idx="677">
                  <c:v>-0.36650122672</c:v>
                </c:pt>
                <c:pt idx="678">
                  <c:v>-0.35836794955</c:v>
                </c:pt>
                <c:pt idx="679">
                  <c:v>-0.35020738126</c:v>
                </c:pt>
                <c:pt idx="680">
                  <c:v>-0.34202014333</c:v>
                </c:pt>
                <c:pt idx="681">
                  <c:v>-0.33380685923</c:v>
                </c:pt>
                <c:pt idx="682">
                  <c:v>-0.32556815446</c:v>
                </c:pt>
                <c:pt idx="683">
                  <c:v>-0.31730465641</c:v>
                </c:pt>
                <c:pt idx="684">
                  <c:v>-0.30901699437</c:v>
                </c:pt>
                <c:pt idx="685">
                  <c:v>-0.3007057995</c:v>
                </c:pt>
                <c:pt idx="686">
                  <c:v>-0.29237170472</c:v>
                </c:pt>
                <c:pt idx="687">
                  <c:v>-0.2840153447</c:v>
                </c:pt>
                <c:pt idx="688">
                  <c:v>-0.27563735582</c:v>
                </c:pt>
                <c:pt idx="689">
                  <c:v>-0.26723837608</c:v>
                </c:pt>
                <c:pt idx="690">
                  <c:v>-0.2588190451</c:v>
                </c:pt>
                <c:pt idx="691">
                  <c:v>-0.25038000405</c:v>
                </c:pt>
                <c:pt idx="692">
                  <c:v>-0.2419218956</c:v>
                </c:pt>
                <c:pt idx="693">
                  <c:v>-0.23344536386</c:v>
                </c:pt>
                <c:pt idx="694">
                  <c:v>-0.22495105434</c:v>
                </c:pt>
                <c:pt idx="695">
                  <c:v>-0.21643961394</c:v>
                </c:pt>
                <c:pt idx="696">
                  <c:v>-0.20791169082</c:v>
                </c:pt>
                <c:pt idx="697">
                  <c:v>-0.19936793442</c:v>
                </c:pt>
                <c:pt idx="698">
                  <c:v>-0.19080899538</c:v>
                </c:pt>
                <c:pt idx="699">
                  <c:v>-0.18223552549</c:v>
                </c:pt>
                <c:pt idx="700">
                  <c:v>-0.17364817767</c:v>
                </c:pt>
                <c:pt idx="701">
                  <c:v>-0.16504760586</c:v>
                </c:pt>
                <c:pt idx="702">
                  <c:v>-0.15643446504</c:v>
                </c:pt>
                <c:pt idx="703">
                  <c:v>-0.14780941113</c:v>
                </c:pt>
                <c:pt idx="704">
                  <c:v>-0.13917310096</c:v>
                </c:pt>
                <c:pt idx="705">
                  <c:v>-0.13052619222</c:v>
                </c:pt>
                <c:pt idx="706">
                  <c:v>-0.12186934341</c:v>
                </c:pt>
                <c:pt idx="707">
                  <c:v>-0.11320321377</c:v>
                </c:pt>
                <c:pt idx="708">
                  <c:v>-0.10452846327</c:v>
                </c:pt>
                <c:pt idx="709">
                  <c:v>-0.09584575252</c:v>
                </c:pt>
                <c:pt idx="710">
                  <c:v>-0.087155742748</c:v>
                </c:pt>
                <c:pt idx="711">
                  <c:v>-0.078459095728</c:v>
                </c:pt>
                <c:pt idx="712">
                  <c:v>-0.069756473744</c:v>
                </c:pt>
                <c:pt idx="713">
                  <c:v>-0.061048539535</c:v>
                </c:pt>
                <c:pt idx="714">
                  <c:v>-0.052335956243</c:v>
                </c:pt>
                <c:pt idx="715">
                  <c:v>-0.043619387365</c:v>
                </c:pt>
                <c:pt idx="716">
                  <c:v>-0.034899496703</c:v>
                </c:pt>
                <c:pt idx="717">
                  <c:v>-0.026176948308</c:v>
                </c:pt>
                <c:pt idx="718">
                  <c:v>-0.017452406437</c:v>
                </c:pt>
                <c:pt idx="719">
                  <c:v>-0.0087265354984</c:v>
                </c:pt>
                <c:pt idx="72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1.65"/>
          <c:min val="-1.65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補償前</c:v>
          </c:tx>
          <c:spPr>
            <a:ln xmlns:a="http://schemas.openxmlformats.org/drawingml/2006/main" w="28575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Data'!$A$2:$A$722</c:f>
              <c:numCache>
                <c:formatCode>General</c:formatCode>
                <c:ptCount val="721"/>
                <c:pt idx="0">
                  <c:v>1</c:v>
                </c:pt>
                <c:pt idx="1">
                  <c:v>0.99996192306</c:v>
                </c:pt>
                <c:pt idx="2">
                  <c:v>0.99984769516</c:v>
                </c:pt>
                <c:pt idx="3">
                  <c:v>0.99965732498</c:v>
                </c:pt>
                <c:pt idx="4">
                  <c:v>0.99939082702</c:v>
                </c:pt>
                <c:pt idx="5">
                  <c:v>0.99904822158</c:v>
                </c:pt>
                <c:pt idx="6">
                  <c:v>0.99862953475</c:v>
                </c:pt>
                <c:pt idx="7">
                  <c:v>0.99813479842</c:v>
                </c:pt>
                <c:pt idx="8">
                  <c:v>0.99756405026</c:v>
                </c:pt>
                <c:pt idx="9">
                  <c:v>0.99691733373</c:v>
                </c:pt>
                <c:pt idx="10">
                  <c:v>0.99619469809</c:v>
                </c:pt>
                <c:pt idx="11">
                  <c:v>0.99539619837</c:v>
                </c:pt>
                <c:pt idx="12">
                  <c:v>0.99452189537</c:v>
                </c:pt>
                <c:pt idx="13">
                  <c:v>0.99357185568</c:v>
                </c:pt>
                <c:pt idx="14">
                  <c:v>0.99254615164</c:v>
                </c:pt>
                <c:pt idx="15">
                  <c:v>0.99144486137</c:v>
                </c:pt>
                <c:pt idx="16">
                  <c:v>0.99026806874</c:v>
                </c:pt>
                <c:pt idx="17">
                  <c:v>0.98901586336</c:v>
                </c:pt>
                <c:pt idx="18">
                  <c:v>0.9876883406</c:v>
                </c:pt>
                <c:pt idx="19">
                  <c:v>0.98628560154</c:v>
                </c:pt>
                <c:pt idx="20">
                  <c:v>0.98480775301</c:v>
                </c:pt>
                <c:pt idx="21">
                  <c:v>0.98325490756</c:v>
                </c:pt>
                <c:pt idx="22">
                  <c:v>0.98162718345</c:v>
                </c:pt>
                <c:pt idx="23">
                  <c:v>0.97992470462</c:v>
                </c:pt>
                <c:pt idx="24">
                  <c:v>0.97814760073</c:v>
                </c:pt>
                <c:pt idx="25">
                  <c:v>0.97629600712</c:v>
                </c:pt>
                <c:pt idx="26">
                  <c:v>0.97437006479</c:v>
                </c:pt>
                <c:pt idx="27">
                  <c:v>0.9723699204</c:v>
                </c:pt>
                <c:pt idx="28">
                  <c:v>0.97029572628</c:v>
                </c:pt>
                <c:pt idx="29">
                  <c:v>0.96814764038</c:v>
                </c:pt>
                <c:pt idx="30">
                  <c:v>0.96592582629</c:v>
                </c:pt>
                <c:pt idx="31">
                  <c:v>0.96363045321</c:v>
                </c:pt>
                <c:pt idx="32">
                  <c:v>0.96126169594</c:v>
                </c:pt>
                <c:pt idx="33">
                  <c:v>0.95881973487</c:v>
                </c:pt>
                <c:pt idx="34">
                  <c:v>0.95630475596</c:v>
                </c:pt>
                <c:pt idx="35">
                  <c:v>0.95371695075</c:v>
                </c:pt>
                <c:pt idx="36">
                  <c:v>0.9510565163</c:v>
                </c:pt>
                <c:pt idx="37">
                  <c:v>0.94832365521</c:v>
                </c:pt>
                <c:pt idx="38">
                  <c:v>0.9455185756</c:v>
                </c:pt>
                <c:pt idx="39">
                  <c:v>0.94264149109</c:v>
                </c:pt>
                <c:pt idx="40">
                  <c:v>0.93969262079</c:v>
                </c:pt>
                <c:pt idx="41">
                  <c:v>0.93667218925</c:v>
                </c:pt>
                <c:pt idx="42">
                  <c:v>0.9335804265</c:v>
                </c:pt>
                <c:pt idx="43">
                  <c:v>0.93041756798</c:v>
                </c:pt>
                <c:pt idx="44">
                  <c:v>0.92718385457</c:v>
                </c:pt>
                <c:pt idx="45">
                  <c:v>0.92387953251</c:v>
                </c:pt>
                <c:pt idx="46">
                  <c:v>0.92050485345</c:v>
                </c:pt>
                <c:pt idx="47">
                  <c:v>0.91706007439</c:v>
                </c:pt>
                <c:pt idx="48">
                  <c:v>0.91354545764</c:v>
                </c:pt>
                <c:pt idx="49">
                  <c:v>0.90996127088</c:v>
                </c:pt>
                <c:pt idx="50">
                  <c:v>0.90630778704</c:v>
                </c:pt>
                <c:pt idx="51">
                  <c:v>0.90258528435</c:v>
                </c:pt>
                <c:pt idx="52">
                  <c:v>0.8987940463</c:v>
                </c:pt>
                <c:pt idx="53">
                  <c:v>0.8949343616</c:v>
                </c:pt>
                <c:pt idx="54">
                  <c:v>0.89100652419</c:v>
                </c:pt>
                <c:pt idx="55">
                  <c:v>0.88701083318</c:v>
                </c:pt>
                <c:pt idx="56">
                  <c:v>0.88294759286</c:v>
                </c:pt>
                <c:pt idx="57">
                  <c:v>0.87881711266</c:v>
                </c:pt>
                <c:pt idx="58">
                  <c:v>0.87461970714</c:v>
                </c:pt>
                <c:pt idx="59">
                  <c:v>0.87035569594</c:v>
                </c:pt>
                <c:pt idx="60">
                  <c:v>0.86602540378</c:v>
                </c:pt>
                <c:pt idx="61">
                  <c:v>0.86162916044</c:v>
                </c:pt>
                <c:pt idx="62">
                  <c:v>0.8571673007</c:v>
                </c:pt>
                <c:pt idx="63">
                  <c:v>0.85264016435</c:v>
                </c:pt>
                <c:pt idx="64">
                  <c:v>0.84804809616</c:v>
                </c:pt>
                <c:pt idx="65">
                  <c:v>0.84339144581</c:v>
                </c:pt>
                <c:pt idx="66">
                  <c:v>0.83867056795</c:v>
                </c:pt>
                <c:pt idx="67">
                  <c:v>0.83388582207</c:v>
                </c:pt>
                <c:pt idx="68">
                  <c:v>0.82903757256</c:v>
                </c:pt>
                <c:pt idx="69">
                  <c:v>0.82412618862</c:v>
                </c:pt>
                <c:pt idx="70">
                  <c:v>0.81915204429</c:v>
                </c:pt>
                <c:pt idx="71">
                  <c:v>0.81411551836</c:v>
                </c:pt>
                <c:pt idx="72">
                  <c:v>0.80901699437</c:v>
                </c:pt>
                <c:pt idx="73">
                  <c:v>0.80385686062</c:v>
                </c:pt>
                <c:pt idx="74">
                  <c:v>0.79863551005</c:v>
                </c:pt>
                <c:pt idx="75">
                  <c:v>0.79335334029</c:v>
                </c:pt>
                <c:pt idx="76">
                  <c:v>0.78801075361</c:v>
                </c:pt>
                <c:pt idx="77">
                  <c:v>0.78260815685</c:v>
                </c:pt>
                <c:pt idx="78">
                  <c:v>0.77714596146</c:v>
                </c:pt>
                <c:pt idx="79">
                  <c:v>0.77162458339</c:v>
                </c:pt>
                <c:pt idx="80">
                  <c:v>0.76604444312</c:v>
                </c:pt>
                <c:pt idx="81">
                  <c:v>0.7604059656</c:v>
                </c:pt>
                <c:pt idx="82">
                  <c:v>0.75470958022</c:v>
                </c:pt>
                <c:pt idx="83">
                  <c:v>0.74895572079</c:v>
                </c:pt>
                <c:pt idx="84">
                  <c:v>0.74314482548</c:v>
                </c:pt>
                <c:pt idx="85">
                  <c:v>0.73727733681</c:v>
                </c:pt>
                <c:pt idx="86">
                  <c:v>0.73135370162</c:v>
                </c:pt>
                <c:pt idx="87">
                  <c:v>0.72537437101</c:v>
                </c:pt>
                <c:pt idx="88">
                  <c:v>0.71933980034</c:v>
                </c:pt>
                <c:pt idx="89">
                  <c:v>0.71325044915</c:v>
                </c:pt>
                <c:pt idx="90">
                  <c:v>0.70710678119</c:v>
                </c:pt>
                <c:pt idx="91">
                  <c:v>0.7009092643</c:v>
                </c:pt>
                <c:pt idx="92">
                  <c:v>0.69465837046</c:v>
                </c:pt>
                <c:pt idx="93">
                  <c:v>0.68835457569</c:v>
                </c:pt>
                <c:pt idx="94">
                  <c:v>0.68199836006</c:v>
                </c:pt>
                <c:pt idx="95">
                  <c:v>0.67559020762</c:v>
                </c:pt>
                <c:pt idx="96">
                  <c:v>0.66913060636</c:v>
                </c:pt>
                <c:pt idx="97">
                  <c:v>0.66262004822</c:v>
                </c:pt>
                <c:pt idx="98">
                  <c:v>0.65605902899</c:v>
                </c:pt>
                <c:pt idx="99">
                  <c:v>0.64944804833</c:v>
                </c:pt>
                <c:pt idx="100">
                  <c:v>0.64278760969</c:v>
                </c:pt>
                <c:pt idx="101">
                  <c:v>0.63607822028</c:v>
                </c:pt>
                <c:pt idx="102">
                  <c:v>0.62932039105</c:v>
                </c:pt>
                <c:pt idx="103">
                  <c:v>0.62251463664</c:v>
                </c:pt>
                <c:pt idx="104">
                  <c:v>0.61566147533</c:v>
                </c:pt>
                <c:pt idx="105">
                  <c:v>0.60876142901</c:v>
                </c:pt>
                <c:pt idx="106">
                  <c:v>0.60181502315</c:v>
                </c:pt>
                <c:pt idx="107">
                  <c:v>0.59482278675</c:v>
                </c:pt>
                <c:pt idx="108">
                  <c:v>0.58778525229</c:v>
                </c:pt>
                <c:pt idx="109">
                  <c:v>0.58070295571</c:v>
                </c:pt>
                <c:pt idx="110">
                  <c:v>0.57357643635</c:v>
                </c:pt>
                <c:pt idx="111">
                  <c:v>0.56640623692</c:v>
                </c:pt>
                <c:pt idx="112">
                  <c:v>0.55919290347</c:v>
                </c:pt>
                <c:pt idx="113">
                  <c:v>0.55193698531</c:v>
                </c:pt>
                <c:pt idx="114">
                  <c:v>0.54463903502</c:v>
                </c:pt>
                <c:pt idx="115">
                  <c:v>0.53729960835</c:v>
                </c:pt>
                <c:pt idx="116">
                  <c:v>0.52991926423</c:v>
                </c:pt>
                <c:pt idx="117">
                  <c:v>0.52249856472</c:v>
                </c:pt>
                <c:pt idx="118">
                  <c:v>0.51503807491</c:v>
                </c:pt>
                <c:pt idx="119">
                  <c:v>0.50753836296</c:v>
                </c:pt>
                <c:pt idx="120">
                  <c:v>0.5</c:v>
                </c:pt>
                <c:pt idx="121">
                  <c:v>0.4924235601</c:v>
                </c:pt>
                <c:pt idx="122">
                  <c:v>0.48480962025</c:v>
                </c:pt>
                <c:pt idx="123">
                  <c:v>0.47715876026</c:v>
                </c:pt>
                <c:pt idx="124">
                  <c:v>0.46947156279</c:v>
                </c:pt>
                <c:pt idx="125">
                  <c:v>0.46174861324</c:v>
                </c:pt>
                <c:pt idx="126">
                  <c:v>0.45399049974</c:v>
                </c:pt>
                <c:pt idx="127">
                  <c:v>0.44619781311</c:v>
                </c:pt>
                <c:pt idx="128">
                  <c:v>0.43837114679</c:v>
                </c:pt>
                <c:pt idx="129">
                  <c:v>0.43051109681</c:v>
                </c:pt>
                <c:pt idx="130">
                  <c:v>0.42261826174</c:v>
                </c:pt>
                <c:pt idx="131">
                  <c:v>0.41469324266</c:v>
                </c:pt>
                <c:pt idx="132">
                  <c:v>0.40673664308</c:v>
                </c:pt>
                <c:pt idx="133">
                  <c:v>0.39874906893</c:v>
                </c:pt>
                <c:pt idx="134">
                  <c:v>0.39073112849</c:v>
                </c:pt>
                <c:pt idx="135">
                  <c:v>0.38268343237</c:v>
                </c:pt>
                <c:pt idx="136">
                  <c:v>0.37460659342</c:v>
                </c:pt>
                <c:pt idx="137">
                  <c:v>0.36650122672</c:v>
                </c:pt>
                <c:pt idx="138">
                  <c:v>0.35836794955</c:v>
                </c:pt>
                <c:pt idx="139">
                  <c:v>0.35020738126</c:v>
                </c:pt>
                <c:pt idx="140">
                  <c:v>0.34202014333</c:v>
                </c:pt>
                <c:pt idx="141">
                  <c:v>0.33380685923</c:v>
                </c:pt>
                <c:pt idx="142">
                  <c:v>0.32556815446</c:v>
                </c:pt>
                <c:pt idx="143">
                  <c:v>0.31730465641</c:v>
                </c:pt>
                <c:pt idx="144">
                  <c:v>0.30901699437</c:v>
                </c:pt>
                <c:pt idx="145">
                  <c:v>0.3007057995</c:v>
                </c:pt>
                <c:pt idx="146">
                  <c:v>0.29237170472</c:v>
                </c:pt>
                <c:pt idx="147">
                  <c:v>0.2840153447</c:v>
                </c:pt>
                <c:pt idx="148">
                  <c:v>0.27563735582</c:v>
                </c:pt>
                <c:pt idx="149">
                  <c:v>0.26723837608</c:v>
                </c:pt>
                <c:pt idx="150">
                  <c:v>0.2588190451</c:v>
                </c:pt>
                <c:pt idx="151">
                  <c:v>0.25038000405</c:v>
                </c:pt>
                <c:pt idx="152">
                  <c:v>0.2419218956</c:v>
                </c:pt>
                <c:pt idx="153">
                  <c:v>0.23344536386</c:v>
                </c:pt>
                <c:pt idx="154">
                  <c:v>0.22495105434</c:v>
                </c:pt>
                <c:pt idx="155">
                  <c:v>0.21643961394</c:v>
                </c:pt>
                <c:pt idx="156">
                  <c:v>0.20791169082</c:v>
                </c:pt>
                <c:pt idx="157">
                  <c:v>0.19936793442</c:v>
                </c:pt>
                <c:pt idx="158">
                  <c:v>0.19080899538</c:v>
                </c:pt>
                <c:pt idx="159">
                  <c:v>0.18223552549</c:v>
                </c:pt>
                <c:pt idx="160">
                  <c:v>0.17364817767</c:v>
                </c:pt>
                <c:pt idx="161">
                  <c:v>0.16504760586</c:v>
                </c:pt>
                <c:pt idx="162">
                  <c:v>0.15643446504</c:v>
                </c:pt>
                <c:pt idx="163">
                  <c:v>0.14780941113</c:v>
                </c:pt>
                <c:pt idx="164">
                  <c:v>0.13917310096</c:v>
                </c:pt>
                <c:pt idx="165">
                  <c:v>0.13052619222</c:v>
                </c:pt>
                <c:pt idx="166">
                  <c:v>0.12186934341</c:v>
                </c:pt>
                <c:pt idx="167">
                  <c:v>0.11320321377</c:v>
                </c:pt>
                <c:pt idx="168">
                  <c:v>0.10452846327</c:v>
                </c:pt>
                <c:pt idx="169">
                  <c:v>0.09584575252</c:v>
                </c:pt>
                <c:pt idx="170">
                  <c:v>0.087155742748</c:v>
                </c:pt>
                <c:pt idx="171">
                  <c:v>0.078459095728</c:v>
                </c:pt>
                <c:pt idx="172">
                  <c:v>0.069756473744</c:v>
                </c:pt>
                <c:pt idx="173">
                  <c:v>0.061048539535</c:v>
                </c:pt>
                <c:pt idx="174">
                  <c:v>0.052335956243</c:v>
                </c:pt>
                <c:pt idx="175">
                  <c:v>0.043619387365</c:v>
                </c:pt>
                <c:pt idx="176">
                  <c:v>0.034899496703</c:v>
                </c:pt>
                <c:pt idx="177">
                  <c:v>0.026176948308</c:v>
                </c:pt>
                <c:pt idx="178">
                  <c:v>0.017452406437</c:v>
                </c:pt>
                <c:pt idx="179">
                  <c:v>0.0087265354984</c:v>
                </c:pt>
                <c:pt idx="180">
                  <c:v>0</c:v>
                </c:pt>
                <c:pt idx="181">
                  <c:v>-0.0087265354984</c:v>
                </c:pt>
                <c:pt idx="182">
                  <c:v>-0.017452406437</c:v>
                </c:pt>
                <c:pt idx="183">
                  <c:v>-0.026176948308</c:v>
                </c:pt>
                <c:pt idx="184">
                  <c:v>-0.034899496703</c:v>
                </c:pt>
                <c:pt idx="185">
                  <c:v>-0.043619387365</c:v>
                </c:pt>
                <c:pt idx="186">
                  <c:v>-0.052335956243</c:v>
                </c:pt>
                <c:pt idx="187">
                  <c:v>-0.061048539535</c:v>
                </c:pt>
                <c:pt idx="188">
                  <c:v>-0.069756473744</c:v>
                </c:pt>
                <c:pt idx="189">
                  <c:v>-0.078459095728</c:v>
                </c:pt>
                <c:pt idx="190">
                  <c:v>-0.087155742748</c:v>
                </c:pt>
                <c:pt idx="191">
                  <c:v>-0.09584575252</c:v>
                </c:pt>
                <c:pt idx="192">
                  <c:v>-0.10452846327</c:v>
                </c:pt>
                <c:pt idx="193">
                  <c:v>-0.11320321377</c:v>
                </c:pt>
                <c:pt idx="194">
                  <c:v>-0.12186934341</c:v>
                </c:pt>
                <c:pt idx="195">
                  <c:v>-0.13052619222</c:v>
                </c:pt>
                <c:pt idx="196">
                  <c:v>-0.13917310096</c:v>
                </c:pt>
                <c:pt idx="197">
                  <c:v>-0.14780941113</c:v>
                </c:pt>
                <c:pt idx="198">
                  <c:v>-0.15643446504</c:v>
                </c:pt>
                <c:pt idx="199">
                  <c:v>-0.16504760586</c:v>
                </c:pt>
                <c:pt idx="200">
                  <c:v>-0.17364817767</c:v>
                </c:pt>
                <c:pt idx="201">
                  <c:v>-0.18223552549</c:v>
                </c:pt>
                <c:pt idx="202">
                  <c:v>-0.19080899538</c:v>
                </c:pt>
                <c:pt idx="203">
                  <c:v>-0.19936793442</c:v>
                </c:pt>
                <c:pt idx="204">
                  <c:v>-0.20791169082</c:v>
                </c:pt>
                <c:pt idx="205">
                  <c:v>-0.21643961394</c:v>
                </c:pt>
                <c:pt idx="206">
                  <c:v>-0.22495105434</c:v>
                </c:pt>
                <c:pt idx="207">
                  <c:v>-0.23344536386</c:v>
                </c:pt>
                <c:pt idx="208">
                  <c:v>-0.2419218956</c:v>
                </c:pt>
                <c:pt idx="209">
                  <c:v>-0.25038000405</c:v>
                </c:pt>
                <c:pt idx="210">
                  <c:v>-0.2588190451</c:v>
                </c:pt>
                <c:pt idx="211">
                  <c:v>-0.26723837608</c:v>
                </c:pt>
                <c:pt idx="212">
                  <c:v>-0.27563735582</c:v>
                </c:pt>
                <c:pt idx="213">
                  <c:v>-0.2840153447</c:v>
                </c:pt>
                <c:pt idx="214">
                  <c:v>-0.29237170472</c:v>
                </c:pt>
                <c:pt idx="215">
                  <c:v>-0.3007057995</c:v>
                </c:pt>
                <c:pt idx="216">
                  <c:v>-0.30901699437</c:v>
                </c:pt>
                <c:pt idx="217">
                  <c:v>-0.31730465641</c:v>
                </c:pt>
                <c:pt idx="218">
                  <c:v>-0.32556815446</c:v>
                </c:pt>
                <c:pt idx="219">
                  <c:v>-0.33380685923</c:v>
                </c:pt>
                <c:pt idx="220">
                  <c:v>-0.34202014333</c:v>
                </c:pt>
                <c:pt idx="221">
                  <c:v>-0.35020738126</c:v>
                </c:pt>
                <c:pt idx="222">
                  <c:v>-0.35836794955</c:v>
                </c:pt>
                <c:pt idx="223">
                  <c:v>-0.36650122672</c:v>
                </c:pt>
                <c:pt idx="224">
                  <c:v>-0.37460659342</c:v>
                </c:pt>
                <c:pt idx="225">
                  <c:v>-0.38268343237</c:v>
                </c:pt>
                <c:pt idx="226">
                  <c:v>-0.39073112849</c:v>
                </c:pt>
                <c:pt idx="227">
                  <c:v>-0.39874906893</c:v>
                </c:pt>
                <c:pt idx="228">
                  <c:v>-0.40673664308</c:v>
                </c:pt>
                <c:pt idx="229">
                  <c:v>-0.41469324266</c:v>
                </c:pt>
                <c:pt idx="230">
                  <c:v>-0.42261826174</c:v>
                </c:pt>
                <c:pt idx="231">
                  <c:v>-0.43051109681</c:v>
                </c:pt>
                <c:pt idx="232">
                  <c:v>-0.43837114679</c:v>
                </c:pt>
                <c:pt idx="233">
                  <c:v>-0.44619781311</c:v>
                </c:pt>
                <c:pt idx="234">
                  <c:v>-0.45399049974</c:v>
                </c:pt>
                <c:pt idx="235">
                  <c:v>-0.46174861324</c:v>
                </c:pt>
                <c:pt idx="236">
                  <c:v>-0.46947156279</c:v>
                </c:pt>
                <c:pt idx="237">
                  <c:v>-0.47715876026</c:v>
                </c:pt>
                <c:pt idx="238">
                  <c:v>-0.48480962025</c:v>
                </c:pt>
                <c:pt idx="239">
                  <c:v>-0.4924235601</c:v>
                </c:pt>
                <c:pt idx="240">
                  <c:v>-0.5</c:v>
                </c:pt>
                <c:pt idx="241">
                  <c:v>-0.50753836296</c:v>
                </c:pt>
                <c:pt idx="242">
                  <c:v>-0.51503807491</c:v>
                </c:pt>
                <c:pt idx="243">
                  <c:v>-0.52249856472</c:v>
                </c:pt>
                <c:pt idx="244">
                  <c:v>-0.52991926423</c:v>
                </c:pt>
                <c:pt idx="245">
                  <c:v>-0.53729960835</c:v>
                </c:pt>
                <c:pt idx="246">
                  <c:v>-0.54463903502</c:v>
                </c:pt>
                <c:pt idx="247">
                  <c:v>-0.55193698531</c:v>
                </c:pt>
                <c:pt idx="248">
                  <c:v>-0.55919290347</c:v>
                </c:pt>
                <c:pt idx="249">
                  <c:v>-0.56640623692</c:v>
                </c:pt>
                <c:pt idx="250">
                  <c:v>-0.57357643635</c:v>
                </c:pt>
                <c:pt idx="251">
                  <c:v>-0.58070295571</c:v>
                </c:pt>
                <c:pt idx="252">
                  <c:v>-0.58778525229</c:v>
                </c:pt>
                <c:pt idx="253">
                  <c:v>-0.59482278675</c:v>
                </c:pt>
                <c:pt idx="254">
                  <c:v>-0.60181502315</c:v>
                </c:pt>
                <c:pt idx="255">
                  <c:v>-0.60876142901</c:v>
                </c:pt>
                <c:pt idx="256">
                  <c:v>-0.61566147533</c:v>
                </c:pt>
                <c:pt idx="257">
                  <c:v>-0.62251463664</c:v>
                </c:pt>
                <c:pt idx="258">
                  <c:v>-0.62932039105</c:v>
                </c:pt>
                <c:pt idx="259">
                  <c:v>-0.63607822028</c:v>
                </c:pt>
                <c:pt idx="260">
                  <c:v>-0.64278760969</c:v>
                </c:pt>
                <c:pt idx="261">
                  <c:v>-0.64944804833</c:v>
                </c:pt>
                <c:pt idx="262">
                  <c:v>-0.65605902899</c:v>
                </c:pt>
                <c:pt idx="263">
                  <c:v>-0.66262004822</c:v>
                </c:pt>
                <c:pt idx="264">
                  <c:v>-0.66913060636</c:v>
                </c:pt>
                <c:pt idx="265">
                  <c:v>-0.67559020762</c:v>
                </c:pt>
                <c:pt idx="266">
                  <c:v>-0.68199836006</c:v>
                </c:pt>
                <c:pt idx="267">
                  <c:v>-0.68835457569</c:v>
                </c:pt>
                <c:pt idx="268">
                  <c:v>-0.69465837046</c:v>
                </c:pt>
                <c:pt idx="269">
                  <c:v>-0.7009092643</c:v>
                </c:pt>
                <c:pt idx="270">
                  <c:v>-0.70710678119</c:v>
                </c:pt>
                <c:pt idx="271">
                  <c:v>-0.71325044915</c:v>
                </c:pt>
                <c:pt idx="272">
                  <c:v>-0.71933980034</c:v>
                </c:pt>
                <c:pt idx="273">
                  <c:v>-0.72537437101</c:v>
                </c:pt>
                <c:pt idx="274">
                  <c:v>-0.73135370162</c:v>
                </c:pt>
                <c:pt idx="275">
                  <c:v>-0.73727733681</c:v>
                </c:pt>
                <c:pt idx="276">
                  <c:v>-0.74314482548</c:v>
                </c:pt>
                <c:pt idx="277">
                  <c:v>-0.74895572079</c:v>
                </c:pt>
                <c:pt idx="278">
                  <c:v>-0.75470958022</c:v>
                </c:pt>
                <c:pt idx="279">
                  <c:v>-0.7604059656</c:v>
                </c:pt>
                <c:pt idx="280">
                  <c:v>-0.76604444312</c:v>
                </c:pt>
                <c:pt idx="281">
                  <c:v>-0.77162458339</c:v>
                </c:pt>
                <c:pt idx="282">
                  <c:v>-0.77714596146</c:v>
                </c:pt>
                <c:pt idx="283">
                  <c:v>-0.78260815685</c:v>
                </c:pt>
                <c:pt idx="284">
                  <c:v>-0.78801075361</c:v>
                </c:pt>
                <c:pt idx="285">
                  <c:v>-0.79335334029</c:v>
                </c:pt>
                <c:pt idx="286">
                  <c:v>-0.79863551005</c:v>
                </c:pt>
                <c:pt idx="287">
                  <c:v>-0.80385686062</c:v>
                </c:pt>
                <c:pt idx="288">
                  <c:v>-0.80901699437</c:v>
                </c:pt>
                <c:pt idx="289">
                  <c:v>-0.81411551836</c:v>
                </c:pt>
                <c:pt idx="290">
                  <c:v>-0.81915204429</c:v>
                </c:pt>
                <c:pt idx="291">
                  <c:v>-0.82412618862</c:v>
                </c:pt>
                <c:pt idx="292">
                  <c:v>-0.82903757256</c:v>
                </c:pt>
                <c:pt idx="293">
                  <c:v>-0.83388582207</c:v>
                </c:pt>
                <c:pt idx="294">
                  <c:v>-0.83867056795</c:v>
                </c:pt>
                <c:pt idx="295">
                  <c:v>-0.84339144581</c:v>
                </c:pt>
                <c:pt idx="296">
                  <c:v>-0.84804809616</c:v>
                </c:pt>
                <c:pt idx="297">
                  <c:v>-0.85264016435</c:v>
                </c:pt>
                <c:pt idx="298">
                  <c:v>-0.8571673007</c:v>
                </c:pt>
                <c:pt idx="299">
                  <c:v>-0.86162916044</c:v>
                </c:pt>
                <c:pt idx="300">
                  <c:v>-0.86602540378</c:v>
                </c:pt>
                <c:pt idx="301">
                  <c:v>-0.87035569594</c:v>
                </c:pt>
                <c:pt idx="302">
                  <c:v>-0.87461970714</c:v>
                </c:pt>
                <c:pt idx="303">
                  <c:v>-0.87881711266</c:v>
                </c:pt>
                <c:pt idx="304">
                  <c:v>-0.88294759286</c:v>
                </c:pt>
                <c:pt idx="305">
                  <c:v>-0.88701083318</c:v>
                </c:pt>
                <c:pt idx="306">
                  <c:v>-0.89100652419</c:v>
                </c:pt>
                <c:pt idx="307">
                  <c:v>-0.8949343616</c:v>
                </c:pt>
                <c:pt idx="308">
                  <c:v>-0.8987940463</c:v>
                </c:pt>
                <c:pt idx="309">
                  <c:v>-0.90258528435</c:v>
                </c:pt>
                <c:pt idx="310">
                  <c:v>-0.90630778704</c:v>
                </c:pt>
                <c:pt idx="311">
                  <c:v>-0.90996127088</c:v>
                </c:pt>
                <c:pt idx="312">
                  <c:v>-0.91354545764</c:v>
                </c:pt>
                <c:pt idx="313">
                  <c:v>-0.91706007439</c:v>
                </c:pt>
                <c:pt idx="314">
                  <c:v>-0.92050485345</c:v>
                </c:pt>
                <c:pt idx="315">
                  <c:v>-0.92387953251</c:v>
                </c:pt>
                <c:pt idx="316">
                  <c:v>-0.92718385457</c:v>
                </c:pt>
                <c:pt idx="317">
                  <c:v>-0.93041756798</c:v>
                </c:pt>
                <c:pt idx="318">
                  <c:v>-0.9335804265</c:v>
                </c:pt>
                <c:pt idx="319">
                  <c:v>-0.93667218925</c:v>
                </c:pt>
                <c:pt idx="320">
                  <c:v>-0.93969262079</c:v>
                </c:pt>
                <c:pt idx="321">
                  <c:v>-0.94264149109</c:v>
                </c:pt>
                <c:pt idx="322">
                  <c:v>-0.9455185756</c:v>
                </c:pt>
                <c:pt idx="323">
                  <c:v>-0.94832365521</c:v>
                </c:pt>
                <c:pt idx="324">
                  <c:v>-0.9510565163</c:v>
                </c:pt>
                <c:pt idx="325">
                  <c:v>-0.95371695075</c:v>
                </c:pt>
                <c:pt idx="326">
                  <c:v>-0.95630475596</c:v>
                </c:pt>
                <c:pt idx="327">
                  <c:v>-0.95881973487</c:v>
                </c:pt>
                <c:pt idx="328">
                  <c:v>-0.96126169594</c:v>
                </c:pt>
                <c:pt idx="329">
                  <c:v>-0.96363045321</c:v>
                </c:pt>
                <c:pt idx="330">
                  <c:v>-0.96592582629</c:v>
                </c:pt>
                <c:pt idx="331">
                  <c:v>-0.96814764038</c:v>
                </c:pt>
                <c:pt idx="332">
                  <c:v>-0.97029572628</c:v>
                </c:pt>
                <c:pt idx="333">
                  <c:v>-0.9723699204</c:v>
                </c:pt>
                <c:pt idx="334">
                  <c:v>-0.97437006479</c:v>
                </c:pt>
                <c:pt idx="335">
                  <c:v>-0.97629600712</c:v>
                </c:pt>
                <c:pt idx="336">
                  <c:v>-0.97814760073</c:v>
                </c:pt>
                <c:pt idx="337">
                  <c:v>-0.97992470462</c:v>
                </c:pt>
                <c:pt idx="338">
                  <c:v>-0.98162718345</c:v>
                </c:pt>
                <c:pt idx="339">
                  <c:v>-0.98325490756</c:v>
                </c:pt>
                <c:pt idx="340">
                  <c:v>-0.98480775301</c:v>
                </c:pt>
                <c:pt idx="341">
                  <c:v>-0.98628560154</c:v>
                </c:pt>
                <c:pt idx="342">
                  <c:v>-0.9876883406</c:v>
                </c:pt>
                <c:pt idx="343">
                  <c:v>-0.98901586336</c:v>
                </c:pt>
                <c:pt idx="344">
                  <c:v>-0.99026806874</c:v>
                </c:pt>
                <c:pt idx="345">
                  <c:v>-0.99144486137</c:v>
                </c:pt>
                <c:pt idx="346">
                  <c:v>-0.99254615164</c:v>
                </c:pt>
                <c:pt idx="347">
                  <c:v>-0.99357185568</c:v>
                </c:pt>
                <c:pt idx="348">
                  <c:v>-0.99452189537</c:v>
                </c:pt>
                <c:pt idx="349">
                  <c:v>-0.99539619837</c:v>
                </c:pt>
                <c:pt idx="350">
                  <c:v>-0.99619469809</c:v>
                </c:pt>
                <c:pt idx="351">
                  <c:v>-0.99691733373</c:v>
                </c:pt>
                <c:pt idx="352">
                  <c:v>-0.99756405026</c:v>
                </c:pt>
                <c:pt idx="353">
                  <c:v>-0.99813479842</c:v>
                </c:pt>
                <c:pt idx="354">
                  <c:v>-0.99862953475</c:v>
                </c:pt>
                <c:pt idx="355">
                  <c:v>-0.99904822158</c:v>
                </c:pt>
                <c:pt idx="356">
                  <c:v>-0.99939082702</c:v>
                </c:pt>
                <c:pt idx="357">
                  <c:v>-0.99965732498</c:v>
                </c:pt>
                <c:pt idx="358">
                  <c:v>-0.99984769516</c:v>
                </c:pt>
                <c:pt idx="359">
                  <c:v>-0.99996192306</c:v>
                </c:pt>
                <c:pt idx="360">
                  <c:v>-1</c:v>
                </c:pt>
                <c:pt idx="361">
                  <c:v>-0.99996192306</c:v>
                </c:pt>
                <c:pt idx="362">
                  <c:v>-0.99984769516</c:v>
                </c:pt>
                <c:pt idx="363">
                  <c:v>-0.99965732498</c:v>
                </c:pt>
                <c:pt idx="364">
                  <c:v>-0.99939082702</c:v>
                </c:pt>
                <c:pt idx="365">
                  <c:v>-0.99904822158</c:v>
                </c:pt>
                <c:pt idx="366">
                  <c:v>-0.99862953475</c:v>
                </c:pt>
                <c:pt idx="367">
                  <c:v>-0.99813479842</c:v>
                </c:pt>
                <c:pt idx="368">
                  <c:v>-0.99756405026</c:v>
                </c:pt>
                <c:pt idx="369">
                  <c:v>-0.99691733373</c:v>
                </c:pt>
                <c:pt idx="370">
                  <c:v>-0.99619469809</c:v>
                </c:pt>
                <c:pt idx="371">
                  <c:v>-0.99539619837</c:v>
                </c:pt>
                <c:pt idx="372">
                  <c:v>-0.99452189537</c:v>
                </c:pt>
                <c:pt idx="373">
                  <c:v>-0.99357185568</c:v>
                </c:pt>
                <c:pt idx="374">
                  <c:v>-0.99254615164</c:v>
                </c:pt>
                <c:pt idx="375">
                  <c:v>-0.99144486137</c:v>
                </c:pt>
                <c:pt idx="376">
                  <c:v>-0.99026806874</c:v>
                </c:pt>
                <c:pt idx="377">
                  <c:v>-0.98901586336</c:v>
                </c:pt>
                <c:pt idx="378">
                  <c:v>-0.9876883406</c:v>
                </c:pt>
                <c:pt idx="379">
                  <c:v>-0.98628560154</c:v>
                </c:pt>
                <c:pt idx="380">
                  <c:v>-0.98480775301</c:v>
                </c:pt>
                <c:pt idx="381">
                  <c:v>-0.98325490756</c:v>
                </c:pt>
                <c:pt idx="382">
                  <c:v>-0.98162718345</c:v>
                </c:pt>
                <c:pt idx="383">
                  <c:v>-0.97992470462</c:v>
                </c:pt>
                <c:pt idx="384">
                  <c:v>-0.97814760073</c:v>
                </c:pt>
                <c:pt idx="385">
                  <c:v>-0.97629600712</c:v>
                </c:pt>
                <c:pt idx="386">
                  <c:v>-0.97437006479</c:v>
                </c:pt>
                <c:pt idx="387">
                  <c:v>-0.9723699204</c:v>
                </c:pt>
                <c:pt idx="388">
                  <c:v>-0.97029572628</c:v>
                </c:pt>
                <c:pt idx="389">
                  <c:v>-0.96814764038</c:v>
                </c:pt>
                <c:pt idx="390">
                  <c:v>-0.96592582629</c:v>
                </c:pt>
                <c:pt idx="391">
                  <c:v>-0.96363045321</c:v>
                </c:pt>
                <c:pt idx="392">
                  <c:v>-0.96126169594</c:v>
                </c:pt>
                <c:pt idx="393">
                  <c:v>-0.95881973487</c:v>
                </c:pt>
                <c:pt idx="394">
                  <c:v>-0.95630475596</c:v>
                </c:pt>
                <c:pt idx="395">
                  <c:v>-0.95371695075</c:v>
                </c:pt>
                <c:pt idx="396">
                  <c:v>-0.9510565163</c:v>
                </c:pt>
                <c:pt idx="397">
                  <c:v>-0.94832365521</c:v>
                </c:pt>
                <c:pt idx="398">
                  <c:v>-0.9455185756</c:v>
                </c:pt>
                <c:pt idx="399">
                  <c:v>-0.94264149109</c:v>
                </c:pt>
                <c:pt idx="400">
                  <c:v>-0.93969262079</c:v>
                </c:pt>
                <c:pt idx="401">
                  <c:v>-0.93667218925</c:v>
                </c:pt>
                <c:pt idx="402">
                  <c:v>-0.9335804265</c:v>
                </c:pt>
                <c:pt idx="403">
                  <c:v>-0.93041756798</c:v>
                </c:pt>
                <c:pt idx="404">
                  <c:v>-0.92718385457</c:v>
                </c:pt>
                <c:pt idx="405">
                  <c:v>-0.92387953251</c:v>
                </c:pt>
                <c:pt idx="406">
                  <c:v>-0.92050485345</c:v>
                </c:pt>
                <c:pt idx="407">
                  <c:v>-0.91706007439</c:v>
                </c:pt>
                <c:pt idx="408">
                  <c:v>-0.91354545764</c:v>
                </c:pt>
                <c:pt idx="409">
                  <c:v>-0.90996127088</c:v>
                </c:pt>
                <c:pt idx="410">
                  <c:v>-0.90630778704</c:v>
                </c:pt>
                <c:pt idx="411">
                  <c:v>-0.90258528435</c:v>
                </c:pt>
                <c:pt idx="412">
                  <c:v>-0.8987940463</c:v>
                </c:pt>
                <c:pt idx="413">
                  <c:v>-0.8949343616</c:v>
                </c:pt>
                <c:pt idx="414">
                  <c:v>-0.89100652419</c:v>
                </c:pt>
                <c:pt idx="415">
                  <c:v>-0.88701083318</c:v>
                </c:pt>
                <c:pt idx="416">
                  <c:v>-0.88294759286</c:v>
                </c:pt>
                <c:pt idx="417">
                  <c:v>-0.87881711266</c:v>
                </c:pt>
                <c:pt idx="418">
                  <c:v>-0.87461970714</c:v>
                </c:pt>
                <c:pt idx="419">
                  <c:v>-0.87035569594</c:v>
                </c:pt>
                <c:pt idx="420">
                  <c:v>-0.86602540378</c:v>
                </c:pt>
                <c:pt idx="421">
                  <c:v>-0.86162916044</c:v>
                </c:pt>
                <c:pt idx="422">
                  <c:v>-0.8571673007</c:v>
                </c:pt>
                <c:pt idx="423">
                  <c:v>-0.85264016435</c:v>
                </c:pt>
                <c:pt idx="424">
                  <c:v>-0.84804809616</c:v>
                </c:pt>
                <c:pt idx="425">
                  <c:v>-0.84339144581</c:v>
                </c:pt>
                <c:pt idx="426">
                  <c:v>-0.83867056795</c:v>
                </c:pt>
                <c:pt idx="427">
                  <c:v>-0.83388582207</c:v>
                </c:pt>
                <c:pt idx="428">
                  <c:v>-0.82903757256</c:v>
                </c:pt>
                <c:pt idx="429">
                  <c:v>-0.82412618862</c:v>
                </c:pt>
                <c:pt idx="430">
                  <c:v>-0.81915204429</c:v>
                </c:pt>
                <c:pt idx="431">
                  <c:v>-0.81411551836</c:v>
                </c:pt>
                <c:pt idx="432">
                  <c:v>-0.80901699437</c:v>
                </c:pt>
                <c:pt idx="433">
                  <c:v>-0.80385686062</c:v>
                </c:pt>
                <c:pt idx="434">
                  <c:v>-0.79863551005</c:v>
                </c:pt>
                <c:pt idx="435">
                  <c:v>-0.79335334029</c:v>
                </c:pt>
                <c:pt idx="436">
                  <c:v>-0.78801075361</c:v>
                </c:pt>
                <c:pt idx="437">
                  <c:v>-0.78260815685</c:v>
                </c:pt>
                <c:pt idx="438">
                  <c:v>-0.77714596146</c:v>
                </c:pt>
                <c:pt idx="439">
                  <c:v>-0.77162458339</c:v>
                </c:pt>
                <c:pt idx="440">
                  <c:v>-0.76604444312</c:v>
                </c:pt>
                <c:pt idx="441">
                  <c:v>-0.7604059656</c:v>
                </c:pt>
                <c:pt idx="442">
                  <c:v>-0.75470958022</c:v>
                </c:pt>
                <c:pt idx="443">
                  <c:v>-0.74895572079</c:v>
                </c:pt>
                <c:pt idx="444">
                  <c:v>-0.74314482548</c:v>
                </c:pt>
                <c:pt idx="445">
                  <c:v>-0.73727733681</c:v>
                </c:pt>
                <c:pt idx="446">
                  <c:v>-0.73135370162</c:v>
                </c:pt>
                <c:pt idx="447">
                  <c:v>-0.72537437101</c:v>
                </c:pt>
                <c:pt idx="448">
                  <c:v>-0.71933980034</c:v>
                </c:pt>
                <c:pt idx="449">
                  <c:v>-0.71325044915</c:v>
                </c:pt>
                <c:pt idx="450">
                  <c:v>-0.70710678119</c:v>
                </c:pt>
                <c:pt idx="451">
                  <c:v>-0.7009092643</c:v>
                </c:pt>
                <c:pt idx="452">
                  <c:v>-0.69465837046</c:v>
                </c:pt>
                <c:pt idx="453">
                  <c:v>-0.68835457569</c:v>
                </c:pt>
                <c:pt idx="454">
                  <c:v>-0.68199836006</c:v>
                </c:pt>
                <c:pt idx="455">
                  <c:v>-0.67559020762</c:v>
                </c:pt>
                <c:pt idx="456">
                  <c:v>-0.66913060636</c:v>
                </c:pt>
                <c:pt idx="457">
                  <c:v>-0.66262004822</c:v>
                </c:pt>
                <c:pt idx="458">
                  <c:v>-0.65605902899</c:v>
                </c:pt>
                <c:pt idx="459">
                  <c:v>-0.64944804833</c:v>
                </c:pt>
                <c:pt idx="460">
                  <c:v>-0.64278760969</c:v>
                </c:pt>
                <c:pt idx="461">
                  <c:v>-0.63607822028</c:v>
                </c:pt>
                <c:pt idx="462">
                  <c:v>-0.62932039105</c:v>
                </c:pt>
                <c:pt idx="463">
                  <c:v>-0.62251463664</c:v>
                </c:pt>
                <c:pt idx="464">
                  <c:v>-0.61566147533</c:v>
                </c:pt>
                <c:pt idx="465">
                  <c:v>-0.60876142901</c:v>
                </c:pt>
                <c:pt idx="466">
                  <c:v>-0.60181502315</c:v>
                </c:pt>
                <c:pt idx="467">
                  <c:v>-0.59482278675</c:v>
                </c:pt>
                <c:pt idx="468">
                  <c:v>-0.58778525229</c:v>
                </c:pt>
                <c:pt idx="469">
                  <c:v>-0.58070295571</c:v>
                </c:pt>
                <c:pt idx="470">
                  <c:v>-0.57357643635</c:v>
                </c:pt>
                <c:pt idx="471">
                  <c:v>-0.56640623692</c:v>
                </c:pt>
                <c:pt idx="472">
                  <c:v>-0.55919290347</c:v>
                </c:pt>
                <c:pt idx="473">
                  <c:v>-0.55193698531</c:v>
                </c:pt>
                <c:pt idx="474">
                  <c:v>-0.54463903502</c:v>
                </c:pt>
                <c:pt idx="475">
                  <c:v>-0.53729960835</c:v>
                </c:pt>
                <c:pt idx="476">
                  <c:v>-0.52991926423</c:v>
                </c:pt>
                <c:pt idx="477">
                  <c:v>-0.52249856472</c:v>
                </c:pt>
                <c:pt idx="478">
                  <c:v>-0.51503807491</c:v>
                </c:pt>
                <c:pt idx="479">
                  <c:v>-0.50753836296</c:v>
                </c:pt>
                <c:pt idx="480">
                  <c:v>-0.5</c:v>
                </c:pt>
                <c:pt idx="481">
                  <c:v>-0.4924235601</c:v>
                </c:pt>
                <c:pt idx="482">
                  <c:v>-0.48480962025</c:v>
                </c:pt>
                <c:pt idx="483">
                  <c:v>-0.47715876026</c:v>
                </c:pt>
                <c:pt idx="484">
                  <c:v>-0.46947156279</c:v>
                </c:pt>
                <c:pt idx="485">
                  <c:v>-0.46174861324</c:v>
                </c:pt>
                <c:pt idx="486">
                  <c:v>-0.45399049974</c:v>
                </c:pt>
                <c:pt idx="487">
                  <c:v>-0.44619781311</c:v>
                </c:pt>
                <c:pt idx="488">
                  <c:v>-0.43837114679</c:v>
                </c:pt>
                <c:pt idx="489">
                  <c:v>-0.43051109681</c:v>
                </c:pt>
                <c:pt idx="490">
                  <c:v>-0.42261826174</c:v>
                </c:pt>
                <c:pt idx="491">
                  <c:v>-0.41469324266</c:v>
                </c:pt>
                <c:pt idx="492">
                  <c:v>-0.40673664308</c:v>
                </c:pt>
                <c:pt idx="493">
                  <c:v>-0.39874906893</c:v>
                </c:pt>
                <c:pt idx="494">
                  <c:v>-0.39073112849</c:v>
                </c:pt>
                <c:pt idx="495">
                  <c:v>-0.38268343237</c:v>
                </c:pt>
                <c:pt idx="496">
                  <c:v>-0.37460659342</c:v>
                </c:pt>
                <c:pt idx="497">
                  <c:v>-0.36650122672</c:v>
                </c:pt>
                <c:pt idx="498">
                  <c:v>-0.35836794955</c:v>
                </c:pt>
                <c:pt idx="499">
                  <c:v>-0.35020738126</c:v>
                </c:pt>
                <c:pt idx="500">
                  <c:v>-0.34202014333</c:v>
                </c:pt>
                <c:pt idx="501">
                  <c:v>-0.33380685923</c:v>
                </c:pt>
                <c:pt idx="502">
                  <c:v>-0.32556815446</c:v>
                </c:pt>
                <c:pt idx="503">
                  <c:v>-0.31730465641</c:v>
                </c:pt>
                <c:pt idx="504">
                  <c:v>-0.30901699437</c:v>
                </c:pt>
                <c:pt idx="505">
                  <c:v>-0.3007057995</c:v>
                </c:pt>
                <c:pt idx="506">
                  <c:v>-0.29237170472</c:v>
                </c:pt>
                <c:pt idx="507">
                  <c:v>-0.2840153447</c:v>
                </c:pt>
                <c:pt idx="508">
                  <c:v>-0.27563735582</c:v>
                </c:pt>
                <c:pt idx="509">
                  <c:v>-0.26723837608</c:v>
                </c:pt>
                <c:pt idx="510">
                  <c:v>-0.2588190451</c:v>
                </c:pt>
                <c:pt idx="511">
                  <c:v>-0.25038000405</c:v>
                </c:pt>
                <c:pt idx="512">
                  <c:v>-0.2419218956</c:v>
                </c:pt>
                <c:pt idx="513">
                  <c:v>-0.23344536386</c:v>
                </c:pt>
                <c:pt idx="514">
                  <c:v>-0.22495105434</c:v>
                </c:pt>
                <c:pt idx="515">
                  <c:v>-0.21643961394</c:v>
                </c:pt>
                <c:pt idx="516">
                  <c:v>-0.20791169082</c:v>
                </c:pt>
                <c:pt idx="517">
                  <c:v>-0.19936793442</c:v>
                </c:pt>
                <c:pt idx="518">
                  <c:v>-0.19080899538</c:v>
                </c:pt>
                <c:pt idx="519">
                  <c:v>-0.18223552549</c:v>
                </c:pt>
                <c:pt idx="520">
                  <c:v>-0.17364817767</c:v>
                </c:pt>
                <c:pt idx="521">
                  <c:v>-0.16504760586</c:v>
                </c:pt>
                <c:pt idx="522">
                  <c:v>-0.15643446504</c:v>
                </c:pt>
                <c:pt idx="523">
                  <c:v>-0.14780941113</c:v>
                </c:pt>
                <c:pt idx="524">
                  <c:v>-0.13917310096</c:v>
                </c:pt>
                <c:pt idx="525">
                  <c:v>-0.13052619222</c:v>
                </c:pt>
                <c:pt idx="526">
                  <c:v>-0.12186934341</c:v>
                </c:pt>
                <c:pt idx="527">
                  <c:v>-0.11320321377</c:v>
                </c:pt>
                <c:pt idx="528">
                  <c:v>-0.10452846327</c:v>
                </c:pt>
                <c:pt idx="529">
                  <c:v>-0.09584575252</c:v>
                </c:pt>
                <c:pt idx="530">
                  <c:v>-0.087155742748</c:v>
                </c:pt>
                <c:pt idx="531">
                  <c:v>-0.078459095728</c:v>
                </c:pt>
                <c:pt idx="532">
                  <c:v>-0.069756473744</c:v>
                </c:pt>
                <c:pt idx="533">
                  <c:v>-0.061048539535</c:v>
                </c:pt>
                <c:pt idx="534">
                  <c:v>-0.052335956243</c:v>
                </c:pt>
                <c:pt idx="535">
                  <c:v>-0.043619387365</c:v>
                </c:pt>
                <c:pt idx="536">
                  <c:v>-0.034899496703</c:v>
                </c:pt>
                <c:pt idx="537">
                  <c:v>-0.026176948308</c:v>
                </c:pt>
                <c:pt idx="538">
                  <c:v>-0.017452406437</c:v>
                </c:pt>
                <c:pt idx="539">
                  <c:v>-0.0087265354984</c:v>
                </c:pt>
                <c:pt idx="540">
                  <c:v>0</c:v>
                </c:pt>
                <c:pt idx="541">
                  <c:v>0.0087265354984</c:v>
                </c:pt>
                <c:pt idx="542">
                  <c:v>0.017452406437</c:v>
                </c:pt>
                <c:pt idx="543">
                  <c:v>0.026176948308</c:v>
                </c:pt>
                <c:pt idx="544">
                  <c:v>0.034899496703</c:v>
                </c:pt>
                <c:pt idx="545">
                  <c:v>0.043619387365</c:v>
                </c:pt>
                <c:pt idx="546">
                  <c:v>0.052335956243</c:v>
                </c:pt>
                <c:pt idx="547">
                  <c:v>0.061048539535</c:v>
                </c:pt>
                <c:pt idx="548">
                  <c:v>0.069756473744</c:v>
                </c:pt>
                <c:pt idx="549">
                  <c:v>0.078459095728</c:v>
                </c:pt>
                <c:pt idx="550">
                  <c:v>0.087155742748</c:v>
                </c:pt>
                <c:pt idx="551">
                  <c:v>0.09584575252</c:v>
                </c:pt>
                <c:pt idx="552">
                  <c:v>0.10452846327</c:v>
                </c:pt>
                <c:pt idx="553">
                  <c:v>0.11320321377</c:v>
                </c:pt>
                <c:pt idx="554">
                  <c:v>0.12186934341</c:v>
                </c:pt>
                <c:pt idx="555">
                  <c:v>0.13052619222</c:v>
                </c:pt>
                <c:pt idx="556">
                  <c:v>0.13917310096</c:v>
                </c:pt>
                <c:pt idx="557">
                  <c:v>0.14780941113</c:v>
                </c:pt>
                <c:pt idx="558">
                  <c:v>0.15643446504</c:v>
                </c:pt>
                <c:pt idx="559">
                  <c:v>0.16504760586</c:v>
                </c:pt>
                <c:pt idx="560">
                  <c:v>0.17364817767</c:v>
                </c:pt>
                <c:pt idx="561">
                  <c:v>0.18223552549</c:v>
                </c:pt>
                <c:pt idx="562">
                  <c:v>0.19080899538</c:v>
                </c:pt>
                <c:pt idx="563">
                  <c:v>0.19936793442</c:v>
                </c:pt>
                <c:pt idx="564">
                  <c:v>0.20791169082</c:v>
                </c:pt>
                <c:pt idx="565">
                  <c:v>0.21643961394</c:v>
                </c:pt>
                <c:pt idx="566">
                  <c:v>0.22495105434</c:v>
                </c:pt>
                <c:pt idx="567">
                  <c:v>0.23344536386</c:v>
                </c:pt>
                <c:pt idx="568">
                  <c:v>0.2419218956</c:v>
                </c:pt>
                <c:pt idx="569">
                  <c:v>0.25038000405</c:v>
                </c:pt>
                <c:pt idx="570">
                  <c:v>0.2588190451</c:v>
                </c:pt>
                <c:pt idx="571">
                  <c:v>0.26723837608</c:v>
                </c:pt>
                <c:pt idx="572">
                  <c:v>0.27563735582</c:v>
                </c:pt>
                <c:pt idx="573">
                  <c:v>0.2840153447</c:v>
                </c:pt>
                <c:pt idx="574">
                  <c:v>0.29237170472</c:v>
                </c:pt>
                <c:pt idx="575">
                  <c:v>0.3007057995</c:v>
                </c:pt>
                <c:pt idx="576">
                  <c:v>0.30901699437</c:v>
                </c:pt>
                <c:pt idx="577">
                  <c:v>0.31730465641</c:v>
                </c:pt>
                <c:pt idx="578">
                  <c:v>0.32556815446</c:v>
                </c:pt>
                <c:pt idx="579">
                  <c:v>0.33380685923</c:v>
                </c:pt>
                <c:pt idx="580">
                  <c:v>0.34202014333</c:v>
                </c:pt>
                <c:pt idx="581">
                  <c:v>0.35020738126</c:v>
                </c:pt>
                <c:pt idx="582">
                  <c:v>0.35836794955</c:v>
                </c:pt>
                <c:pt idx="583">
                  <c:v>0.36650122672</c:v>
                </c:pt>
                <c:pt idx="584">
                  <c:v>0.37460659342</c:v>
                </c:pt>
                <c:pt idx="585">
                  <c:v>0.38268343237</c:v>
                </c:pt>
                <c:pt idx="586">
                  <c:v>0.39073112849</c:v>
                </c:pt>
                <c:pt idx="587">
                  <c:v>0.39874906893</c:v>
                </c:pt>
                <c:pt idx="588">
                  <c:v>0.40673664308</c:v>
                </c:pt>
                <c:pt idx="589">
                  <c:v>0.41469324266</c:v>
                </c:pt>
                <c:pt idx="590">
                  <c:v>0.42261826174</c:v>
                </c:pt>
                <c:pt idx="591">
                  <c:v>0.43051109681</c:v>
                </c:pt>
                <c:pt idx="592">
                  <c:v>0.43837114679</c:v>
                </c:pt>
                <c:pt idx="593">
                  <c:v>0.44619781311</c:v>
                </c:pt>
                <c:pt idx="594">
                  <c:v>0.45399049974</c:v>
                </c:pt>
                <c:pt idx="595">
                  <c:v>0.46174861324</c:v>
                </c:pt>
                <c:pt idx="596">
                  <c:v>0.46947156279</c:v>
                </c:pt>
                <c:pt idx="597">
                  <c:v>0.47715876026</c:v>
                </c:pt>
                <c:pt idx="598">
                  <c:v>0.48480962025</c:v>
                </c:pt>
                <c:pt idx="599">
                  <c:v>0.4924235601</c:v>
                </c:pt>
                <c:pt idx="600">
                  <c:v>0.5</c:v>
                </c:pt>
                <c:pt idx="601">
                  <c:v>0.50753836296</c:v>
                </c:pt>
                <c:pt idx="602">
                  <c:v>0.51503807491</c:v>
                </c:pt>
                <c:pt idx="603">
                  <c:v>0.52249856472</c:v>
                </c:pt>
                <c:pt idx="604">
                  <c:v>0.52991926423</c:v>
                </c:pt>
                <c:pt idx="605">
                  <c:v>0.53729960835</c:v>
                </c:pt>
                <c:pt idx="606">
                  <c:v>0.54463903502</c:v>
                </c:pt>
                <c:pt idx="607">
                  <c:v>0.55193698531</c:v>
                </c:pt>
                <c:pt idx="608">
                  <c:v>0.55919290347</c:v>
                </c:pt>
                <c:pt idx="609">
                  <c:v>0.56640623692</c:v>
                </c:pt>
                <c:pt idx="610">
                  <c:v>0.57357643635</c:v>
                </c:pt>
                <c:pt idx="611">
                  <c:v>0.58070295571</c:v>
                </c:pt>
                <c:pt idx="612">
                  <c:v>0.58778525229</c:v>
                </c:pt>
                <c:pt idx="613">
                  <c:v>0.59482278675</c:v>
                </c:pt>
                <c:pt idx="614">
                  <c:v>0.60181502315</c:v>
                </c:pt>
                <c:pt idx="615">
                  <c:v>0.60876142901</c:v>
                </c:pt>
                <c:pt idx="616">
                  <c:v>0.61566147533</c:v>
                </c:pt>
                <c:pt idx="617">
                  <c:v>0.62251463664</c:v>
                </c:pt>
                <c:pt idx="618">
                  <c:v>0.62932039105</c:v>
                </c:pt>
                <c:pt idx="619">
                  <c:v>0.63607822028</c:v>
                </c:pt>
                <c:pt idx="620">
                  <c:v>0.64278760969</c:v>
                </c:pt>
                <c:pt idx="621">
                  <c:v>0.64944804833</c:v>
                </c:pt>
                <c:pt idx="622">
                  <c:v>0.65605902899</c:v>
                </c:pt>
                <c:pt idx="623">
                  <c:v>0.66262004822</c:v>
                </c:pt>
                <c:pt idx="624">
                  <c:v>0.66913060636</c:v>
                </c:pt>
                <c:pt idx="625">
                  <c:v>0.67559020762</c:v>
                </c:pt>
                <c:pt idx="626">
                  <c:v>0.68199836006</c:v>
                </c:pt>
                <c:pt idx="627">
                  <c:v>0.68835457569</c:v>
                </c:pt>
                <c:pt idx="628">
                  <c:v>0.69465837046</c:v>
                </c:pt>
                <c:pt idx="629">
                  <c:v>0.7009092643</c:v>
                </c:pt>
                <c:pt idx="630">
                  <c:v>0.70710678119</c:v>
                </c:pt>
                <c:pt idx="631">
                  <c:v>0.71325044915</c:v>
                </c:pt>
                <c:pt idx="632">
                  <c:v>0.71933980034</c:v>
                </c:pt>
                <c:pt idx="633">
                  <c:v>0.72537437101</c:v>
                </c:pt>
                <c:pt idx="634">
                  <c:v>0.73135370162</c:v>
                </c:pt>
                <c:pt idx="635">
                  <c:v>0.73727733681</c:v>
                </c:pt>
                <c:pt idx="636">
                  <c:v>0.74314482548</c:v>
                </c:pt>
                <c:pt idx="637">
                  <c:v>0.74895572079</c:v>
                </c:pt>
                <c:pt idx="638">
                  <c:v>0.75470958022</c:v>
                </c:pt>
                <c:pt idx="639">
                  <c:v>0.7604059656</c:v>
                </c:pt>
                <c:pt idx="640">
                  <c:v>0.76604444312</c:v>
                </c:pt>
                <c:pt idx="641">
                  <c:v>0.77162458339</c:v>
                </c:pt>
                <c:pt idx="642">
                  <c:v>0.77714596146</c:v>
                </c:pt>
                <c:pt idx="643">
                  <c:v>0.78260815685</c:v>
                </c:pt>
                <c:pt idx="644">
                  <c:v>0.78801075361</c:v>
                </c:pt>
                <c:pt idx="645">
                  <c:v>0.79335334029</c:v>
                </c:pt>
                <c:pt idx="646">
                  <c:v>0.79863551005</c:v>
                </c:pt>
                <c:pt idx="647">
                  <c:v>0.80385686062</c:v>
                </c:pt>
                <c:pt idx="648">
                  <c:v>0.80901699437</c:v>
                </c:pt>
                <c:pt idx="649">
                  <c:v>0.81411551836</c:v>
                </c:pt>
                <c:pt idx="650">
                  <c:v>0.81915204429</c:v>
                </c:pt>
                <c:pt idx="651">
                  <c:v>0.82412618862</c:v>
                </c:pt>
                <c:pt idx="652">
                  <c:v>0.82903757256</c:v>
                </c:pt>
                <c:pt idx="653">
                  <c:v>0.83388582207</c:v>
                </c:pt>
                <c:pt idx="654">
                  <c:v>0.83867056795</c:v>
                </c:pt>
                <c:pt idx="655">
                  <c:v>0.84339144581</c:v>
                </c:pt>
                <c:pt idx="656">
                  <c:v>0.84804809616</c:v>
                </c:pt>
                <c:pt idx="657">
                  <c:v>0.85264016435</c:v>
                </c:pt>
                <c:pt idx="658">
                  <c:v>0.8571673007</c:v>
                </c:pt>
                <c:pt idx="659">
                  <c:v>0.86162916044</c:v>
                </c:pt>
                <c:pt idx="660">
                  <c:v>0.86602540378</c:v>
                </c:pt>
                <c:pt idx="661">
                  <c:v>0.87035569594</c:v>
                </c:pt>
                <c:pt idx="662">
                  <c:v>0.87461970714</c:v>
                </c:pt>
                <c:pt idx="663">
                  <c:v>0.87881711266</c:v>
                </c:pt>
                <c:pt idx="664">
                  <c:v>0.88294759286</c:v>
                </c:pt>
                <c:pt idx="665">
                  <c:v>0.88701083318</c:v>
                </c:pt>
                <c:pt idx="666">
                  <c:v>0.89100652419</c:v>
                </c:pt>
                <c:pt idx="667">
                  <c:v>0.8949343616</c:v>
                </c:pt>
                <c:pt idx="668">
                  <c:v>0.8987940463</c:v>
                </c:pt>
                <c:pt idx="669">
                  <c:v>0.90258528435</c:v>
                </c:pt>
                <c:pt idx="670">
                  <c:v>0.90630778704</c:v>
                </c:pt>
                <c:pt idx="671">
                  <c:v>0.90996127088</c:v>
                </c:pt>
                <c:pt idx="672">
                  <c:v>0.91354545764</c:v>
                </c:pt>
                <c:pt idx="673">
                  <c:v>0.91706007439</c:v>
                </c:pt>
                <c:pt idx="674">
                  <c:v>0.92050485345</c:v>
                </c:pt>
                <c:pt idx="675">
                  <c:v>0.92387953251</c:v>
                </c:pt>
                <c:pt idx="676">
                  <c:v>0.92718385457</c:v>
                </c:pt>
                <c:pt idx="677">
                  <c:v>0.93041756798</c:v>
                </c:pt>
                <c:pt idx="678">
                  <c:v>0.9335804265</c:v>
                </c:pt>
                <c:pt idx="679">
                  <c:v>0.93667218925</c:v>
                </c:pt>
                <c:pt idx="680">
                  <c:v>0.93969262079</c:v>
                </c:pt>
                <c:pt idx="681">
                  <c:v>0.94264149109</c:v>
                </c:pt>
                <c:pt idx="682">
                  <c:v>0.9455185756</c:v>
                </c:pt>
                <c:pt idx="683">
                  <c:v>0.94832365521</c:v>
                </c:pt>
                <c:pt idx="684">
                  <c:v>0.9510565163</c:v>
                </c:pt>
                <c:pt idx="685">
                  <c:v>0.95371695075</c:v>
                </c:pt>
                <c:pt idx="686">
                  <c:v>0.95630475596</c:v>
                </c:pt>
                <c:pt idx="687">
                  <c:v>0.95881973487</c:v>
                </c:pt>
                <c:pt idx="688">
                  <c:v>0.96126169594</c:v>
                </c:pt>
                <c:pt idx="689">
                  <c:v>0.96363045321</c:v>
                </c:pt>
                <c:pt idx="690">
                  <c:v>0.96592582629</c:v>
                </c:pt>
                <c:pt idx="691">
                  <c:v>0.96814764038</c:v>
                </c:pt>
                <c:pt idx="692">
                  <c:v>0.97029572628</c:v>
                </c:pt>
                <c:pt idx="693">
                  <c:v>0.9723699204</c:v>
                </c:pt>
                <c:pt idx="694">
                  <c:v>0.97437006479</c:v>
                </c:pt>
                <c:pt idx="695">
                  <c:v>0.97629600712</c:v>
                </c:pt>
                <c:pt idx="696">
                  <c:v>0.97814760073</c:v>
                </c:pt>
                <c:pt idx="697">
                  <c:v>0.97992470462</c:v>
                </c:pt>
                <c:pt idx="698">
                  <c:v>0.98162718345</c:v>
                </c:pt>
                <c:pt idx="699">
                  <c:v>0.98325490756</c:v>
                </c:pt>
                <c:pt idx="700">
                  <c:v>0.98480775301</c:v>
                </c:pt>
                <c:pt idx="701">
                  <c:v>0.98628560154</c:v>
                </c:pt>
                <c:pt idx="702">
                  <c:v>0.9876883406</c:v>
                </c:pt>
                <c:pt idx="703">
                  <c:v>0.98901586336</c:v>
                </c:pt>
                <c:pt idx="704">
                  <c:v>0.99026806874</c:v>
                </c:pt>
                <c:pt idx="705">
                  <c:v>0.99144486137</c:v>
                </c:pt>
                <c:pt idx="706">
                  <c:v>0.99254615164</c:v>
                </c:pt>
                <c:pt idx="707">
                  <c:v>0.99357185568</c:v>
                </c:pt>
                <c:pt idx="708">
                  <c:v>0.99452189537</c:v>
                </c:pt>
                <c:pt idx="709">
                  <c:v>0.99539619837</c:v>
                </c:pt>
                <c:pt idx="710">
                  <c:v>0.99619469809</c:v>
                </c:pt>
                <c:pt idx="711">
                  <c:v>0.99691733373</c:v>
                </c:pt>
                <c:pt idx="712">
                  <c:v>0.99756405026</c:v>
                </c:pt>
                <c:pt idx="713">
                  <c:v>0.99813479842</c:v>
                </c:pt>
                <c:pt idx="714">
                  <c:v>0.99862953475</c:v>
                </c:pt>
                <c:pt idx="715">
                  <c:v>0.99904822158</c:v>
                </c:pt>
                <c:pt idx="716">
                  <c:v>0.99939082702</c:v>
                </c:pt>
                <c:pt idx="717">
                  <c:v>0.99965732498</c:v>
                </c:pt>
                <c:pt idx="718">
                  <c:v>0.99984769516</c:v>
                </c:pt>
                <c:pt idx="719">
                  <c:v>0.99996192306</c:v>
                </c:pt>
                <c:pt idx="720">
                  <c:v>1</c:v>
                </c:pt>
              </c:numCache>
            </c:numRef>
          </c:xVal>
          <c:yVal>
            <c:numRef>
              <c:f>'Chart Data'!$B$2:$B$722</c:f>
              <c:numCache>
                <c:formatCode>0.0</c:formatCode>
                <c:ptCount val="721"/>
                <c:pt idx="0">
                  <c:v>0</c:v>
                </c:pt>
                <c:pt idx="1">
                  <c:v>0.0056722480739</c:v>
                </c:pt>
                <c:pt idx="2">
                  <c:v>0.011344064184</c:v>
                </c:pt>
                <c:pt idx="3">
                  <c:v>0.0170150164</c:v>
                </c:pt>
                <c:pt idx="4">
                  <c:v>0.022684672857</c:v>
                </c:pt>
                <c:pt idx="5">
                  <c:v>0.028352601787</c:v>
                </c:pt>
                <c:pt idx="6">
                  <c:v>0.034018371558</c:v>
                </c:pt>
                <c:pt idx="7">
                  <c:v>0.039681550698</c:v>
                </c:pt>
                <c:pt idx="8">
                  <c:v>0.045341707934</c:v>
                </c:pt>
                <c:pt idx="9">
                  <c:v>0.050998412223</c:v>
                </c:pt>
                <c:pt idx="10">
                  <c:v>0.056651232786</c:v>
                </c:pt>
                <c:pt idx="11">
                  <c:v>0.062299739138</c:v>
                </c:pt>
                <c:pt idx="12">
                  <c:v>0.067943501124</c:v>
                </c:pt>
                <c:pt idx="13">
                  <c:v>0.073582088949</c:v>
                </c:pt>
                <c:pt idx="14">
                  <c:v>0.079215073213</c:v>
                </c:pt>
                <c:pt idx="15">
                  <c:v>0.084842024943</c:v>
                </c:pt>
                <c:pt idx="16">
                  <c:v>0.090462515624</c:v>
                </c:pt>
                <c:pt idx="17">
                  <c:v>0.096076117234</c:v>
                </c:pt>
                <c:pt idx="18">
                  <c:v>0.10168240228</c:v>
                </c:pt>
                <c:pt idx="19">
                  <c:v>0.10728094381</c:v>
                </c:pt>
                <c:pt idx="20">
                  <c:v>0.11287131548</c:v>
                </c:pt>
                <c:pt idx="21">
                  <c:v>0.11845309157</c:v>
                </c:pt>
                <c:pt idx="22">
                  <c:v>0.12402584699</c:v>
                </c:pt>
                <c:pt idx="23">
                  <c:v>0.12958915737</c:v>
                </c:pt>
                <c:pt idx="24">
                  <c:v>0.13514259903</c:v>
                </c:pt>
                <c:pt idx="25">
                  <c:v>0.14068574906</c:v>
                </c:pt>
                <c:pt idx="26">
                  <c:v>0.14621818532</c:v>
                </c:pt>
                <c:pt idx="27">
                  <c:v>0.15173948651</c:v>
                </c:pt>
                <c:pt idx="28">
                  <c:v>0.15724923214</c:v>
                </c:pt>
                <c:pt idx="29">
                  <c:v>0.16274700264</c:v>
                </c:pt>
                <c:pt idx="30">
                  <c:v>0.16823237932</c:v>
                </c:pt>
                <c:pt idx="31">
                  <c:v>0.17370494445</c:v>
                </c:pt>
                <c:pt idx="32">
                  <c:v>0.17916428128</c:v>
                </c:pt>
                <c:pt idx="33">
                  <c:v>0.18460997406</c:v>
                </c:pt>
                <c:pt idx="34">
                  <c:v>0.19004160807</c:v>
                </c:pt>
                <c:pt idx="35">
                  <c:v>0.19545876968</c:v>
                </c:pt>
                <c:pt idx="36">
                  <c:v>0.20086104634</c:v>
                </c:pt>
                <c:pt idx="37">
                  <c:v>0.20624802666</c:v>
                </c:pt>
                <c:pt idx="38">
                  <c:v>0.2116193004</c:v>
                </c:pt>
                <c:pt idx="39">
                  <c:v>0.2169744585</c:v>
                </c:pt>
                <c:pt idx="40">
                  <c:v>0.22231309316</c:v>
                </c:pt>
                <c:pt idx="41">
                  <c:v>0.22763479782</c:v>
                </c:pt>
                <c:pt idx="42">
                  <c:v>0.2329391672</c:v>
                </c:pt>
                <c:pt idx="43">
                  <c:v>0.23822579737</c:v>
                </c:pt>
                <c:pt idx="44">
                  <c:v>0.24349428572</c:v>
                </c:pt>
                <c:pt idx="45">
                  <c:v>0.24874423104</c:v>
                </c:pt>
                <c:pt idx="46">
                  <c:v>0.25397523352</c:v>
                </c:pt>
                <c:pt idx="47">
                  <c:v>0.2591868948</c:v>
                </c:pt>
                <c:pt idx="48">
                  <c:v>0.264378818</c:v>
                </c:pt>
                <c:pt idx="49">
                  <c:v>0.26955060773</c:v>
                </c:pt>
                <c:pt idx="50">
                  <c:v>0.27470187013</c:v>
                </c:pt>
                <c:pt idx="51">
                  <c:v>0.27983221293</c:v>
                </c:pt>
                <c:pt idx="52">
                  <c:v>0.28494124541</c:v>
                </c:pt>
                <c:pt idx="53">
                  <c:v>0.29002857852</c:v>
                </c:pt>
                <c:pt idx="54">
                  <c:v>0.29509382483</c:v>
                </c:pt>
                <c:pt idx="55">
                  <c:v>0.3001365986</c:v>
                </c:pt>
                <c:pt idx="56">
                  <c:v>0.30515651581</c:v>
                </c:pt>
                <c:pt idx="57">
                  <c:v>0.31015319417</c:v>
                </c:pt>
                <c:pt idx="58">
                  <c:v>0.31512625316</c:v>
                </c:pt>
                <c:pt idx="59">
                  <c:v>0.32007531407</c:v>
                </c:pt>
                <c:pt idx="60">
                  <c:v>0.325</c:v>
                </c:pt>
                <c:pt idx="61">
                  <c:v>0.32989993592</c:v>
                </c:pt>
                <c:pt idx="62">
                  <c:v>0.33477474869</c:v>
                </c:pt>
                <c:pt idx="63">
                  <c:v>0.33962406707</c:v>
                </c:pt>
                <c:pt idx="64">
                  <c:v>0.34444752175</c:v>
                </c:pt>
                <c:pt idx="65">
                  <c:v>0.34924474543</c:v>
                </c:pt>
                <c:pt idx="66">
                  <c:v>0.35401537276</c:v>
                </c:pt>
                <c:pt idx="67">
                  <c:v>0.35875904045</c:v>
                </c:pt>
                <c:pt idx="68">
                  <c:v>0.36347538726</c:v>
                </c:pt>
                <c:pt idx="69">
                  <c:v>0.368164054</c:v>
                </c:pt>
                <c:pt idx="70">
                  <c:v>0.37282468363</c:v>
                </c:pt>
                <c:pt idx="71">
                  <c:v>0.37745692121</c:v>
                </c:pt>
                <c:pt idx="72">
                  <c:v>0.38206041399</c:v>
                </c:pt>
                <c:pt idx="73">
                  <c:v>0.38663481139</c:v>
                </c:pt>
                <c:pt idx="74">
                  <c:v>0.39117976505</c:v>
                </c:pt>
                <c:pt idx="75">
                  <c:v>0.39569492886</c:v>
                </c:pt>
                <c:pt idx="76">
                  <c:v>0.40017995896</c:v>
                </c:pt>
                <c:pt idx="77">
                  <c:v>0.40463451381</c:v>
                </c:pt>
                <c:pt idx="78">
                  <c:v>0.40905825418</c:v>
                </c:pt>
                <c:pt idx="79">
                  <c:v>0.41345084318</c:v>
                </c:pt>
                <c:pt idx="80">
                  <c:v>0.4178119463</c:v>
                </c:pt>
                <c:pt idx="81">
                  <c:v>0.42214123141</c:v>
                </c:pt>
                <c:pt idx="82">
                  <c:v>0.42643836884</c:v>
                </c:pt>
                <c:pt idx="83">
                  <c:v>0.43070303134</c:v>
                </c:pt>
                <c:pt idx="84">
                  <c:v>0.43493489413</c:v>
                </c:pt>
                <c:pt idx="85">
                  <c:v>0.43913363495</c:v>
                </c:pt>
                <c:pt idx="86">
                  <c:v>0.44329893404</c:v>
                </c:pt>
                <c:pt idx="87">
                  <c:v>0.4474304742</c:v>
                </c:pt>
                <c:pt idx="88">
                  <c:v>0.4515279408</c:v>
                </c:pt>
                <c:pt idx="89">
                  <c:v>0.45559102179</c:v>
                </c:pt>
                <c:pt idx="90">
                  <c:v>0.45961940777</c:v>
                </c:pt>
                <c:pt idx="91">
                  <c:v>0.46361279195</c:v>
                </c:pt>
                <c:pt idx="92">
                  <c:v>0.46757087022</c:v>
                </c:pt>
                <c:pt idx="93">
                  <c:v>0.47149334116</c:v>
                </c:pt>
                <c:pt idx="94">
                  <c:v>0.47537990605</c:v>
                </c:pt>
                <c:pt idx="95">
                  <c:v>0.47923026893</c:v>
                </c:pt>
                <c:pt idx="96">
                  <c:v>0.48304413656</c:v>
                </c:pt>
                <c:pt idx="97">
                  <c:v>0.48682121851</c:v>
                </c:pt>
                <c:pt idx="98">
                  <c:v>0.49056122714</c:v>
                </c:pt>
                <c:pt idx="99">
                  <c:v>0.49426387764</c:v>
                </c:pt>
                <c:pt idx="100">
                  <c:v>0.49792888803</c:v>
                </c:pt>
                <c:pt idx="101">
                  <c:v>0.5015559792</c:v>
                </c:pt>
                <c:pt idx="102">
                  <c:v>0.50514487495</c:v>
                </c:pt>
                <c:pt idx="103">
                  <c:v>0.50869530195</c:v>
                </c:pt>
                <c:pt idx="104">
                  <c:v>0.51220698984</c:v>
                </c:pt>
                <c:pt idx="105">
                  <c:v>0.51567967119</c:v>
                </c:pt>
                <c:pt idx="106">
                  <c:v>0.51911308153</c:v>
                </c:pt>
                <c:pt idx="107">
                  <c:v>0.5225069594</c:v>
                </c:pt>
                <c:pt idx="108">
                  <c:v>0.52586104634</c:v>
                </c:pt>
                <c:pt idx="109">
                  <c:v>0.52917508693</c:v>
                </c:pt>
                <c:pt idx="110">
                  <c:v>0.53244882879</c:v>
                </c:pt>
                <c:pt idx="111">
                  <c:v>0.5356820226</c:v>
                </c:pt>
                <c:pt idx="112">
                  <c:v>0.53887442216</c:v>
                </c:pt>
                <c:pt idx="113">
                  <c:v>0.54202578434</c:v>
                </c:pt>
                <c:pt idx="114">
                  <c:v>0.54513586916</c:v>
                </c:pt>
                <c:pt idx="115">
                  <c:v>0.54820443978</c:v>
                </c:pt>
                <c:pt idx="116">
                  <c:v>0.5512312625</c:v>
                </c:pt>
                <c:pt idx="117">
                  <c:v>0.55421610683</c:v>
                </c:pt>
                <c:pt idx="118">
                  <c:v>0.55715874546</c:v>
                </c:pt>
                <c:pt idx="119">
                  <c:v>0.56005895429</c:v>
                </c:pt>
                <c:pt idx="120">
                  <c:v>0.56291651246</c:v>
                </c:pt>
                <c:pt idx="121">
                  <c:v>0.56573120236</c:v>
                </c:pt>
                <c:pt idx="122">
                  <c:v>0.56850280964</c:v>
                </c:pt>
                <c:pt idx="123">
                  <c:v>0.57123112323</c:v>
                </c:pt>
                <c:pt idx="124">
                  <c:v>0.57391593536</c:v>
                </c:pt>
                <c:pt idx="125">
                  <c:v>0.57655704157</c:v>
                </c:pt>
                <c:pt idx="126">
                  <c:v>0.57915424072</c:v>
                </c:pt>
                <c:pt idx="127">
                  <c:v>0.58170733504</c:v>
                </c:pt>
                <c:pt idx="128">
                  <c:v>0.58421613009</c:v>
                </c:pt>
                <c:pt idx="129">
                  <c:v>0.58668043483</c:v>
                </c:pt>
                <c:pt idx="130">
                  <c:v>0.58910006157</c:v>
                </c:pt>
                <c:pt idx="131">
                  <c:v>0.59147482607</c:v>
                </c:pt>
                <c:pt idx="132">
                  <c:v>0.59380454747</c:v>
                </c:pt>
                <c:pt idx="133">
                  <c:v>0.59608904835</c:v>
                </c:pt>
                <c:pt idx="134">
                  <c:v>0.59832815474</c:v>
                </c:pt>
                <c:pt idx="135">
                  <c:v>0.60052169613</c:v>
                </c:pt>
                <c:pt idx="136">
                  <c:v>0.60266950547</c:v>
                </c:pt>
                <c:pt idx="137">
                  <c:v>0.60477141919</c:v>
                </c:pt>
                <c:pt idx="138">
                  <c:v>0.60682727722</c:v>
                </c:pt>
                <c:pt idx="139">
                  <c:v>0.60883692301</c:v>
                </c:pt>
                <c:pt idx="140">
                  <c:v>0.61080020351</c:v>
                </c:pt>
                <c:pt idx="141">
                  <c:v>0.61271696921</c:v>
                </c:pt>
                <c:pt idx="142">
                  <c:v>0.61458707414</c:v>
                </c:pt>
                <c:pt idx="143">
                  <c:v>0.61641037588</c:v>
                </c:pt>
                <c:pt idx="144">
                  <c:v>0.61818673559</c:v>
                </c:pt>
                <c:pt idx="145">
                  <c:v>0.61991601799</c:v>
                </c:pt>
                <c:pt idx="146">
                  <c:v>0.62159809138</c:v>
                </c:pt>
                <c:pt idx="147">
                  <c:v>0.62323282766</c:v>
                </c:pt>
                <c:pt idx="148">
                  <c:v>0.62482010236</c:v>
                </c:pt>
                <c:pt idx="149">
                  <c:v>0.62635979459</c:v>
                </c:pt>
                <c:pt idx="150">
                  <c:v>0.62785178709</c:v>
                </c:pt>
                <c:pt idx="151">
                  <c:v>0.62929596625</c:v>
                </c:pt>
                <c:pt idx="152">
                  <c:v>0.63069222208</c:v>
                </c:pt>
                <c:pt idx="153">
                  <c:v>0.63204044826</c:v>
                </c:pt>
                <c:pt idx="154">
                  <c:v>0.63334054211</c:v>
                </c:pt>
                <c:pt idx="155">
                  <c:v>0.63459240463</c:v>
                </c:pt>
                <c:pt idx="156">
                  <c:v>0.63579594048</c:v>
                </c:pt>
                <c:pt idx="157">
                  <c:v>0.636951058</c:v>
                </c:pt>
                <c:pt idx="158">
                  <c:v>0.63805766924</c:v>
                </c:pt>
                <c:pt idx="159">
                  <c:v>0.63911568992</c:v>
                </c:pt>
                <c:pt idx="160">
                  <c:v>0.64012503946</c:v>
                </c:pt>
                <c:pt idx="161">
                  <c:v>0.641085641</c:v>
                </c:pt>
                <c:pt idx="162">
                  <c:v>0.64199742139</c:v>
                </c:pt>
                <c:pt idx="163">
                  <c:v>0.64286031119</c:v>
                </c:pt>
                <c:pt idx="164">
                  <c:v>0.64367424468</c:v>
                </c:pt>
                <c:pt idx="165">
                  <c:v>0.64443915989</c:v>
                </c:pt>
                <c:pt idx="166">
                  <c:v>0.64515499857</c:v>
                </c:pt>
                <c:pt idx="167">
                  <c:v>0.64582170619</c:v>
                </c:pt>
                <c:pt idx="168">
                  <c:v>0.64643923199</c:v>
                </c:pt>
                <c:pt idx="169">
                  <c:v>0.64700752894</c:v>
                </c:pt>
                <c:pt idx="170">
                  <c:v>0.64752655376</c:v>
                </c:pt>
                <c:pt idx="171">
                  <c:v>0.64799626693</c:v>
                </c:pt>
                <c:pt idx="172">
                  <c:v>0.64841663267</c:v>
                </c:pt>
                <c:pt idx="173">
                  <c:v>0.64878761897</c:v>
                </c:pt>
                <c:pt idx="174">
                  <c:v>0.64910919759</c:v>
                </c:pt>
                <c:pt idx="175">
                  <c:v>0.64938134403</c:v>
                </c:pt>
                <c:pt idx="176">
                  <c:v>0.64960403756</c:v>
                </c:pt>
                <c:pt idx="177">
                  <c:v>0.64977726123</c:v>
                </c:pt>
                <c:pt idx="178">
                  <c:v>0.64990100185</c:v>
                </c:pt>
                <c:pt idx="179">
                  <c:v>0.64997524999</c:v>
                </c:pt>
                <c:pt idx="180">
                  <c:v>0.65</c:v>
                </c:pt>
                <c:pt idx="181">
                  <c:v>0.64997524999</c:v>
                </c:pt>
                <c:pt idx="182">
                  <c:v>0.64990100185</c:v>
                </c:pt>
                <c:pt idx="183">
                  <c:v>0.64977726123</c:v>
                </c:pt>
                <c:pt idx="184">
                  <c:v>0.64960403756</c:v>
                </c:pt>
                <c:pt idx="185">
                  <c:v>0.64938134403</c:v>
                </c:pt>
                <c:pt idx="186">
                  <c:v>0.64910919759</c:v>
                </c:pt>
                <c:pt idx="187">
                  <c:v>0.64878761897</c:v>
                </c:pt>
                <c:pt idx="188">
                  <c:v>0.64841663267</c:v>
                </c:pt>
                <c:pt idx="189">
                  <c:v>0.64799626693</c:v>
                </c:pt>
                <c:pt idx="190">
                  <c:v>0.64752655376</c:v>
                </c:pt>
                <c:pt idx="191">
                  <c:v>0.64700752894</c:v>
                </c:pt>
                <c:pt idx="192">
                  <c:v>0.64643923199</c:v>
                </c:pt>
                <c:pt idx="193">
                  <c:v>0.64582170619</c:v>
                </c:pt>
                <c:pt idx="194">
                  <c:v>0.64515499857</c:v>
                </c:pt>
                <c:pt idx="195">
                  <c:v>0.64443915989</c:v>
                </c:pt>
                <c:pt idx="196">
                  <c:v>0.64367424468</c:v>
                </c:pt>
                <c:pt idx="197">
                  <c:v>0.64286031119</c:v>
                </c:pt>
                <c:pt idx="198">
                  <c:v>0.64199742139</c:v>
                </c:pt>
                <c:pt idx="199">
                  <c:v>0.641085641</c:v>
                </c:pt>
                <c:pt idx="200">
                  <c:v>0.64012503946</c:v>
                </c:pt>
                <c:pt idx="201">
                  <c:v>0.63911568992</c:v>
                </c:pt>
                <c:pt idx="202">
                  <c:v>0.63805766924</c:v>
                </c:pt>
                <c:pt idx="203">
                  <c:v>0.636951058</c:v>
                </c:pt>
                <c:pt idx="204">
                  <c:v>0.63579594048</c:v>
                </c:pt>
                <c:pt idx="205">
                  <c:v>0.63459240463</c:v>
                </c:pt>
                <c:pt idx="206">
                  <c:v>0.63334054211</c:v>
                </c:pt>
                <c:pt idx="207">
                  <c:v>0.63204044826</c:v>
                </c:pt>
                <c:pt idx="208">
                  <c:v>0.63069222208</c:v>
                </c:pt>
                <c:pt idx="209">
                  <c:v>0.62929596625</c:v>
                </c:pt>
                <c:pt idx="210">
                  <c:v>0.62785178709</c:v>
                </c:pt>
                <c:pt idx="211">
                  <c:v>0.62635979459</c:v>
                </c:pt>
                <c:pt idx="212">
                  <c:v>0.62482010236</c:v>
                </c:pt>
                <c:pt idx="213">
                  <c:v>0.62323282766</c:v>
                </c:pt>
                <c:pt idx="214">
                  <c:v>0.62159809138</c:v>
                </c:pt>
                <c:pt idx="215">
                  <c:v>0.61991601799</c:v>
                </c:pt>
                <c:pt idx="216">
                  <c:v>0.61818673559</c:v>
                </c:pt>
                <c:pt idx="217">
                  <c:v>0.61641037588</c:v>
                </c:pt>
                <c:pt idx="218">
                  <c:v>0.61458707414</c:v>
                </c:pt>
                <c:pt idx="219">
                  <c:v>0.61271696921</c:v>
                </c:pt>
                <c:pt idx="220">
                  <c:v>0.61080020351</c:v>
                </c:pt>
                <c:pt idx="221">
                  <c:v>0.60883692301</c:v>
                </c:pt>
                <c:pt idx="222">
                  <c:v>0.60682727722</c:v>
                </c:pt>
                <c:pt idx="223">
                  <c:v>0.60477141919</c:v>
                </c:pt>
                <c:pt idx="224">
                  <c:v>0.60266950547</c:v>
                </c:pt>
                <c:pt idx="225">
                  <c:v>0.60052169613</c:v>
                </c:pt>
                <c:pt idx="226">
                  <c:v>0.59832815474</c:v>
                </c:pt>
                <c:pt idx="227">
                  <c:v>0.59608904835</c:v>
                </c:pt>
                <c:pt idx="228">
                  <c:v>0.59380454747</c:v>
                </c:pt>
                <c:pt idx="229">
                  <c:v>0.59147482607</c:v>
                </c:pt>
                <c:pt idx="230">
                  <c:v>0.58910006157</c:v>
                </c:pt>
                <c:pt idx="231">
                  <c:v>0.58668043483</c:v>
                </c:pt>
                <c:pt idx="232">
                  <c:v>0.58421613009</c:v>
                </c:pt>
                <c:pt idx="233">
                  <c:v>0.58170733504</c:v>
                </c:pt>
                <c:pt idx="234">
                  <c:v>0.57915424072</c:v>
                </c:pt>
                <c:pt idx="235">
                  <c:v>0.57655704157</c:v>
                </c:pt>
                <c:pt idx="236">
                  <c:v>0.57391593536</c:v>
                </c:pt>
                <c:pt idx="237">
                  <c:v>0.57123112323</c:v>
                </c:pt>
                <c:pt idx="238">
                  <c:v>0.56850280964</c:v>
                </c:pt>
                <c:pt idx="239">
                  <c:v>0.56573120236</c:v>
                </c:pt>
                <c:pt idx="240">
                  <c:v>0.56291651246</c:v>
                </c:pt>
                <c:pt idx="241">
                  <c:v>0.56005895429</c:v>
                </c:pt>
                <c:pt idx="242">
                  <c:v>0.55715874546</c:v>
                </c:pt>
                <c:pt idx="243">
                  <c:v>0.55421610683</c:v>
                </c:pt>
                <c:pt idx="244">
                  <c:v>0.5512312625</c:v>
                </c:pt>
                <c:pt idx="245">
                  <c:v>0.54820443978</c:v>
                </c:pt>
                <c:pt idx="246">
                  <c:v>0.54513586916</c:v>
                </c:pt>
                <c:pt idx="247">
                  <c:v>0.54202578434</c:v>
                </c:pt>
                <c:pt idx="248">
                  <c:v>0.53887442216</c:v>
                </c:pt>
                <c:pt idx="249">
                  <c:v>0.5356820226</c:v>
                </c:pt>
                <c:pt idx="250">
                  <c:v>0.53244882879</c:v>
                </c:pt>
                <c:pt idx="251">
                  <c:v>0.52917508693</c:v>
                </c:pt>
                <c:pt idx="252">
                  <c:v>0.52586104634</c:v>
                </c:pt>
                <c:pt idx="253">
                  <c:v>0.5225069594</c:v>
                </c:pt>
                <c:pt idx="254">
                  <c:v>0.51911308153</c:v>
                </c:pt>
                <c:pt idx="255">
                  <c:v>0.51567967119</c:v>
                </c:pt>
                <c:pt idx="256">
                  <c:v>0.51220698984</c:v>
                </c:pt>
                <c:pt idx="257">
                  <c:v>0.50869530195</c:v>
                </c:pt>
                <c:pt idx="258">
                  <c:v>0.50514487495</c:v>
                </c:pt>
                <c:pt idx="259">
                  <c:v>0.5015559792</c:v>
                </c:pt>
                <c:pt idx="260">
                  <c:v>0.49792888803</c:v>
                </c:pt>
                <c:pt idx="261">
                  <c:v>0.49426387764</c:v>
                </c:pt>
                <c:pt idx="262">
                  <c:v>0.49056122714</c:v>
                </c:pt>
                <c:pt idx="263">
                  <c:v>0.48682121851</c:v>
                </c:pt>
                <c:pt idx="264">
                  <c:v>0.48304413656</c:v>
                </c:pt>
                <c:pt idx="265">
                  <c:v>0.47923026893</c:v>
                </c:pt>
                <c:pt idx="266">
                  <c:v>0.47537990605</c:v>
                </c:pt>
                <c:pt idx="267">
                  <c:v>0.47149334116</c:v>
                </c:pt>
                <c:pt idx="268">
                  <c:v>0.46757087022</c:v>
                </c:pt>
                <c:pt idx="269">
                  <c:v>0.46361279195</c:v>
                </c:pt>
                <c:pt idx="270">
                  <c:v>0.45961940777</c:v>
                </c:pt>
                <c:pt idx="271">
                  <c:v>0.45559102179</c:v>
                </c:pt>
                <c:pt idx="272">
                  <c:v>0.4515279408</c:v>
                </c:pt>
                <c:pt idx="273">
                  <c:v>0.4474304742</c:v>
                </c:pt>
                <c:pt idx="274">
                  <c:v>0.44329893404</c:v>
                </c:pt>
                <c:pt idx="275">
                  <c:v>0.43913363495</c:v>
                </c:pt>
                <c:pt idx="276">
                  <c:v>0.43493489413</c:v>
                </c:pt>
                <c:pt idx="277">
                  <c:v>0.43070303134</c:v>
                </c:pt>
                <c:pt idx="278">
                  <c:v>0.42643836884</c:v>
                </c:pt>
                <c:pt idx="279">
                  <c:v>0.42214123141</c:v>
                </c:pt>
                <c:pt idx="280">
                  <c:v>0.4178119463</c:v>
                </c:pt>
                <c:pt idx="281">
                  <c:v>0.41345084318</c:v>
                </c:pt>
                <c:pt idx="282">
                  <c:v>0.40905825418</c:v>
                </c:pt>
                <c:pt idx="283">
                  <c:v>0.40463451381</c:v>
                </c:pt>
                <c:pt idx="284">
                  <c:v>0.40017995896</c:v>
                </c:pt>
                <c:pt idx="285">
                  <c:v>0.39569492886</c:v>
                </c:pt>
                <c:pt idx="286">
                  <c:v>0.39117976505</c:v>
                </c:pt>
                <c:pt idx="287">
                  <c:v>0.38663481139</c:v>
                </c:pt>
                <c:pt idx="288">
                  <c:v>0.38206041399</c:v>
                </c:pt>
                <c:pt idx="289">
                  <c:v>0.37745692121</c:v>
                </c:pt>
                <c:pt idx="290">
                  <c:v>0.37282468363</c:v>
                </c:pt>
                <c:pt idx="291">
                  <c:v>0.368164054</c:v>
                </c:pt>
                <c:pt idx="292">
                  <c:v>0.36347538726</c:v>
                </c:pt>
                <c:pt idx="293">
                  <c:v>0.35875904045</c:v>
                </c:pt>
                <c:pt idx="294">
                  <c:v>0.35401537276</c:v>
                </c:pt>
                <c:pt idx="295">
                  <c:v>0.34924474543</c:v>
                </c:pt>
                <c:pt idx="296">
                  <c:v>0.34444752175</c:v>
                </c:pt>
                <c:pt idx="297">
                  <c:v>0.33962406707</c:v>
                </c:pt>
                <c:pt idx="298">
                  <c:v>0.33477474869</c:v>
                </c:pt>
                <c:pt idx="299">
                  <c:v>0.32989993592</c:v>
                </c:pt>
                <c:pt idx="300">
                  <c:v>0.325</c:v>
                </c:pt>
                <c:pt idx="301">
                  <c:v>0.32007531407</c:v>
                </c:pt>
                <c:pt idx="302">
                  <c:v>0.31512625316</c:v>
                </c:pt>
                <c:pt idx="303">
                  <c:v>0.31015319417</c:v>
                </c:pt>
                <c:pt idx="304">
                  <c:v>0.30515651581</c:v>
                </c:pt>
                <c:pt idx="305">
                  <c:v>0.3001365986</c:v>
                </c:pt>
                <c:pt idx="306">
                  <c:v>0.29509382483</c:v>
                </c:pt>
                <c:pt idx="307">
                  <c:v>0.29002857852</c:v>
                </c:pt>
                <c:pt idx="308">
                  <c:v>0.28494124541</c:v>
                </c:pt>
                <c:pt idx="309">
                  <c:v>0.27983221293</c:v>
                </c:pt>
                <c:pt idx="310">
                  <c:v>0.27470187013</c:v>
                </c:pt>
                <c:pt idx="311">
                  <c:v>0.26955060773</c:v>
                </c:pt>
                <c:pt idx="312">
                  <c:v>0.264378818</c:v>
                </c:pt>
                <c:pt idx="313">
                  <c:v>0.2591868948</c:v>
                </c:pt>
                <c:pt idx="314">
                  <c:v>0.25397523352</c:v>
                </c:pt>
                <c:pt idx="315">
                  <c:v>0.24874423104</c:v>
                </c:pt>
                <c:pt idx="316">
                  <c:v>0.24349428572</c:v>
                </c:pt>
                <c:pt idx="317">
                  <c:v>0.23822579737</c:v>
                </c:pt>
                <c:pt idx="318">
                  <c:v>0.2329391672</c:v>
                </c:pt>
                <c:pt idx="319">
                  <c:v>0.22763479782</c:v>
                </c:pt>
                <c:pt idx="320">
                  <c:v>0.22231309316</c:v>
                </c:pt>
                <c:pt idx="321">
                  <c:v>0.2169744585</c:v>
                </c:pt>
                <c:pt idx="322">
                  <c:v>0.2116193004</c:v>
                </c:pt>
                <c:pt idx="323">
                  <c:v>0.20624802666</c:v>
                </c:pt>
                <c:pt idx="324">
                  <c:v>0.20086104634</c:v>
                </c:pt>
                <c:pt idx="325">
                  <c:v>0.19545876968</c:v>
                </c:pt>
                <c:pt idx="326">
                  <c:v>0.19004160807</c:v>
                </c:pt>
                <c:pt idx="327">
                  <c:v>0.18460997406</c:v>
                </c:pt>
                <c:pt idx="328">
                  <c:v>0.17916428128</c:v>
                </c:pt>
                <c:pt idx="329">
                  <c:v>0.17370494445</c:v>
                </c:pt>
                <c:pt idx="330">
                  <c:v>0.16823237932</c:v>
                </c:pt>
                <c:pt idx="331">
                  <c:v>0.16274700264</c:v>
                </c:pt>
                <c:pt idx="332">
                  <c:v>0.15724923214</c:v>
                </c:pt>
                <c:pt idx="333">
                  <c:v>0.15173948651</c:v>
                </c:pt>
                <c:pt idx="334">
                  <c:v>0.14621818532</c:v>
                </c:pt>
                <c:pt idx="335">
                  <c:v>0.14068574906</c:v>
                </c:pt>
                <c:pt idx="336">
                  <c:v>0.13514259903</c:v>
                </c:pt>
                <c:pt idx="337">
                  <c:v>0.12958915737</c:v>
                </c:pt>
                <c:pt idx="338">
                  <c:v>0.12402584699</c:v>
                </c:pt>
                <c:pt idx="339">
                  <c:v>0.11845309157</c:v>
                </c:pt>
                <c:pt idx="340">
                  <c:v>0.11287131548</c:v>
                </c:pt>
                <c:pt idx="341">
                  <c:v>0.10728094381</c:v>
                </c:pt>
                <c:pt idx="342">
                  <c:v>0.10168240228</c:v>
                </c:pt>
                <c:pt idx="343">
                  <c:v>0.096076117234</c:v>
                </c:pt>
                <c:pt idx="344">
                  <c:v>0.090462515624</c:v>
                </c:pt>
                <c:pt idx="345">
                  <c:v>0.084842024943</c:v>
                </c:pt>
                <c:pt idx="346">
                  <c:v>0.079215073213</c:v>
                </c:pt>
                <c:pt idx="347">
                  <c:v>0.073582088949</c:v>
                </c:pt>
                <c:pt idx="348">
                  <c:v>0.067943501124</c:v>
                </c:pt>
                <c:pt idx="349">
                  <c:v>0.062299739138</c:v>
                </c:pt>
                <c:pt idx="350">
                  <c:v>0.056651232786</c:v>
                </c:pt>
                <c:pt idx="351">
                  <c:v>0.050998412223</c:v>
                </c:pt>
                <c:pt idx="352">
                  <c:v>0.045341707934</c:v>
                </c:pt>
                <c:pt idx="353">
                  <c:v>0.039681550698</c:v>
                </c:pt>
                <c:pt idx="354">
                  <c:v>0.034018371558</c:v>
                </c:pt>
                <c:pt idx="355">
                  <c:v>0.028352601787</c:v>
                </c:pt>
                <c:pt idx="356">
                  <c:v>0.022684672857</c:v>
                </c:pt>
                <c:pt idx="357">
                  <c:v>0.0170150164</c:v>
                </c:pt>
                <c:pt idx="358">
                  <c:v>0.011344064184</c:v>
                </c:pt>
                <c:pt idx="359">
                  <c:v>0.0056722480739</c:v>
                </c:pt>
                <c:pt idx="360">
                  <c:v>0</c:v>
                </c:pt>
                <c:pt idx="361">
                  <c:v>-0.0056722480739</c:v>
                </c:pt>
                <c:pt idx="362">
                  <c:v>-0.011344064184</c:v>
                </c:pt>
                <c:pt idx="363">
                  <c:v>-0.0170150164</c:v>
                </c:pt>
                <c:pt idx="364">
                  <c:v>-0.022684672857</c:v>
                </c:pt>
                <c:pt idx="365">
                  <c:v>-0.028352601787</c:v>
                </c:pt>
                <c:pt idx="366">
                  <c:v>-0.034018371558</c:v>
                </c:pt>
                <c:pt idx="367">
                  <c:v>-0.039681550698</c:v>
                </c:pt>
                <c:pt idx="368">
                  <c:v>-0.045341707934</c:v>
                </c:pt>
                <c:pt idx="369">
                  <c:v>-0.050998412223</c:v>
                </c:pt>
                <c:pt idx="370">
                  <c:v>-0.056651232786</c:v>
                </c:pt>
                <c:pt idx="371">
                  <c:v>-0.062299739138</c:v>
                </c:pt>
                <c:pt idx="372">
                  <c:v>-0.067943501124</c:v>
                </c:pt>
                <c:pt idx="373">
                  <c:v>-0.073582088949</c:v>
                </c:pt>
                <c:pt idx="374">
                  <c:v>-0.079215073213</c:v>
                </c:pt>
                <c:pt idx="375">
                  <c:v>-0.084842024943</c:v>
                </c:pt>
                <c:pt idx="376">
                  <c:v>-0.090462515624</c:v>
                </c:pt>
                <c:pt idx="377">
                  <c:v>-0.096076117234</c:v>
                </c:pt>
                <c:pt idx="378">
                  <c:v>-0.10168240228</c:v>
                </c:pt>
                <c:pt idx="379">
                  <c:v>-0.10728094381</c:v>
                </c:pt>
                <c:pt idx="380">
                  <c:v>-0.11287131548</c:v>
                </c:pt>
                <c:pt idx="381">
                  <c:v>-0.11845309157</c:v>
                </c:pt>
                <c:pt idx="382">
                  <c:v>-0.12402584699</c:v>
                </c:pt>
                <c:pt idx="383">
                  <c:v>-0.12958915737</c:v>
                </c:pt>
                <c:pt idx="384">
                  <c:v>-0.13514259903</c:v>
                </c:pt>
                <c:pt idx="385">
                  <c:v>-0.14068574906</c:v>
                </c:pt>
                <c:pt idx="386">
                  <c:v>-0.14621818532</c:v>
                </c:pt>
                <c:pt idx="387">
                  <c:v>-0.15173948651</c:v>
                </c:pt>
                <c:pt idx="388">
                  <c:v>-0.15724923214</c:v>
                </c:pt>
                <c:pt idx="389">
                  <c:v>-0.16274700264</c:v>
                </c:pt>
                <c:pt idx="390">
                  <c:v>-0.16823237932</c:v>
                </c:pt>
                <c:pt idx="391">
                  <c:v>-0.17370494445</c:v>
                </c:pt>
                <c:pt idx="392">
                  <c:v>-0.17916428128</c:v>
                </c:pt>
                <c:pt idx="393">
                  <c:v>-0.18460997406</c:v>
                </c:pt>
                <c:pt idx="394">
                  <c:v>-0.19004160807</c:v>
                </c:pt>
                <c:pt idx="395">
                  <c:v>-0.19545876968</c:v>
                </c:pt>
                <c:pt idx="396">
                  <c:v>-0.20086104634</c:v>
                </c:pt>
                <c:pt idx="397">
                  <c:v>-0.20624802666</c:v>
                </c:pt>
                <c:pt idx="398">
                  <c:v>-0.2116193004</c:v>
                </c:pt>
                <c:pt idx="399">
                  <c:v>-0.2169744585</c:v>
                </c:pt>
                <c:pt idx="400">
                  <c:v>-0.22231309316</c:v>
                </c:pt>
                <c:pt idx="401">
                  <c:v>-0.22763479782</c:v>
                </c:pt>
                <c:pt idx="402">
                  <c:v>-0.2329391672</c:v>
                </c:pt>
                <c:pt idx="403">
                  <c:v>-0.23822579737</c:v>
                </c:pt>
                <c:pt idx="404">
                  <c:v>-0.24349428572</c:v>
                </c:pt>
                <c:pt idx="405">
                  <c:v>-0.24874423104</c:v>
                </c:pt>
                <c:pt idx="406">
                  <c:v>-0.25397523352</c:v>
                </c:pt>
                <c:pt idx="407">
                  <c:v>-0.2591868948</c:v>
                </c:pt>
                <c:pt idx="408">
                  <c:v>-0.264378818</c:v>
                </c:pt>
                <c:pt idx="409">
                  <c:v>-0.26955060773</c:v>
                </c:pt>
                <c:pt idx="410">
                  <c:v>-0.27470187013</c:v>
                </c:pt>
                <c:pt idx="411">
                  <c:v>-0.27983221293</c:v>
                </c:pt>
                <c:pt idx="412">
                  <c:v>-0.28494124541</c:v>
                </c:pt>
                <c:pt idx="413">
                  <c:v>-0.29002857852</c:v>
                </c:pt>
                <c:pt idx="414">
                  <c:v>-0.29509382483</c:v>
                </c:pt>
                <c:pt idx="415">
                  <c:v>-0.3001365986</c:v>
                </c:pt>
                <c:pt idx="416">
                  <c:v>-0.30515651581</c:v>
                </c:pt>
                <c:pt idx="417">
                  <c:v>-0.31015319417</c:v>
                </c:pt>
                <c:pt idx="418">
                  <c:v>-0.31512625316</c:v>
                </c:pt>
                <c:pt idx="419">
                  <c:v>-0.32007531407</c:v>
                </c:pt>
                <c:pt idx="420">
                  <c:v>-0.325</c:v>
                </c:pt>
                <c:pt idx="421">
                  <c:v>-0.32989993592</c:v>
                </c:pt>
                <c:pt idx="422">
                  <c:v>-0.33477474869</c:v>
                </c:pt>
                <c:pt idx="423">
                  <c:v>-0.33962406707</c:v>
                </c:pt>
                <c:pt idx="424">
                  <c:v>-0.34444752175</c:v>
                </c:pt>
                <c:pt idx="425">
                  <c:v>-0.34924474543</c:v>
                </c:pt>
                <c:pt idx="426">
                  <c:v>-0.35401537276</c:v>
                </c:pt>
                <c:pt idx="427">
                  <c:v>-0.35875904045</c:v>
                </c:pt>
                <c:pt idx="428">
                  <c:v>-0.36347538726</c:v>
                </c:pt>
                <c:pt idx="429">
                  <c:v>-0.368164054</c:v>
                </c:pt>
                <c:pt idx="430">
                  <c:v>-0.37282468363</c:v>
                </c:pt>
                <c:pt idx="431">
                  <c:v>-0.37745692121</c:v>
                </c:pt>
                <c:pt idx="432">
                  <c:v>-0.38206041399</c:v>
                </c:pt>
                <c:pt idx="433">
                  <c:v>-0.38663481139</c:v>
                </c:pt>
                <c:pt idx="434">
                  <c:v>-0.39117976505</c:v>
                </c:pt>
                <c:pt idx="435">
                  <c:v>-0.39569492886</c:v>
                </c:pt>
                <c:pt idx="436">
                  <c:v>-0.40017995896</c:v>
                </c:pt>
                <c:pt idx="437">
                  <c:v>-0.40463451381</c:v>
                </c:pt>
                <c:pt idx="438">
                  <c:v>-0.40905825418</c:v>
                </c:pt>
                <c:pt idx="439">
                  <c:v>-0.41345084318</c:v>
                </c:pt>
                <c:pt idx="440">
                  <c:v>-0.4178119463</c:v>
                </c:pt>
                <c:pt idx="441">
                  <c:v>-0.42214123141</c:v>
                </c:pt>
                <c:pt idx="442">
                  <c:v>-0.42643836884</c:v>
                </c:pt>
                <c:pt idx="443">
                  <c:v>-0.43070303134</c:v>
                </c:pt>
                <c:pt idx="444">
                  <c:v>-0.43493489413</c:v>
                </c:pt>
                <c:pt idx="445">
                  <c:v>-0.43913363495</c:v>
                </c:pt>
                <c:pt idx="446">
                  <c:v>-0.44329893404</c:v>
                </c:pt>
                <c:pt idx="447">
                  <c:v>-0.4474304742</c:v>
                </c:pt>
                <c:pt idx="448">
                  <c:v>-0.4515279408</c:v>
                </c:pt>
                <c:pt idx="449">
                  <c:v>-0.45559102179</c:v>
                </c:pt>
                <c:pt idx="450">
                  <c:v>-0.45961940777</c:v>
                </c:pt>
                <c:pt idx="451">
                  <c:v>-0.46361279195</c:v>
                </c:pt>
                <c:pt idx="452">
                  <c:v>-0.46757087022</c:v>
                </c:pt>
                <c:pt idx="453">
                  <c:v>-0.47149334116</c:v>
                </c:pt>
                <c:pt idx="454">
                  <c:v>-0.47537990605</c:v>
                </c:pt>
                <c:pt idx="455">
                  <c:v>-0.47923026893</c:v>
                </c:pt>
                <c:pt idx="456">
                  <c:v>-0.48304413656</c:v>
                </c:pt>
                <c:pt idx="457">
                  <c:v>-0.48682121851</c:v>
                </c:pt>
                <c:pt idx="458">
                  <c:v>-0.49056122714</c:v>
                </c:pt>
                <c:pt idx="459">
                  <c:v>-0.49426387764</c:v>
                </c:pt>
                <c:pt idx="460">
                  <c:v>-0.49792888803</c:v>
                </c:pt>
                <c:pt idx="461">
                  <c:v>-0.5015559792</c:v>
                </c:pt>
                <c:pt idx="462">
                  <c:v>-0.50514487495</c:v>
                </c:pt>
                <c:pt idx="463">
                  <c:v>-0.50869530195</c:v>
                </c:pt>
                <c:pt idx="464">
                  <c:v>-0.51220698984</c:v>
                </c:pt>
                <c:pt idx="465">
                  <c:v>-0.51567967119</c:v>
                </c:pt>
                <c:pt idx="466">
                  <c:v>-0.51911308153</c:v>
                </c:pt>
                <c:pt idx="467">
                  <c:v>-0.5225069594</c:v>
                </c:pt>
                <c:pt idx="468">
                  <c:v>-0.52586104634</c:v>
                </c:pt>
                <c:pt idx="469">
                  <c:v>-0.52917508693</c:v>
                </c:pt>
                <c:pt idx="470">
                  <c:v>-0.53244882879</c:v>
                </c:pt>
                <c:pt idx="471">
                  <c:v>-0.5356820226</c:v>
                </c:pt>
                <c:pt idx="472">
                  <c:v>-0.53887442216</c:v>
                </c:pt>
                <c:pt idx="473">
                  <c:v>-0.54202578434</c:v>
                </c:pt>
                <c:pt idx="474">
                  <c:v>-0.54513586916</c:v>
                </c:pt>
                <c:pt idx="475">
                  <c:v>-0.54820443978</c:v>
                </c:pt>
                <c:pt idx="476">
                  <c:v>-0.5512312625</c:v>
                </c:pt>
                <c:pt idx="477">
                  <c:v>-0.55421610683</c:v>
                </c:pt>
                <c:pt idx="478">
                  <c:v>-0.55715874546</c:v>
                </c:pt>
                <c:pt idx="479">
                  <c:v>-0.56005895429</c:v>
                </c:pt>
                <c:pt idx="480">
                  <c:v>-0.56291651246</c:v>
                </c:pt>
                <c:pt idx="481">
                  <c:v>-0.56573120236</c:v>
                </c:pt>
                <c:pt idx="482">
                  <c:v>-0.56850280964</c:v>
                </c:pt>
                <c:pt idx="483">
                  <c:v>-0.57123112323</c:v>
                </c:pt>
                <c:pt idx="484">
                  <c:v>-0.57391593536</c:v>
                </c:pt>
                <c:pt idx="485">
                  <c:v>-0.57655704157</c:v>
                </c:pt>
                <c:pt idx="486">
                  <c:v>-0.57915424072</c:v>
                </c:pt>
                <c:pt idx="487">
                  <c:v>-0.58170733504</c:v>
                </c:pt>
                <c:pt idx="488">
                  <c:v>-0.58421613009</c:v>
                </c:pt>
                <c:pt idx="489">
                  <c:v>-0.58668043483</c:v>
                </c:pt>
                <c:pt idx="490">
                  <c:v>-0.58910006157</c:v>
                </c:pt>
                <c:pt idx="491">
                  <c:v>-0.59147482607</c:v>
                </c:pt>
                <c:pt idx="492">
                  <c:v>-0.59380454747</c:v>
                </c:pt>
                <c:pt idx="493">
                  <c:v>-0.59608904835</c:v>
                </c:pt>
                <c:pt idx="494">
                  <c:v>-0.59832815474</c:v>
                </c:pt>
                <c:pt idx="495">
                  <c:v>-0.60052169613</c:v>
                </c:pt>
                <c:pt idx="496">
                  <c:v>-0.60266950547</c:v>
                </c:pt>
                <c:pt idx="497">
                  <c:v>-0.60477141919</c:v>
                </c:pt>
                <c:pt idx="498">
                  <c:v>-0.60682727722</c:v>
                </c:pt>
                <c:pt idx="499">
                  <c:v>-0.60883692301</c:v>
                </c:pt>
                <c:pt idx="500">
                  <c:v>-0.61080020351</c:v>
                </c:pt>
                <c:pt idx="501">
                  <c:v>-0.61271696921</c:v>
                </c:pt>
                <c:pt idx="502">
                  <c:v>-0.61458707414</c:v>
                </c:pt>
                <c:pt idx="503">
                  <c:v>-0.61641037588</c:v>
                </c:pt>
                <c:pt idx="504">
                  <c:v>-0.61818673559</c:v>
                </c:pt>
                <c:pt idx="505">
                  <c:v>-0.61991601799</c:v>
                </c:pt>
                <c:pt idx="506">
                  <c:v>-0.62159809138</c:v>
                </c:pt>
                <c:pt idx="507">
                  <c:v>-0.62323282766</c:v>
                </c:pt>
                <c:pt idx="508">
                  <c:v>-0.62482010236</c:v>
                </c:pt>
                <c:pt idx="509">
                  <c:v>-0.62635979459</c:v>
                </c:pt>
                <c:pt idx="510">
                  <c:v>-0.62785178709</c:v>
                </c:pt>
                <c:pt idx="511">
                  <c:v>-0.62929596625</c:v>
                </c:pt>
                <c:pt idx="512">
                  <c:v>-0.63069222208</c:v>
                </c:pt>
                <c:pt idx="513">
                  <c:v>-0.63204044826</c:v>
                </c:pt>
                <c:pt idx="514">
                  <c:v>-0.63334054211</c:v>
                </c:pt>
                <c:pt idx="515">
                  <c:v>-0.63459240463</c:v>
                </c:pt>
                <c:pt idx="516">
                  <c:v>-0.63579594048</c:v>
                </c:pt>
                <c:pt idx="517">
                  <c:v>-0.636951058</c:v>
                </c:pt>
                <c:pt idx="518">
                  <c:v>-0.63805766924</c:v>
                </c:pt>
                <c:pt idx="519">
                  <c:v>-0.63911568992</c:v>
                </c:pt>
                <c:pt idx="520">
                  <c:v>-0.64012503946</c:v>
                </c:pt>
                <c:pt idx="521">
                  <c:v>-0.641085641</c:v>
                </c:pt>
                <c:pt idx="522">
                  <c:v>-0.64199742139</c:v>
                </c:pt>
                <c:pt idx="523">
                  <c:v>-0.64286031119</c:v>
                </c:pt>
                <c:pt idx="524">
                  <c:v>-0.64367424468</c:v>
                </c:pt>
                <c:pt idx="525">
                  <c:v>-0.64443915989</c:v>
                </c:pt>
                <c:pt idx="526">
                  <c:v>-0.64515499857</c:v>
                </c:pt>
                <c:pt idx="527">
                  <c:v>-0.64582170619</c:v>
                </c:pt>
                <c:pt idx="528">
                  <c:v>-0.64643923199</c:v>
                </c:pt>
                <c:pt idx="529">
                  <c:v>-0.64700752894</c:v>
                </c:pt>
                <c:pt idx="530">
                  <c:v>-0.64752655376</c:v>
                </c:pt>
                <c:pt idx="531">
                  <c:v>-0.64799626693</c:v>
                </c:pt>
                <c:pt idx="532">
                  <c:v>-0.64841663267</c:v>
                </c:pt>
                <c:pt idx="533">
                  <c:v>-0.64878761897</c:v>
                </c:pt>
                <c:pt idx="534">
                  <c:v>-0.64910919759</c:v>
                </c:pt>
                <c:pt idx="535">
                  <c:v>-0.64938134403</c:v>
                </c:pt>
                <c:pt idx="536">
                  <c:v>-0.64960403756</c:v>
                </c:pt>
                <c:pt idx="537">
                  <c:v>-0.64977726123</c:v>
                </c:pt>
                <c:pt idx="538">
                  <c:v>-0.64990100185</c:v>
                </c:pt>
                <c:pt idx="539">
                  <c:v>-0.64997524999</c:v>
                </c:pt>
                <c:pt idx="540">
                  <c:v>-0.65</c:v>
                </c:pt>
                <c:pt idx="541">
                  <c:v>-0.64997524999</c:v>
                </c:pt>
                <c:pt idx="542">
                  <c:v>-0.64990100185</c:v>
                </c:pt>
                <c:pt idx="543">
                  <c:v>-0.64977726123</c:v>
                </c:pt>
                <c:pt idx="544">
                  <c:v>-0.64960403756</c:v>
                </c:pt>
                <c:pt idx="545">
                  <c:v>-0.64938134403</c:v>
                </c:pt>
                <c:pt idx="546">
                  <c:v>-0.64910919759</c:v>
                </c:pt>
                <c:pt idx="547">
                  <c:v>-0.64878761897</c:v>
                </c:pt>
                <c:pt idx="548">
                  <c:v>-0.64841663267</c:v>
                </c:pt>
                <c:pt idx="549">
                  <c:v>-0.64799626693</c:v>
                </c:pt>
                <c:pt idx="550">
                  <c:v>-0.64752655376</c:v>
                </c:pt>
                <c:pt idx="551">
                  <c:v>-0.64700752894</c:v>
                </c:pt>
                <c:pt idx="552">
                  <c:v>-0.64643923199</c:v>
                </c:pt>
                <c:pt idx="553">
                  <c:v>-0.64582170619</c:v>
                </c:pt>
                <c:pt idx="554">
                  <c:v>-0.64515499857</c:v>
                </c:pt>
                <c:pt idx="555">
                  <c:v>-0.64443915989</c:v>
                </c:pt>
                <c:pt idx="556">
                  <c:v>-0.64367424468</c:v>
                </c:pt>
                <c:pt idx="557">
                  <c:v>-0.64286031119</c:v>
                </c:pt>
                <c:pt idx="558">
                  <c:v>-0.64199742139</c:v>
                </c:pt>
                <c:pt idx="559">
                  <c:v>-0.641085641</c:v>
                </c:pt>
                <c:pt idx="560">
                  <c:v>-0.64012503946</c:v>
                </c:pt>
                <c:pt idx="561">
                  <c:v>-0.63911568992</c:v>
                </c:pt>
                <c:pt idx="562">
                  <c:v>-0.63805766924</c:v>
                </c:pt>
                <c:pt idx="563">
                  <c:v>-0.636951058</c:v>
                </c:pt>
                <c:pt idx="564">
                  <c:v>-0.63579594048</c:v>
                </c:pt>
                <c:pt idx="565">
                  <c:v>-0.63459240463</c:v>
                </c:pt>
                <c:pt idx="566">
                  <c:v>-0.63334054211</c:v>
                </c:pt>
                <c:pt idx="567">
                  <c:v>-0.63204044826</c:v>
                </c:pt>
                <c:pt idx="568">
                  <c:v>-0.63069222208</c:v>
                </c:pt>
                <c:pt idx="569">
                  <c:v>-0.62929596625</c:v>
                </c:pt>
                <c:pt idx="570">
                  <c:v>-0.62785178709</c:v>
                </c:pt>
                <c:pt idx="571">
                  <c:v>-0.62635979459</c:v>
                </c:pt>
                <c:pt idx="572">
                  <c:v>-0.62482010236</c:v>
                </c:pt>
                <c:pt idx="573">
                  <c:v>-0.62323282766</c:v>
                </c:pt>
                <c:pt idx="574">
                  <c:v>-0.62159809138</c:v>
                </c:pt>
                <c:pt idx="575">
                  <c:v>-0.61991601799</c:v>
                </c:pt>
                <c:pt idx="576">
                  <c:v>-0.61818673559</c:v>
                </c:pt>
                <c:pt idx="577">
                  <c:v>-0.61641037588</c:v>
                </c:pt>
                <c:pt idx="578">
                  <c:v>-0.61458707414</c:v>
                </c:pt>
                <c:pt idx="579">
                  <c:v>-0.61271696921</c:v>
                </c:pt>
                <c:pt idx="580">
                  <c:v>-0.61080020351</c:v>
                </c:pt>
                <c:pt idx="581">
                  <c:v>-0.60883692301</c:v>
                </c:pt>
                <c:pt idx="582">
                  <c:v>-0.60682727722</c:v>
                </c:pt>
                <c:pt idx="583">
                  <c:v>-0.60477141919</c:v>
                </c:pt>
                <c:pt idx="584">
                  <c:v>-0.60266950547</c:v>
                </c:pt>
                <c:pt idx="585">
                  <c:v>-0.60052169613</c:v>
                </c:pt>
                <c:pt idx="586">
                  <c:v>-0.59832815474</c:v>
                </c:pt>
                <c:pt idx="587">
                  <c:v>-0.59608904835</c:v>
                </c:pt>
                <c:pt idx="588">
                  <c:v>-0.59380454747</c:v>
                </c:pt>
                <c:pt idx="589">
                  <c:v>-0.59147482607</c:v>
                </c:pt>
                <c:pt idx="590">
                  <c:v>-0.58910006157</c:v>
                </c:pt>
                <c:pt idx="591">
                  <c:v>-0.58668043483</c:v>
                </c:pt>
                <c:pt idx="592">
                  <c:v>-0.58421613009</c:v>
                </c:pt>
                <c:pt idx="593">
                  <c:v>-0.58170733504</c:v>
                </c:pt>
                <c:pt idx="594">
                  <c:v>-0.57915424072</c:v>
                </c:pt>
                <c:pt idx="595">
                  <c:v>-0.57655704157</c:v>
                </c:pt>
                <c:pt idx="596">
                  <c:v>-0.57391593536</c:v>
                </c:pt>
                <c:pt idx="597">
                  <c:v>-0.57123112323</c:v>
                </c:pt>
                <c:pt idx="598">
                  <c:v>-0.56850280964</c:v>
                </c:pt>
                <c:pt idx="599">
                  <c:v>-0.56573120236</c:v>
                </c:pt>
                <c:pt idx="600">
                  <c:v>-0.56291651246</c:v>
                </c:pt>
                <c:pt idx="601">
                  <c:v>-0.56005895429</c:v>
                </c:pt>
                <c:pt idx="602">
                  <c:v>-0.55715874546</c:v>
                </c:pt>
                <c:pt idx="603">
                  <c:v>-0.55421610683</c:v>
                </c:pt>
                <c:pt idx="604">
                  <c:v>-0.5512312625</c:v>
                </c:pt>
                <c:pt idx="605">
                  <c:v>-0.54820443978</c:v>
                </c:pt>
                <c:pt idx="606">
                  <c:v>-0.54513586916</c:v>
                </c:pt>
                <c:pt idx="607">
                  <c:v>-0.54202578434</c:v>
                </c:pt>
                <c:pt idx="608">
                  <c:v>-0.53887442216</c:v>
                </c:pt>
                <c:pt idx="609">
                  <c:v>-0.5356820226</c:v>
                </c:pt>
                <c:pt idx="610">
                  <c:v>-0.53244882879</c:v>
                </c:pt>
                <c:pt idx="611">
                  <c:v>-0.52917508693</c:v>
                </c:pt>
                <c:pt idx="612">
                  <c:v>-0.52586104634</c:v>
                </c:pt>
                <c:pt idx="613">
                  <c:v>-0.5225069594</c:v>
                </c:pt>
                <c:pt idx="614">
                  <c:v>-0.51911308153</c:v>
                </c:pt>
                <c:pt idx="615">
                  <c:v>-0.51567967119</c:v>
                </c:pt>
                <c:pt idx="616">
                  <c:v>-0.51220698984</c:v>
                </c:pt>
                <c:pt idx="617">
                  <c:v>-0.50869530195</c:v>
                </c:pt>
                <c:pt idx="618">
                  <c:v>-0.50514487495</c:v>
                </c:pt>
                <c:pt idx="619">
                  <c:v>-0.5015559792</c:v>
                </c:pt>
                <c:pt idx="620">
                  <c:v>-0.49792888803</c:v>
                </c:pt>
                <c:pt idx="621">
                  <c:v>-0.49426387764</c:v>
                </c:pt>
                <c:pt idx="622">
                  <c:v>-0.49056122714</c:v>
                </c:pt>
                <c:pt idx="623">
                  <c:v>-0.48682121851</c:v>
                </c:pt>
                <c:pt idx="624">
                  <c:v>-0.48304413656</c:v>
                </c:pt>
                <c:pt idx="625">
                  <c:v>-0.47923026893</c:v>
                </c:pt>
                <c:pt idx="626">
                  <c:v>-0.47537990605</c:v>
                </c:pt>
                <c:pt idx="627">
                  <c:v>-0.47149334116</c:v>
                </c:pt>
                <c:pt idx="628">
                  <c:v>-0.46757087022</c:v>
                </c:pt>
                <c:pt idx="629">
                  <c:v>-0.46361279195</c:v>
                </c:pt>
                <c:pt idx="630">
                  <c:v>-0.45961940777</c:v>
                </c:pt>
                <c:pt idx="631">
                  <c:v>-0.45559102179</c:v>
                </c:pt>
                <c:pt idx="632">
                  <c:v>-0.4515279408</c:v>
                </c:pt>
                <c:pt idx="633">
                  <c:v>-0.4474304742</c:v>
                </c:pt>
                <c:pt idx="634">
                  <c:v>-0.44329893404</c:v>
                </c:pt>
                <c:pt idx="635">
                  <c:v>-0.43913363495</c:v>
                </c:pt>
                <c:pt idx="636">
                  <c:v>-0.43493489413</c:v>
                </c:pt>
                <c:pt idx="637">
                  <c:v>-0.43070303134</c:v>
                </c:pt>
                <c:pt idx="638">
                  <c:v>-0.42643836884</c:v>
                </c:pt>
                <c:pt idx="639">
                  <c:v>-0.42214123141</c:v>
                </c:pt>
                <c:pt idx="640">
                  <c:v>-0.4178119463</c:v>
                </c:pt>
                <c:pt idx="641">
                  <c:v>-0.41345084318</c:v>
                </c:pt>
                <c:pt idx="642">
                  <c:v>-0.40905825418</c:v>
                </c:pt>
                <c:pt idx="643">
                  <c:v>-0.40463451381</c:v>
                </c:pt>
                <c:pt idx="644">
                  <c:v>-0.40017995896</c:v>
                </c:pt>
                <c:pt idx="645">
                  <c:v>-0.39569492886</c:v>
                </c:pt>
                <c:pt idx="646">
                  <c:v>-0.39117976505</c:v>
                </c:pt>
                <c:pt idx="647">
                  <c:v>-0.38663481139</c:v>
                </c:pt>
                <c:pt idx="648">
                  <c:v>-0.38206041399</c:v>
                </c:pt>
                <c:pt idx="649">
                  <c:v>-0.37745692121</c:v>
                </c:pt>
                <c:pt idx="650">
                  <c:v>-0.37282468363</c:v>
                </c:pt>
                <c:pt idx="651">
                  <c:v>-0.368164054</c:v>
                </c:pt>
                <c:pt idx="652">
                  <c:v>-0.36347538726</c:v>
                </c:pt>
                <c:pt idx="653">
                  <c:v>-0.35875904045</c:v>
                </c:pt>
                <c:pt idx="654">
                  <c:v>-0.35401537276</c:v>
                </c:pt>
                <c:pt idx="655">
                  <c:v>-0.34924474543</c:v>
                </c:pt>
                <c:pt idx="656">
                  <c:v>-0.34444752175</c:v>
                </c:pt>
                <c:pt idx="657">
                  <c:v>-0.33962406707</c:v>
                </c:pt>
                <c:pt idx="658">
                  <c:v>-0.33477474869</c:v>
                </c:pt>
                <c:pt idx="659">
                  <c:v>-0.32989993592</c:v>
                </c:pt>
                <c:pt idx="660">
                  <c:v>-0.325</c:v>
                </c:pt>
                <c:pt idx="661">
                  <c:v>-0.32007531407</c:v>
                </c:pt>
                <c:pt idx="662">
                  <c:v>-0.31512625316</c:v>
                </c:pt>
                <c:pt idx="663">
                  <c:v>-0.31015319417</c:v>
                </c:pt>
                <c:pt idx="664">
                  <c:v>-0.30515651581</c:v>
                </c:pt>
                <c:pt idx="665">
                  <c:v>-0.3001365986</c:v>
                </c:pt>
                <c:pt idx="666">
                  <c:v>-0.29509382483</c:v>
                </c:pt>
                <c:pt idx="667">
                  <c:v>-0.29002857852</c:v>
                </c:pt>
                <c:pt idx="668">
                  <c:v>-0.28494124541</c:v>
                </c:pt>
                <c:pt idx="669">
                  <c:v>-0.27983221293</c:v>
                </c:pt>
                <c:pt idx="670">
                  <c:v>-0.27470187013</c:v>
                </c:pt>
                <c:pt idx="671">
                  <c:v>-0.26955060773</c:v>
                </c:pt>
                <c:pt idx="672">
                  <c:v>-0.264378818</c:v>
                </c:pt>
                <c:pt idx="673">
                  <c:v>-0.2591868948</c:v>
                </c:pt>
                <c:pt idx="674">
                  <c:v>-0.25397523352</c:v>
                </c:pt>
                <c:pt idx="675">
                  <c:v>-0.24874423104</c:v>
                </c:pt>
                <c:pt idx="676">
                  <c:v>-0.24349428572</c:v>
                </c:pt>
                <c:pt idx="677">
                  <c:v>-0.23822579737</c:v>
                </c:pt>
                <c:pt idx="678">
                  <c:v>-0.2329391672</c:v>
                </c:pt>
                <c:pt idx="679">
                  <c:v>-0.22763479782</c:v>
                </c:pt>
                <c:pt idx="680">
                  <c:v>-0.22231309316</c:v>
                </c:pt>
                <c:pt idx="681">
                  <c:v>-0.2169744585</c:v>
                </c:pt>
                <c:pt idx="682">
                  <c:v>-0.2116193004</c:v>
                </c:pt>
                <c:pt idx="683">
                  <c:v>-0.20624802666</c:v>
                </c:pt>
                <c:pt idx="684">
                  <c:v>-0.20086104634</c:v>
                </c:pt>
                <c:pt idx="685">
                  <c:v>-0.19545876968</c:v>
                </c:pt>
                <c:pt idx="686">
                  <c:v>-0.19004160807</c:v>
                </c:pt>
                <c:pt idx="687">
                  <c:v>-0.18460997406</c:v>
                </c:pt>
                <c:pt idx="688">
                  <c:v>-0.17916428128</c:v>
                </c:pt>
                <c:pt idx="689">
                  <c:v>-0.17370494445</c:v>
                </c:pt>
                <c:pt idx="690">
                  <c:v>-0.16823237932</c:v>
                </c:pt>
                <c:pt idx="691">
                  <c:v>-0.16274700264</c:v>
                </c:pt>
                <c:pt idx="692">
                  <c:v>-0.15724923214</c:v>
                </c:pt>
                <c:pt idx="693">
                  <c:v>-0.15173948651</c:v>
                </c:pt>
                <c:pt idx="694">
                  <c:v>-0.14621818532</c:v>
                </c:pt>
                <c:pt idx="695">
                  <c:v>-0.14068574906</c:v>
                </c:pt>
                <c:pt idx="696">
                  <c:v>-0.13514259903</c:v>
                </c:pt>
                <c:pt idx="697">
                  <c:v>-0.12958915737</c:v>
                </c:pt>
                <c:pt idx="698">
                  <c:v>-0.12402584699</c:v>
                </c:pt>
                <c:pt idx="699">
                  <c:v>-0.11845309157</c:v>
                </c:pt>
                <c:pt idx="700">
                  <c:v>-0.11287131548</c:v>
                </c:pt>
                <c:pt idx="701">
                  <c:v>-0.10728094381</c:v>
                </c:pt>
                <c:pt idx="702">
                  <c:v>-0.10168240228</c:v>
                </c:pt>
                <c:pt idx="703">
                  <c:v>-0.096076117234</c:v>
                </c:pt>
                <c:pt idx="704">
                  <c:v>-0.090462515624</c:v>
                </c:pt>
                <c:pt idx="705">
                  <c:v>-0.084842024943</c:v>
                </c:pt>
                <c:pt idx="706">
                  <c:v>-0.079215073213</c:v>
                </c:pt>
                <c:pt idx="707">
                  <c:v>-0.073582088949</c:v>
                </c:pt>
                <c:pt idx="708">
                  <c:v>-0.067943501124</c:v>
                </c:pt>
                <c:pt idx="709">
                  <c:v>-0.062299739138</c:v>
                </c:pt>
                <c:pt idx="710">
                  <c:v>-0.056651232786</c:v>
                </c:pt>
                <c:pt idx="711">
                  <c:v>-0.050998412223</c:v>
                </c:pt>
                <c:pt idx="712">
                  <c:v>-0.045341707934</c:v>
                </c:pt>
                <c:pt idx="713">
                  <c:v>-0.039681550698</c:v>
                </c:pt>
                <c:pt idx="714">
                  <c:v>-0.034018371558</c:v>
                </c:pt>
                <c:pt idx="715">
                  <c:v>-0.028352601787</c:v>
                </c:pt>
                <c:pt idx="716">
                  <c:v>-0.022684672857</c:v>
                </c:pt>
                <c:pt idx="717">
                  <c:v>-0.0170150164</c:v>
                </c:pt>
                <c:pt idx="718">
                  <c:v>-0.011344064184</c:v>
                </c:pt>
                <c:pt idx="719">
                  <c:v>-0.0056722480739</c:v>
                </c:pt>
                <c:pt idx="720">
                  <c:v>0</c:v>
                </c:pt>
              </c:numCache>
            </c:numRef>
          </c:yVal>
        </c:ser>
        <c:ser>
          <c:idx val="1"/>
          <c:order val="1"/>
          <c:tx>
            <c:v>補償後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Data'!$C$2:$C$722</c:f>
              <c:numCache>
                <c:formatCode>General</c:formatCode>
                <c:ptCount val="721"/>
                <c:pt idx="0">
                  <c:v>1</c:v>
                </c:pt>
                <c:pt idx="1">
                  <c:v>0.99996192306</c:v>
                </c:pt>
                <c:pt idx="2">
                  <c:v>0.99984769516</c:v>
                </c:pt>
                <c:pt idx="3">
                  <c:v>0.99965732498</c:v>
                </c:pt>
                <c:pt idx="4">
                  <c:v>0.99939082702</c:v>
                </c:pt>
                <c:pt idx="5">
                  <c:v>0.99904822158</c:v>
                </c:pt>
                <c:pt idx="6">
                  <c:v>0.99862953475</c:v>
                </c:pt>
                <c:pt idx="7">
                  <c:v>0.99813479842</c:v>
                </c:pt>
                <c:pt idx="8">
                  <c:v>0.99756405026</c:v>
                </c:pt>
                <c:pt idx="9">
                  <c:v>0.99691733373</c:v>
                </c:pt>
                <c:pt idx="10">
                  <c:v>0.99619469809</c:v>
                </c:pt>
                <c:pt idx="11">
                  <c:v>0.99539619837</c:v>
                </c:pt>
                <c:pt idx="12">
                  <c:v>0.99452189537</c:v>
                </c:pt>
                <c:pt idx="13">
                  <c:v>0.99357185568</c:v>
                </c:pt>
                <c:pt idx="14">
                  <c:v>0.99254615164</c:v>
                </c:pt>
                <c:pt idx="15">
                  <c:v>0.99144486137</c:v>
                </c:pt>
                <c:pt idx="16">
                  <c:v>0.99026806874</c:v>
                </c:pt>
                <c:pt idx="17">
                  <c:v>0.98901586336</c:v>
                </c:pt>
                <c:pt idx="18">
                  <c:v>0.9876883406</c:v>
                </c:pt>
                <c:pt idx="19">
                  <c:v>0.98628560154</c:v>
                </c:pt>
                <c:pt idx="20">
                  <c:v>0.98480775301</c:v>
                </c:pt>
                <c:pt idx="21">
                  <c:v>0.98325490756</c:v>
                </c:pt>
                <c:pt idx="22">
                  <c:v>0.98162718345</c:v>
                </c:pt>
                <c:pt idx="23">
                  <c:v>0.97992470462</c:v>
                </c:pt>
                <c:pt idx="24">
                  <c:v>0.97814760073</c:v>
                </c:pt>
                <c:pt idx="25">
                  <c:v>0.97629600712</c:v>
                </c:pt>
                <c:pt idx="26">
                  <c:v>0.97437006479</c:v>
                </c:pt>
                <c:pt idx="27">
                  <c:v>0.9723699204</c:v>
                </c:pt>
                <c:pt idx="28">
                  <c:v>0.97029572628</c:v>
                </c:pt>
                <c:pt idx="29">
                  <c:v>0.96814764038</c:v>
                </c:pt>
                <c:pt idx="30">
                  <c:v>0.96592582629</c:v>
                </c:pt>
                <c:pt idx="31">
                  <c:v>0.96363045321</c:v>
                </c:pt>
                <c:pt idx="32">
                  <c:v>0.96126169594</c:v>
                </c:pt>
                <c:pt idx="33">
                  <c:v>0.95881973487</c:v>
                </c:pt>
                <c:pt idx="34">
                  <c:v>0.95630475596</c:v>
                </c:pt>
                <c:pt idx="35">
                  <c:v>0.95371695075</c:v>
                </c:pt>
                <c:pt idx="36">
                  <c:v>0.9510565163</c:v>
                </c:pt>
                <c:pt idx="37">
                  <c:v>0.94832365521</c:v>
                </c:pt>
                <c:pt idx="38">
                  <c:v>0.9455185756</c:v>
                </c:pt>
                <c:pt idx="39">
                  <c:v>0.94264149109</c:v>
                </c:pt>
                <c:pt idx="40">
                  <c:v>0.93969262079</c:v>
                </c:pt>
                <c:pt idx="41">
                  <c:v>0.93667218925</c:v>
                </c:pt>
                <c:pt idx="42">
                  <c:v>0.9335804265</c:v>
                </c:pt>
                <c:pt idx="43">
                  <c:v>0.93041756798</c:v>
                </c:pt>
                <c:pt idx="44">
                  <c:v>0.92718385457</c:v>
                </c:pt>
                <c:pt idx="45">
                  <c:v>0.92387953251</c:v>
                </c:pt>
                <c:pt idx="46">
                  <c:v>0.92050485345</c:v>
                </c:pt>
                <c:pt idx="47">
                  <c:v>0.91706007439</c:v>
                </c:pt>
                <c:pt idx="48">
                  <c:v>0.91354545764</c:v>
                </c:pt>
                <c:pt idx="49">
                  <c:v>0.90996127088</c:v>
                </c:pt>
                <c:pt idx="50">
                  <c:v>0.90630778704</c:v>
                </c:pt>
                <c:pt idx="51">
                  <c:v>0.90258528435</c:v>
                </c:pt>
                <c:pt idx="52">
                  <c:v>0.8987940463</c:v>
                </c:pt>
                <c:pt idx="53">
                  <c:v>0.8949343616</c:v>
                </c:pt>
                <c:pt idx="54">
                  <c:v>0.89100652419</c:v>
                </c:pt>
                <c:pt idx="55">
                  <c:v>0.88701083318</c:v>
                </c:pt>
                <c:pt idx="56">
                  <c:v>0.88294759286</c:v>
                </c:pt>
                <c:pt idx="57">
                  <c:v>0.87881711266</c:v>
                </c:pt>
                <c:pt idx="58">
                  <c:v>0.87461970714</c:v>
                </c:pt>
                <c:pt idx="59">
                  <c:v>0.87035569594</c:v>
                </c:pt>
                <c:pt idx="60">
                  <c:v>0.86602540378</c:v>
                </c:pt>
                <c:pt idx="61">
                  <c:v>0.86162916044</c:v>
                </c:pt>
                <c:pt idx="62">
                  <c:v>0.8571673007</c:v>
                </c:pt>
                <c:pt idx="63">
                  <c:v>0.85264016435</c:v>
                </c:pt>
                <c:pt idx="64">
                  <c:v>0.84804809616</c:v>
                </c:pt>
                <c:pt idx="65">
                  <c:v>0.84339144581</c:v>
                </c:pt>
                <c:pt idx="66">
                  <c:v>0.83867056795</c:v>
                </c:pt>
                <c:pt idx="67">
                  <c:v>0.83388582207</c:v>
                </c:pt>
                <c:pt idx="68">
                  <c:v>0.82903757256</c:v>
                </c:pt>
                <c:pt idx="69">
                  <c:v>0.82412618862</c:v>
                </c:pt>
                <c:pt idx="70">
                  <c:v>0.81915204429</c:v>
                </c:pt>
                <c:pt idx="71">
                  <c:v>0.81411551836</c:v>
                </c:pt>
                <c:pt idx="72">
                  <c:v>0.80901699437</c:v>
                </c:pt>
                <c:pt idx="73">
                  <c:v>0.80385686062</c:v>
                </c:pt>
                <c:pt idx="74">
                  <c:v>0.79863551005</c:v>
                </c:pt>
                <c:pt idx="75">
                  <c:v>0.79335334029</c:v>
                </c:pt>
                <c:pt idx="76">
                  <c:v>0.78801075361</c:v>
                </c:pt>
                <c:pt idx="77">
                  <c:v>0.78260815685</c:v>
                </c:pt>
                <c:pt idx="78">
                  <c:v>0.77714596146</c:v>
                </c:pt>
                <c:pt idx="79">
                  <c:v>0.77162458339</c:v>
                </c:pt>
                <c:pt idx="80">
                  <c:v>0.76604444312</c:v>
                </c:pt>
                <c:pt idx="81">
                  <c:v>0.7604059656</c:v>
                </c:pt>
                <c:pt idx="82">
                  <c:v>0.75470958022</c:v>
                </c:pt>
                <c:pt idx="83">
                  <c:v>0.74895572079</c:v>
                </c:pt>
                <c:pt idx="84">
                  <c:v>0.74314482548</c:v>
                </c:pt>
                <c:pt idx="85">
                  <c:v>0.73727733681</c:v>
                </c:pt>
                <c:pt idx="86">
                  <c:v>0.73135370162</c:v>
                </c:pt>
                <c:pt idx="87">
                  <c:v>0.72537437101</c:v>
                </c:pt>
                <c:pt idx="88">
                  <c:v>0.71933980034</c:v>
                </c:pt>
                <c:pt idx="89">
                  <c:v>0.71325044915</c:v>
                </c:pt>
                <c:pt idx="90">
                  <c:v>0.70710678119</c:v>
                </c:pt>
                <c:pt idx="91">
                  <c:v>0.7009092643</c:v>
                </c:pt>
                <c:pt idx="92">
                  <c:v>0.69465837046</c:v>
                </c:pt>
                <c:pt idx="93">
                  <c:v>0.68835457569</c:v>
                </c:pt>
                <c:pt idx="94">
                  <c:v>0.68199836006</c:v>
                </c:pt>
                <c:pt idx="95">
                  <c:v>0.67559020762</c:v>
                </c:pt>
                <c:pt idx="96">
                  <c:v>0.66913060636</c:v>
                </c:pt>
                <c:pt idx="97">
                  <c:v>0.66262004822</c:v>
                </c:pt>
                <c:pt idx="98">
                  <c:v>0.65605902899</c:v>
                </c:pt>
                <c:pt idx="99">
                  <c:v>0.64944804833</c:v>
                </c:pt>
                <c:pt idx="100">
                  <c:v>0.64278760969</c:v>
                </c:pt>
                <c:pt idx="101">
                  <c:v>0.63607822028</c:v>
                </c:pt>
                <c:pt idx="102">
                  <c:v>0.62932039105</c:v>
                </c:pt>
                <c:pt idx="103">
                  <c:v>0.62251463664</c:v>
                </c:pt>
                <c:pt idx="104">
                  <c:v>0.61566147533</c:v>
                </c:pt>
                <c:pt idx="105">
                  <c:v>0.60876142901</c:v>
                </c:pt>
                <c:pt idx="106">
                  <c:v>0.60181502315</c:v>
                </c:pt>
                <c:pt idx="107">
                  <c:v>0.59482278675</c:v>
                </c:pt>
                <c:pt idx="108">
                  <c:v>0.58778525229</c:v>
                </c:pt>
                <c:pt idx="109">
                  <c:v>0.58070295571</c:v>
                </c:pt>
                <c:pt idx="110">
                  <c:v>0.57357643635</c:v>
                </c:pt>
                <c:pt idx="111">
                  <c:v>0.56640623692</c:v>
                </c:pt>
                <c:pt idx="112">
                  <c:v>0.55919290347</c:v>
                </c:pt>
                <c:pt idx="113">
                  <c:v>0.55193698531</c:v>
                </c:pt>
                <c:pt idx="114">
                  <c:v>0.54463903502</c:v>
                </c:pt>
                <c:pt idx="115">
                  <c:v>0.53729960835</c:v>
                </c:pt>
                <c:pt idx="116">
                  <c:v>0.52991926423</c:v>
                </c:pt>
                <c:pt idx="117">
                  <c:v>0.52249856472</c:v>
                </c:pt>
                <c:pt idx="118">
                  <c:v>0.51503807491</c:v>
                </c:pt>
                <c:pt idx="119">
                  <c:v>0.50753836296</c:v>
                </c:pt>
                <c:pt idx="120">
                  <c:v>0.5</c:v>
                </c:pt>
                <c:pt idx="121">
                  <c:v>0.4924235601</c:v>
                </c:pt>
                <c:pt idx="122">
                  <c:v>0.48480962025</c:v>
                </c:pt>
                <c:pt idx="123">
                  <c:v>0.47715876026</c:v>
                </c:pt>
                <c:pt idx="124">
                  <c:v>0.46947156279</c:v>
                </c:pt>
                <c:pt idx="125">
                  <c:v>0.46174861324</c:v>
                </c:pt>
                <c:pt idx="126">
                  <c:v>0.45399049974</c:v>
                </c:pt>
                <c:pt idx="127">
                  <c:v>0.44619781311</c:v>
                </c:pt>
                <c:pt idx="128">
                  <c:v>0.43837114679</c:v>
                </c:pt>
                <c:pt idx="129">
                  <c:v>0.43051109681</c:v>
                </c:pt>
                <c:pt idx="130">
                  <c:v>0.42261826174</c:v>
                </c:pt>
                <c:pt idx="131">
                  <c:v>0.41469324266</c:v>
                </c:pt>
                <c:pt idx="132">
                  <c:v>0.40673664308</c:v>
                </c:pt>
                <c:pt idx="133">
                  <c:v>0.39874906893</c:v>
                </c:pt>
                <c:pt idx="134">
                  <c:v>0.39073112849</c:v>
                </c:pt>
                <c:pt idx="135">
                  <c:v>0.38268343237</c:v>
                </c:pt>
                <c:pt idx="136">
                  <c:v>0.37460659342</c:v>
                </c:pt>
                <c:pt idx="137">
                  <c:v>0.36650122672</c:v>
                </c:pt>
                <c:pt idx="138">
                  <c:v>0.35836794955</c:v>
                </c:pt>
                <c:pt idx="139">
                  <c:v>0.35020738126</c:v>
                </c:pt>
                <c:pt idx="140">
                  <c:v>0.34202014333</c:v>
                </c:pt>
                <c:pt idx="141">
                  <c:v>0.33380685923</c:v>
                </c:pt>
                <c:pt idx="142">
                  <c:v>0.32556815446</c:v>
                </c:pt>
                <c:pt idx="143">
                  <c:v>0.31730465641</c:v>
                </c:pt>
                <c:pt idx="144">
                  <c:v>0.30901699437</c:v>
                </c:pt>
                <c:pt idx="145">
                  <c:v>0.3007057995</c:v>
                </c:pt>
                <c:pt idx="146">
                  <c:v>0.29237170472</c:v>
                </c:pt>
                <c:pt idx="147">
                  <c:v>0.2840153447</c:v>
                </c:pt>
                <c:pt idx="148">
                  <c:v>0.27563735582</c:v>
                </c:pt>
                <c:pt idx="149">
                  <c:v>0.26723837608</c:v>
                </c:pt>
                <c:pt idx="150">
                  <c:v>0.2588190451</c:v>
                </c:pt>
                <c:pt idx="151">
                  <c:v>0.25038000405</c:v>
                </c:pt>
                <c:pt idx="152">
                  <c:v>0.2419218956</c:v>
                </c:pt>
                <c:pt idx="153">
                  <c:v>0.23344536386</c:v>
                </c:pt>
                <c:pt idx="154">
                  <c:v>0.22495105434</c:v>
                </c:pt>
                <c:pt idx="155">
                  <c:v>0.21643961394</c:v>
                </c:pt>
                <c:pt idx="156">
                  <c:v>0.20791169082</c:v>
                </c:pt>
                <c:pt idx="157">
                  <c:v>0.19936793442</c:v>
                </c:pt>
                <c:pt idx="158">
                  <c:v>0.19080899538</c:v>
                </c:pt>
                <c:pt idx="159">
                  <c:v>0.18223552549</c:v>
                </c:pt>
                <c:pt idx="160">
                  <c:v>0.17364817767</c:v>
                </c:pt>
                <c:pt idx="161">
                  <c:v>0.16504760586</c:v>
                </c:pt>
                <c:pt idx="162">
                  <c:v>0.15643446504</c:v>
                </c:pt>
                <c:pt idx="163">
                  <c:v>0.14780941113</c:v>
                </c:pt>
                <c:pt idx="164">
                  <c:v>0.13917310096</c:v>
                </c:pt>
                <c:pt idx="165">
                  <c:v>0.13052619222</c:v>
                </c:pt>
                <c:pt idx="166">
                  <c:v>0.12186934341</c:v>
                </c:pt>
                <c:pt idx="167">
                  <c:v>0.11320321377</c:v>
                </c:pt>
                <c:pt idx="168">
                  <c:v>0.10452846327</c:v>
                </c:pt>
                <c:pt idx="169">
                  <c:v>0.09584575252</c:v>
                </c:pt>
                <c:pt idx="170">
                  <c:v>0.087155742748</c:v>
                </c:pt>
                <c:pt idx="171">
                  <c:v>0.078459095728</c:v>
                </c:pt>
                <c:pt idx="172">
                  <c:v>0.069756473744</c:v>
                </c:pt>
                <c:pt idx="173">
                  <c:v>0.061048539535</c:v>
                </c:pt>
                <c:pt idx="174">
                  <c:v>0.052335956243</c:v>
                </c:pt>
                <c:pt idx="175">
                  <c:v>0.043619387365</c:v>
                </c:pt>
                <c:pt idx="176">
                  <c:v>0.034899496703</c:v>
                </c:pt>
                <c:pt idx="177">
                  <c:v>0.026176948308</c:v>
                </c:pt>
                <c:pt idx="178">
                  <c:v>0.017452406437</c:v>
                </c:pt>
                <c:pt idx="179">
                  <c:v>0.0087265354984</c:v>
                </c:pt>
                <c:pt idx="180">
                  <c:v>0</c:v>
                </c:pt>
                <c:pt idx="181">
                  <c:v>-0.0087265354984</c:v>
                </c:pt>
                <c:pt idx="182">
                  <c:v>-0.017452406437</c:v>
                </c:pt>
                <c:pt idx="183">
                  <c:v>-0.026176948308</c:v>
                </c:pt>
                <c:pt idx="184">
                  <c:v>-0.034899496703</c:v>
                </c:pt>
                <c:pt idx="185">
                  <c:v>-0.043619387365</c:v>
                </c:pt>
                <c:pt idx="186">
                  <c:v>-0.052335956243</c:v>
                </c:pt>
                <c:pt idx="187">
                  <c:v>-0.061048539535</c:v>
                </c:pt>
                <c:pt idx="188">
                  <c:v>-0.069756473744</c:v>
                </c:pt>
                <c:pt idx="189">
                  <c:v>-0.078459095728</c:v>
                </c:pt>
                <c:pt idx="190">
                  <c:v>-0.087155742748</c:v>
                </c:pt>
                <c:pt idx="191">
                  <c:v>-0.09584575252</c:v>
                </c:pt>
                <c:pt idx="192">
                  <c:v>-0.10452846327</c:v>
                </c:pt>
                <c:pt idx="193">
                  <c:v>-0.11320321377</c:v>
                </c:pt>
                <c:pt idx="194">
                  <c:v>-0.12186934341</c:v>
                </c:pt>
                <c:pt idx="195">
                  <c:v>-0.13052619222</c:v>
                </c:pt>
                <c:pt idx="196">
                  <c:v>-0.13917310096</c:v>
                </c:pt>
                <c:pt idx="197">
                  <c:v>-0.14780941113</c:v>
                </c:pt>
                <c:pt idx="198">
                  <c:v>-0.15643446504</c:v>
                </c:pt>
                <c:pt idx="199">
                  <c:v>-0.16504760586</c:v>
                </c:pt>
                <c:pt idx="200">
                  <c:v>-0.17364817767</c:v>
                </c:pt>
                <c:pt idx="201">
                  <c:v>-0.18223552549</c:v>
                </c:pt>
                <c:pt idx="202">
                  <c:v>-0.19080899538</c:v>
                </c:pt>
                <c:pt idx="203">
                  <c:v>-0.19936793442</c:v>
                </c:pt>
                <c:pt idx="204">
                  <c:v>-0.20791169082</c:v>
                </c:pt>
                <c:pt idx="205">
                  <c:v>-0.21643961394</c:v>
                </c:pt>
                <c:pt idx="206">
                  <c:v>-0.22495105434</c:v>
                </c:pt>
                <c:pt idx="207">
                  <c:v>-0.23344536386</c:v>
                </c:pt>
                <c:pt idx="208">
                  <c:v>-0.2419218956</c:v>
                </c:pt>
                <c:pt idx="209">
                  <c:v>-0.25038000405</c:v>
                </c:pt>
                <c:pt idx="210">
                  <c:v>-0.2588190451</c:v>
                </c:pt>
                <c:pt idx="211">
                  <c:v>-0.26723837608</c:v>
                </c:pt>
                <c:pt idx="212">
                  <c:v>-0.27563735582</c:v>
                </c:pt>
                <c:pt idx="213">
                  <c:v>-0.2840153447</c:v>
                </c:pt>
                <c:pt idx="214">
                  <c:v>-0.29237170472</c:v>
                </c:pt>
                <c:pt idx="215">
                  <c:v>-0.3007057995</c:v>
                </c:pt>
                <c:pt idx="216">
                  <c:v>-0.30901699437</c:v>
                </c:pt>
                <c:pt idx="217">
                  <c:v>-0.31730465641</c:v>
                </c:pt>
                <c:pt idx="218">
                  <c:v>-0.32556815446</c:v>
                </c:pt>
                <c:pt idx="219">
                  <c:v>-0.33380685923</c:v>
                </c:pt>
                <c:pt idx="220">
                  <c:v>-0.34202014333</c:v>
                </c:pt>
                <c:pt idx="221">
                  <c:v>-0.35020738126</c:v>
                </c:pt>
                <c:pt idx="222">
                  <c:v>-0.35836794955</c:v>
                </c:pt>
                <c:pt idx="223">
                  <c:v>-0.36650122672</c:v>
                </c:pt>
                <c:pt idx="224">
                  <c:v>-0.37460659342</c:v>
                </c:pt>
                <c:pt idx="225">
                  <c:v>-0.38268343237</c:v>
                </c:pt>
                <c:pt idx="226">
                  <c:v>-0.39073112849</c:v>
                </c:pt>
                <c:pt idx="227">
                  <c:v>-0.39874906893</c:v>
                </c:pt>
                <c:pt idx="228">
                  <c:v>-0.40673664308</c:v>
                </c:pt>
                <c:pt idx="229">
                  <c:v>-0.41469324266</c:v>
                </c:pt>
                <c:pt idx="230">
                  <c:v>-0.42261826174</c:v>
                </c:pt>
                <c:pt idx="231">
                  <c:v>-0.43051109681</c:v>
                </c:pt>
                <c:pt idx="232">
                  <c:v>-0.43837114679</c:v>
                </c:pt>
                <c:pt idx="233">
                  <c:v>-0.44619781311</c:v>
                </c:pt>
                <c:pt idx="234">
                  <c:v>-0.45399049974</c:v>
                </c:pt>
                <c:pt idx="235">
                  <c:v>-0.46174861324</c:v>
                </c:pt>
                <c:pt idx="236">
                  <c:v>-0.46947156279</c:v>
                </c:pt>
                <c:pt idx="237">
                  <c:v>-0.47715876026</c:v>
                </c:pt>
                <c:pt idx="238">
                  <c:v>-0.48480962025</c:v>
                </c:pt>
                <c:pt idx="239">
                  <c:v>-0.4924235601</c:v>
                </c:pt>
                <c:pt idx="240">
                  <c:v>-0.5</c:v>
                </c:pt>
                <c:pt idx="241">
                  <c:v>-0.50753836296</c:v>
                </c:pt>
                <c:pt idx="242">
                  <c:v>-0.51503807491</c:v>
                </c:pt>
                <c:pt idx="243">
                  <c:v>-0.52249856472</c:v>
                </c:pt>
                <c:pt idx="244">
                  <c:v>-0.52991926423</c:v>
                </c:pt>
                <c:pt idx="245">
                  <c:v>-0.53729960835</c:v>
                </c:pt>
                <c:pt idx="246">
                  <c:v>-0.54463903502</c:v>
                </c:pt>
                <c:pt idx="247">
                  <c:v>-0.55193698531</c:v>
                </c:pt>
                <c:pt idx="248">
                  <c:v>-0.55919290347</c:v>
                </c:pt>
                <c:pt idx="249">
                  <c:v>-0.56640623692</c:v>
                </c:pt>
                <c:pt idx="250">
                  <c:v>-0.57357643635</c:v>
                </c:pt>
                <c:pt idx="251">
                  <c:v>-0.58070295571</c:v>
                </c:pt>
                <c:pt idx="252">
                  <c:v>-0.58778525229</c:v>
                </c:pt>
                <c:pt idx="253">
                  <c:v>-0.59482278675</c:v>
                </c:pt>
                <c:pt idx="254">
                  <c:v>-0.60181502315</c:v>
                </c:pt>
                <c:pt idx="255">
                  <c:v>-0.60876142901</c:v>
                </c:pt>
                <c:pt idx="256">
                  <c:v>-0.61566147533</c:v>
                </c:pt>
                <c:pt idx="257">
                  <c:v>-0.62251463664</c:v>
                </c:pt>
                <c:pt idx="258">
                  <c:v>-0.62932039105</c:v>
                </c:pt>
                <c:pt idx="259">
                  <c:v>-0.63607822028</c:v>
                </c:pt>
                <c:pt idx="260">
                  <c:v>-0.64278760969</c:v>
                </c:pt>
                <c:pt idx="261">
                  <c:v>-0.64944804833</c:v>
                </c:pt>
                <c:pt idx="262">
                  <c:v>-0.65605902899</c:v>
                </c:pt>
                <c:pt idx="263">
                  <c:v>-0.66262004822</c:v>
                </c:pt>
                <c:pt idx="264">
                  <c:v>-0.66913060636</c:v>
                </c:pt>
                <c:pt idx="265">
                  <c:v>-0.67559020762</c:v>
                </c:pt>
                <c:pt idx="266">
                  <c:v>-0.68199836006</c:v>
                </c:pt>
                <c:pt idx="267">
                  <c:v>-0.68835457569</c:v>
                </c:pt>
                <c:pt idx="268">
                  <c:v>-0.69465837046</c:v>
                </c:pt>
                <c:pt idx="269">
                  <c:v>-0.7009092643</c:v>
                </c:pt>
                <c:pt idx="270">
                  <c:v>-0.70710678119</c:v>
                </c:pt>
                <c:pt idx="271">
                  <c:v>-0.71325044915</c:v>
                </c:pt>
                <c:pt idx="272">
                  <c:v>-0.71933980034</c:v>
                </c:pt>
                <c:pt idx="273">
                  <c:v>-0.72537437101</c:v>
                </c:pt>
                <c:pt idx="274">
                  <c:v>-0.73135370162</c:v>
                </c:pt>
                <c:pt idx="275">
                  <c:v>-0.73727733681</c:v>
                </c:pt>
                <c:pt idx="276">
                  <c:v>-0.74314482548</c:v>
                </c:pt>
                <c:pt idx="277">
                  <c:v>-0.74895572079</c:v>
                </c:pt>
                <c:pt idx="278">
                  <c:v>-0.75470958022</c:v>
                </c:pt>
                <c:pt idx="279">
                  <c:v>-0.7604059656</c:v>
                </c:pt>
                <c:pt idx="280">
                  <c:v>-0.76604444312</c:v>
                </c:pt>
                <c:pt idx="281">
                  <c:v>-0.77162458339</c:v>
                </c:pt>
                <c:pt idx="282">
                  <c:v>-0.77714596146</c:v>
                </c:pt>
                <c:pt idx="283">
                  <c:v>-0.78260815685</c:v>
                </c:pt>
                <c:pt idx="284">
                  <c:v>-0.78801075361</c:v>
                </c:pt>
                <c:pt idx="285">
                  <c:v>-0.79335334029</c:v>
                </c:pt>
                <c:pt idx="286">
                  <c:v>-0.79863551005</c:v>
                </c:pt>
                <c:pt idx="287">
                  <c:v>-0.80385686062</c:v>
                </c:pt>
                <c:pt idx="288">
                  <c:v>-0.80901699437</c:v>
                </c:pt>
                <c:pt idx="289">
                  <c:v>-0.81411551836</c:v>
                </c:pt>
                <c:pt idx="290">
                  <c:v>-0.81915204429</c:v>
                </c:pt>
                <c:pt idx="291">
                  <c:v>-0.82412618862</c:v>
                </c:pt>
                <c:pt idx="292">
                  <c:v>-0.82903757256</c:v>
                </c:pt>
                <c:pt idx="293">
                  <c:v>-0.83388582207</c:v>
                </c:pt>
                <c:pt idx="294">
                  <c:v>-0.83867056795</c:v>
                </c:pt>
                <c:pt idx="295">
                  <c:v>-0.84339144581</c:v>
                </c:pt>
                <c:pt idx="296">
                  <c:v>-0.84804809616</c:v>
                </c:pt>
                <c:pt idx="297">
                  <c:v>-0.85264016435</c:v>
                </c:pt>
                <c:pt idx="298">
                  <c:v>-0.8571673007</c:v>
                </c:pt>
                <c:pt idx="299">
                  <c:v>-0.86162916044</c:v>
                </c:pt>
                <c:pt idx="300">
                  <c:v>-0.86602540378</c:v>
                </c:pt>
                <c:pt idx="301">
                  <c:v>-0.87035569594</c:v>
                </c:pt>
                <c:pt idx="302">
                  <c:v>-0.87461970714</c:v>
                </c:pt>
                <c:pt idx="303">
                  <c:v>-0.87881711266</c:v>
                </c:pt>
                <c:pt idx="304">
                  <c:v>-0.88294759286</c:v>
                </c:pt>
                <c:pt idx="305">
                  <c:v>-0.88701083318</c:v>
                </c:pt>
                <c:pt idx="306">
                  <c:v>-0.89100652419</c:v>
                </c:pt>
                <c:pt idx="307">
                  <c:v>-0.8949343616</c:v>
                </c:pt>
                <c:pt idx="308">
                  <c:v>-0.8987940463</c:v>
                </c:pt>
                <c:pt idx="309">
                  <c:v>-0.90258528435</c:v>
                </c:pt>
                <c:pt idx="310">
                  <c:v>-0.90630778704</c:v>
                </c:pt>
                <c:pt idx="311">
                  <c:v>-0.90996127088</c:v>
                </c:pt>
                <c:pt idx="312">
                  <c:v>-0.91354545764</c:v>
                </c:pt>
                <c:pt idx="313">
                  <c:v>-0.91706007439</c:v>
                </c:pt>
                <c:pt idx="314">
                  <c:v>-0.92050485345</c:v>
                </c:pt>
                <c:pt idx="315">
                  <c:v>-0.92387953251</c:v>
                </c:pt>
                <c:pt idx="316">
                  <c:v>-0.92718385457</c:v>
                </c:pt>
                <c:pt idx="317">
                  <c:v>-0.93041756798</c:v>
                </c:pt>
                <c:pt idx="318">
                  <c:v>-0.9335804265</c:v>
                </c:pt>
                <c:pt idx="319">
                  <c:v>-0.93667218925</c:v>
                </c:pt>
                <c:pt idx="320">
                  <c:v>-0.93969262079</c:v>
                </c:pt>
                <c:pt idx="321">
                  <c:v>-0.94264149109</c:v>
                </c:pt>
                <c:pt idx="322">
                  <c:v>-0.9455185756</c:v>
                </c:pt>
                <c:pt idx="323">
                  <c:v>-0.94832365521</c:v>
                </c:pt>
                <c:pt idx="324">
                  <c:v>-0.9510565163</c:v>
                </c:pt>
                <c:pt idx="325">
                  <c:v>-0.95371695075</c:v>
                </c:pt>
                <c:pt idx="326">
                  <c:v>-0.95630475596</c:v>
                </c:pt>
                <c:pt idx="327">
                  <c:v>-0.95881973487</c:v>
                </c:pt>
                <c:pt idx="328">
                  <c:v>-0.96126169594</c:v>
                </c:pt>
                <c:pt idx="329">
                  <c:v>-0.96363045321</c:v>
                </c:pt>
                <c:pt idx="330">
                  <c:v>-0.96592582629</c:v>
                </c:pt>
                <c:pt idx="331">
                  <c:v>-0.96814764038</c:v>
                </c:pt>
                <c:pt idx="332">
                  <c:v>-0.97029572628</c:v>
                </c:pt>
                <c:pt idx="333">
                  <c:v>-0.9723699204</c:v>
                </c:pt>
                <c:pt idx="334">
                  <c:v>-0.97437006479</c:v>
                </c:pt>
                <c:pt idx="335">
                  <c:v>-0.97629600712</c:v>
                </c:pt>
                <c:pt idx="336">
                  <c:v>-0.97814760073</c:v>
                </c:pt>
                <c:pt idx="337">
                  <c:v>-0.97992470462</c:v>
                </c:pt>
                <c:pt idx="338">
                  <c:v>-0.98162718345</c:v>
                </c:pt>
                <c:pt idx="339">
                  <c:v>-0.98325490756</c:v>
                </c:pt>
                <c:pt idx="340">
                  <c:v>-0.98480775301</c:v>
                </c:pt>
                <c:pt idx="341">
                  <c:v>-0.98628560154</c:v>
                </c:pt>
                <c:pt idx="342">
                  <c:v>-0.9876883406</c:v>
                </c:pt>
                <c:pt idx="343">
                  <c:v>-0.98901586336</c:v>
                </c:pt>
                <c:pt idx="344">
                  <c:v>-0.99026806874</c:v>
                </c:pt>
                <c:pt idx="345">
                  <c:v>-0.99144486137</c:v>
                </c:pt>
                <c:pt idx="346">
                  <c:v>-0.99254615164</c:v>
                </c:pt>
                <c:pt idx="347">
                  <c:v>-0.99357185568</c:v>
                </c:pt>
                <c:pt idx="348">
                  <c:v>-0.99452189537</c:v>
                </c:pt>
                <c:pt idx="349">
                  <c:v>-0.99539619837</c:v>
                </c:pt>
                <c:pt idx="350">
                  <c:v>-0.99619469809</c:v>
                </c:pt>
                <c:pt idx="351">
                  <c:v>-0.99691733373</c:v>
                </c:pt>
                <c:pt idx="352">
                  <c:v>-0.99756405026</c:v>
                </c:pt>
                <c:pt idx="353">
                  <c:v>-0.99813479842</c:v>
                </c:pt>
                <c:pt idx="354">
                  <c:v>-0.99862953475</c:v>
                </c:pt>
                <c:pt idx="355">
                  <c:v>-0.99904822158</c:v>
                </c:pt>
                <c:pt idx="356">
                  <c:v>-0.99939082702</c:v>
                </c:pt>
                <c:pt idx="357">
                  <c:v>-0.99965732498</c:v>
                </c:pt>
                <c:pt idx="358">
                  <c:v>-0.99984769516</c:v>
                </c:pt>
                <c:pt idx="359">
                  <c:v>-0.99996192306</c:v>
                </c:pt>
                <c:pt idx="360">
                  <c:v>-1</c:v>
                </c:pt>
                <c:pt idx="361">
                  <c:v>-0.99996192306</c:v>
                </c:pt>
                <c:pt idx="362">
                  <c:v>-0.99984769516</c:v>
                </c:pt>
                <c:pt idx="363">
                  <c:v>-0.99965732498</c:v>
                </c:pt>
                <c:pt idx="364">
                  <c:v>-0.99939082702</c:v>
                </c:pt>
                <c:pt idx="365">
                  <c:v>-0.99904822158</c:v>
                </c:pt>
                <c:pt idx="366">
                  <c:v>-0.99862953475</c:v>
                </c:pt>
                <c:pt idx="367">
                  <c:v>-0.99813479842</c:v>
                </c:pt>
                <c:pt idx="368">
                  <c:v>-0.99756405026</c:v>
                </c:pt>
                <c:pt idx="369">
                  <c:v>-0.99691733373</c:v>
                </c:pt>
                <c:pt idx="370">
                  <c:v>-0.99619469809</c:v>
                </c:pt>
                <c:pt idx="371">
                  <c:v>-0.99539619837</c:v>
                </c:pt>
                <c:pt idx="372">
                  <c:v>-0.99452189537</c:v>
                </c:pt>
                <c:pt idx="373">
                  <c:v>-0.99357185568</c:v>
                </c:pt>
                <c:pt idx="374">
                  <c:v>-0.99254615164</c:v>
                </c:pt>
                <c:pt idx="375">
                  <c:v>-0.99144486137</c:v>
                </c:pt>
                <c:pt idx="376">
                  <c:v>-0.99026806874</c:v>
                </c:pt>
                <c:pt idx="377">
                  <c:v>-0.98901586336</c:v>
                </c:pt>
                <c:pt idx="378">
                  <c:v>-0.9876883406</c:v>
                </c:pt>
                <c:pt idx="379">
                  <c:v>-0.98628560154</c:v>
                </c:pt>
                <c:pt idx="380">
                  <c:v>-0.98480775301</c:v>
                </c:pt>
                <c:pt idx="381">
                  <c:v>-0.98325490756</c:v>
                </c:pt>
                <c:pt idx="382">
                  <c:v>-0.98162718345</c:v>
                </c:pt>
                <c:pt idx="383">
                  <c:v>-0.97992470462</c:v>
                </c:pt>
                <c:pt idx="384">
                  <c:v>-0.97814760073</c:v>
                </c:pt>
                <c:pt idx="385">
                  <c:v>-0.97629600712</c:v>
                </c:pt>
                <c:pt idx="386">
                  <c:v>-0.97437006479</c:v>
                </c:pt>
                <c:pt idx="387">
                  <c:v>-0.9723699204</c:v>
                </c:pt>
                <c:pt idx="388">
                  <c:v>-0.97029572628</c:v>
                </c:pt>
                <c:pt idx="389">
                  <c:v>-0.96814764038</c:v>
                </c:pt>
                <c:pt idx="390">
                  <c:v>-0.96592582629</c:v>
                </c:pt>
                <c:pt idx="391">
                  <c:v>-0.96363045321</c:v>
                </c:pt>
                <c:pt idx="392">
                  <c:v>-0.96126169594</c:v>
                </c:pt>
                <c:pt idx="393">
                  <c:v>-0.95881973487</c:v>
                </c:pt>
                <c:pt idx="394">
                  <c:v>-0.95630475596</c:v>
                </c:pt>
                <c:pt idx="395">
                  <c:v>-0.95371695075</c:v>
                </c:pt>
                <c:pt idx="396">
                  <c:v>-0.9510565163</c:v>
                </c:pt>
                <c:pt idx="397">
                  <c:v>-0.94832365521</c:v>
                </c:pt>
                <c:pt idx="398">
                  <c:v>-0.9455185756</c:v>
                </c:pt>
                <c:pt idx="399">
                  <c:v>-0.94264149109</c:v>
                </c:pt>
                <c:pt idx="400">
                  <c:v>-0.93969262079</c:v>
                </c:pt>
                <c:pt idx="401">
                  <c:v>-0.93667218925</c:v>
                </c:pt>
                <c:pt idx="402">
                  <c:v>-0.9335804265</c:v>
                </c:pt>
                <c:pt idx="403">
                  <c:v>-0.93041756798</c:v>
                </c:pt>
                <c:pt idx="404">
                  <c:v>-0.92718385457</c:v>
                </c:pt>
                <c:pt idx="405">
                  <c:v>-0.92387953251</c:v>
                </c:pt>
                <c:pt idx="406">
                  <c:v>-0.92050485345</c:v>
                </c:pt>
                <c:pt idx="407">
                  <c:v>-0.91706007439</c:v>
                </c:pt>
                <c:pt idx="408">
                  <c:v>-0.91354545764</c:v>
                </c:pt>
                <c:pt idx="409">
                  <c:v>-0.90996127088</c:v>
                </c:pt>
                <c:pt idx="410">
                  <c:v>-0.90630778704</c:v>
                </c:pt>
                <c:pt idx="411">
                  <c:v>-0.90258528435</c:v>
                </c:pt>
                <c:pt idx="412">
                  <c:v>-0.8987940463</c:v>
                </c:pt>
                <c:pt idx="413">
                  <c:v>-0.8949343616</c:v>
                </c:pt>
                <c:pt idx="414">
                  <c:v>-0.89100652419</c:v>
                </c:pt>
                <c:pt idx="415">
                  <c:v>-0.88701083318</c:v>
                </c:pt>
                <c:pt idx="416">
                  <c:v>-0.88294759286</c:v>
                </c:pt>
                <c:pt idx="417">
                  <c:v>-0.87881711266</c:v>
                </c:pt>
                <c:pt idx="418">
                  <c:v>-0.87461970714</c:v>
                </c:pt>
                <c:pt idx="419">
                  <c:v>-0.87035569594</c:v>
                </c:pt>
                <c:pt idx="420">
                  <c:v>-0.86602540378</c:v>
                </c:pt>
                <c:pt idx="421">
                  <c:v>-0.86162916044</c:v>
                </c:pt>
                <c:pt idx="422">
                  <c:v>-0.8571673007</c:v>
                </c:pt>
                <c:pt idx="423">
                  <c:v>-0.85264016435</c:v>
                </c:pt>
                <c:pt idx="424">
                  <c:v>-0.84804809616</c:v>
                </c:pt>
                <c:pt idx="425">
                  <c:v>-0.84339144581</c:v>
                </c:pt>
                <c:pt idx="426">
                  <c:v>-0.83867056795</c:v>
                </c:pt>
                <c:pt idx="427">
                  <c:v>-0.83388582207</c:v>
                </c:pt>
                <c:pt idx="428">
                  <c:v>-0.82903757256</c:v>
                </c:pt>
                <c:pt idx="429">
                  <c:v>-0.82412618862</c:v>
                </c:pt>
                <c:pt idx="430">
                  <c:v>-0.81915204429</c:v>
                </c:pt>
                <c:pt idx="431">
                  <c:v>-0.81411551836</c:v>
                </c:pt>
                <c:pt idx="432">
                  <c:v>-0.80901699437</c:v>
                </c:pt>
                <c:pt idx="433">
                  <c:v>-0.80385686062</c:v>
                </c:pt>
                <c:pt idx="434">
                  <c:v>-0.79863551005</c:v>
                </c:pt>
                <c:pt idx="435">
                  <c:v>-0.79335334029</c:v>
                </c:pt>
                <c:pt idx="436">
                  <c:v>-0.78801075361</c:v>
                </c:pt>
                <c:pt idx="437">
                  <c:v>-0.78260815685</c:v>
                </c:pt>
                <c:pt idx="438">
                  <c:v>-0.77714596146</c:v>
                </c:pt>
                <c:pt idx="439">
                  <c:v>-0.77162458339</c:v>
                </c:pt>
                <c:pt idx="440">
                  <c:v>-0.76604444312</c:v>
                </c:pt>
                <c:pt idx="441">
                  <c:v>-0.7604059656</c:v>
                </c:pt>
                <c:pt idx="442">
                  <c:v>-0.75470958022</c:v>
                </c:pt>
                <c:pt idx="443">
                  <c:v>-0.74895572079</c:v>
                </c:pt>
                <c:pt idx="444">
                  <c:v>-0.74314482548</c:v>
                </c:pt>
                <c:pt idx="445">
                  <c:v>-0.73727733681</c:v>
                </c:pt>
                <c:pt idx="446">
                  <c:v>-0.73135370162</c:v>
                </c:pt>
                <c:pt idx="447">
                  <c:v>-0.72537437101</c:v>
                </c:pt>
                <c:pt idx="448">
                  <c:v>-0.71933980034</c:v>
                </c:pt>
                <c:pt idx="449">
                  <c:v>-0.71325044915</c:v>
                </c:pt>
                <c:pt idx="450">
                  <c:v>-0.70710678119</c:v>
                </c:pt>
                <c:pt idx="451">
                  <c:v>-0.7009092643</c:v>
                </c:pt>
                <c:pt idx="452">
                  <c:v>-0.69465837046</c:v>
                </c:pt>
                <c:pt idx="453">
                  <c:v>-0.68835457569</c:v>
                </c:pt>
                <c:pt idx="454">
                  <c:v>-0.68199836006</c:v>
                </c:pt>
                <c:pt idx="455">
                  <c:v>-0.67559020762</c:v>
                </c:pt>
                <c:pt idx="456">
                  <c:v>-0.66913060636</c:v>
                </c:pt>
                <c:pt idx="457">
                  <c:v>-0.66262004822</c:v>
                </c:pt>
                <c:pt idx="458">
                  <c:v>-0.65605902899</c:v>
                </c:pt>
                <c:pt idx="459">
                  <c:v>-0.64944804833</c:v>
                </c:pt>
                <c:pt idx="460">
                  <c:v>-0.64278760969</c:v>
                </c:pt>
                <c:pt idx="461">
                  <c:v>-0.63607822028</c:v>
                </c:pt>
                <c:pt idx="462">
                  <c:v>-0.62932039105</c:v>
                </c:pt>
                <c:pt idx="463">
                  <c:v>-0.62251463664</c:v>
                </c:pt>
                <c:pt idx="464">
                  <c:v>-0.61566147533</c:v>
                </c:pt>
                <c:pt idx="465">
                  <c:v>-0.60876142901</c:v>
                </c:pt>
                <c:pt idx="466">
                  <c:v>-0.60181502315</c:v>
                </c:pt>
                <c:pt idx="467">
                  <c:v>-0.59482278675</c:v>
                </c:pt>
                <c:pt idx="468">
                  <c:v>-0.58778525229</c:v>
                </c:pt>
                <c:pt idx="469">
                  <c:v>-0.58070295571</c:v>
                </c:pt>
                <c:pt idx="470">
                  <c:v>-0.57357643635</c:v>
                </c:pt>
                <c:pt idx="471">
                  <c:v>-0.56640623692</c:v>
                </c:pt>
                <c:pt idx="472">
                  <c:v>-0.55919290347</c:v>
                </c:pt>
                <c:pt idx="473">
                  <c:v>-0.55193698531</c:v>
                </c:pt>
                <c:pt idx="474">
                  <c:v>-0.54463903502</c:v>
                </c:pt>
                <c:pt idx="475">
                  <c:v>-0.53729960835</c:v>
                </c:pt>
                <c:pt idx="476">
                  <c:v>-0.52991926423</c:v>
                </c:pt>
                <c:pt idx="477">
                  <c:v>-0.52249856472</c:v>
                </c:pt>
                <c:pt idx="478">
                  <c:v>-0.51503807491</c:v>
                </c:pt>
                <c:pt idx="479">
                  <c:v>-0.50753836296</c:v>
                </c:pt>
                <c:pt idx="480">
                  <c:v>-0.5</c:v>
                </c:pt>
                <c:pt idx="481">
                  <c:v>-0.4924235601</c:v>
                </c:pt>
                <c:pt idx="482">
                  <c:v>-0.48480962025</c:v>
                </c:pt>
                <c:pt idx="483">
                  <c:v>-0.47715876026</c:v>
                </c:pt>
                <c:pt idx="484">
                  <c:v>-0.46947156279</c:v>
                </c:pt>
                <c:pt idx="485">
                  <c:v>-0.46174861324</c:v>
                </c:pt>
                <c:pt idx="486">
                  <c:v>-0.45399049974</c:v>
                </c:pt>
                <c:pt idx="487">
                  <c:v>-0.44619781311</c:v>
                </c:pt>
                <c:pt idx="488">
                  <c:v>-0.43837114679</c:v>
                </c:pt>
                <c:pt idx="489">
                  <c:v>-0.43051109681</c:v>
                </c:pt>
                <c:pt idx="490">
                  <c:v>-0.42261826174</c:v>
                </c:pt>
                <c:pt idx="491">
                  <c:v>-0.41469324266</c:v>
                </c:pt>
                <c:pt idx="492">
                  <c:v>-0.40673664308</c:v>
                </c:pt>
                <c:pt idx="493">
                  <c:v>-0.39874906893</c:v>
                </c:pt>
                <c:pt idx="494">
                  <c:v>-0.39073112849</c:v>
                </c:pt>
                <c:pt idx="495">
                  <c:v>-0.38268343237</c:v>
                </c:pt>
                <c:pt idx="496">
                  <c:v>-0.37460659342</c:v>
                </c:pt>
                <c:pt idx="497">
                  <c:v>-0.36650122672</c:v>
                </c:pt>
                <c:pt idx="498">
                  <c:v>-0.35836794955</c:v>
                </c:pt>
                <c:pt idx="499">
                  <c:v>-0.35020738126</c:v>
                </c:pt>
                <c:pt idx="500">
                  <c:v>-0.34202014333</c:v>
                </c:pt>
                <c:pt idx="501">
                  <c:v>-0.33380685923</c:v>
                </c:pt>
                <c:pt idx="502">
                  <c:v>-0.32556815446</c:v>
                </c:pt>
                <c:pt idx="503">
                  <c:v>-0.31730465641</c:v>
                </c:pt>
                <c:pt idx="504">
                  <c:v>-0.30901699437</c:v>
                </c:pt>
                <c:pt idx="505">
                  <c:v>-0.3007057995</c:v>
                </c:pt>
                <c:pt idx="506">
                  <c:v>-0.29237170472</c:v>
                </c:pt>
                <c:pt idx="507">
                  <c:v>-0.2840153447</c:v>
                </c:pt>
                <c:pt idx="508">
                  <c:v>-0.27563735582</c:v>
                </c:pt>
                <c:pt idx="509">
                  <c:v>-0.26723837608</c:v>
                </c:pt>
                <c:pt idx="510">
                  <c:v>-0.2588190451</c:v>
                </c:pt>
                <c:pt idx="511">
                  <c:v>-0.25038000405</c:v>
                </c:pt>
                <c:pt idx="512">
                  <c:v>-0.2419218956</c:v>
                </c:pt>
                <c:pt idx="513">
                  <c:v>-0.23344536386</c:v>
                </c:pt>
                <c:pt idx="514">
                  <c:v>-0.22495105434</c:v>
                </c:pt>
                <c:pt idx="515">
                  <c:v>-0.21643961394</c:v>
                </c:pt>
                <c:pt idx="516">
                  <c:v>-0.20791169082</c:v>
                </c:pt>
                <c:pt idx="517">
                  <c:v>-0.19936793442</c:v>
                </c:pt>
                <c:pt idx="518">
                  <c:v>-0.19080899538</c:v>
                </c:pt>
                <c:pt idx="519">
                  <c:v>-0.18223552549</c:v>
                </c:pt>
                <c:pt idx="520">
                  <c:v>-0.17364817767</c:v>
                </c:pt>
                <c:pt idx="521">
                  <c:v>-0.16504760586</c:v>
                </c:pt>
                <c:pt idx="522">
                  <c:v>-0.15643446504</c:v>
                </c:pt>
                <c:pt idx="523">
                  <c:v>-0.14780941113</c:v>
                </c:pt>
                <c:pt idx="524">
                  <c:v>-0.13917310096</c:v>
                </c:pt>
                <c:pt idx="525">
                  <c:v>-0.13052619222</c:v>
                </c:pt>
                <c:pt idx="526">
                  <c:v>-0.12186934341</c:v>
                </c:pt>
                <c:pt idx="527">
                  <c:v>-0.11320321377</c:v>
                </c:pt>
                <c:pt idx="528">
                  <c:v>-0.10452846327</c:v>
                </c:pt>
                <c:pt idx="529">
                  <c:v>-0.09584575252</c:v>
                </c:pt>
                <c:pt idx="530">
                  <c:v>-0.087155742748</c:v>
                </c:pt>
                <c:pt idx="531">
                  <c:v>-0.078459095728</c:v>
                </c:pt>
                <c:pt idx="532">
                  <c:v>-0.069756473744</c:v>
                </c:pt>
                <c:pt idx="533">
                  <c:v>-0.061048539535</c:v>
                </c:pt>
                <c:pt idx="534">
                  <c:v>-0.052335956243</c:v>
                </c:pt>
                <c:pt idx="535">
                  <c:v>-0.043619387365</c:v>
                </c:pt>
                <c:pt idx="536">
                  <c:v>-0.034899496703</c:v>
                </c:pt>
                <c:pt idx="537">
                  <c:v>-0.026176948308</c:v>
                </c:pt>
                <c:pt idx="538">
                  <c:v>-0.017452406437</c:v>
                </c:pt>
                <c:pt idx="539">
                  <c:v>-0.0087265354984</c:v>
                </c:pt>
                <c:pt idx="540">
                  <c:v>0</c:v>
                </c:pt>
                <c:pt idx="541">
                  <c:v>0.0087265354984</c:v>
                </c:pt>
                <c:pt idx="542">
                  <c:v>0.017452406437</c:v>
                </c:pt>
                <c:pt idx="543">
                  <c:v>0.026176948308</c:v>
                </c:pt>
                <c:pt idx="544">
                  <c:v>0.034899496703</c:v>
                </c:pt>
                <c:pt idx="545">
                  <c:v>0.043619387365</c:v>
                </c:pt>
                <c:pt idx="546">
                  <c:v>0.052335956243</c:v>
                </c:pt>
                <c:pt idx="547">
                  <c:v>0.061048539535</c:v>
                </c:pt>
                <c:pt idx="548">
                  <c:v>0.069756473744</c:v>
                </c:pt>
                <c:pt idx="549">
                  <c:v>0.078459095728</c:v>
                </c:pt>
                <c:pt idx="550">
                  <c:v>0.087155742748</c:v>
                </c:pt>
                <c:pt idx="551">
                  <c:v>0.09584575252</c:v>
                </c:pt>
                <c:pt idx="552">
                  <c:v>0.10452846327</c:v>
                </c:pt>
                <c:pt idx="553">
                  <c:v>0.11320321377</c:v>
                </c:pt>
                <c:pt idx="554">
                  <c:v>0.12186934341</c:v>
                </c:pt>
                <c:pt idx="555">
                  <c:v>0.13052619222</c:v>
                </c:pt>
                <c:pt idx="556">
                  <c:v>0.13917310096</c:v>
                </c:pt>
                <c:pt idx="557">
                  <c:v>0.14780941113</c:v>
                </c:pt>
                <c:pt idx="558">
                  <c:v>0.15643446504</c:v>
                </c:pt>
                <c:pt idx="559">
                  <c:v>0.16504760586</c:v>
                </c:pt>
                <c:pt idx="560">
                  <c:v>0.17364817767</c:v>
                </c:pt>
                <c:pt idx="561">
                  <c:v>0.18223552549</c:v>
                </c:pt>
                <c:pt idx="562">
                  <c:v>0.19080899538</c:v>
                </c:pt>
                <c:pt idx="563">
                  <c:v>0.19936793442</c:v>
                </c:pt>
                <c:pt idx="564">
                  <c:v>0.20791169082</c:v>
                </c:pt>
                <c:pt idx="565">
                  <c:v>0.21643961394</c:v>
                </c:pt>
                <c:pt idx="566">
                  <c:v>0.22495105434</c:v>
                </c:pt>
                <c:pt idx="567">
                  <c:v>0.23344536386</c:v>
                </c:pt>
                <c:pt idx="568">
                  <c:v>0.2419218956</c:v>
                </c:pt>
                <c:pt idx="569">
                  <c:v>0.25038000405</c:v>
                </c:pt>
                <c:pt idx="570">
                  <c:v>0.2588190451</c:v>
                </c:pt>
                <c:pt idx="571">
                  <c:v>0.26723837608</c:v>
                </c:pt>
                <c:pt idx="572">
                  <c:v>0.27563735582</c:v>
                </c:pt>
                <c:pt idx="573">
                  <c:v>0.2840153447</c:v>
                </c:pt>
                <c:pt idx="574">
                  <c:v>0.29237170472</c:v>
                </c:pt>
                <c:pt idx="575">
                  <c:v>0.3007057995</c:v>
                </c:pt>
                <c:pt idx="576">
                  <c:v>0.30901699437</c:v>
                </c:pt>
                <c:pt idx="577">
                  <c:v>0.31730465641</c:v>
                </c:pt>
                <c:pt idx="578">
                  <c:v>0.32556815446</c:v>
                </c:pt>
                <c:pt idx="579">
                  <c:v>0.33380685923</c:v>
                </c:pt>
                <c:pt idx="580">
                  <c:v>0.34202014333</c:v>
                </c:pt>
                <c:pt idx="581">
                  <c:v>0.35020738126</c:v>
                </c:pt>
                <c:pt idx="582">
                  <c:v>0.35836794955</c:v>
                </c:pt>
                <c:pt idx="583">
                  <c:v>0.36650122672</c:v>
                </c:pt>
                <c:pt idx="584">
                  <c:v>0.37460659342</c:v>
                </c:pt>
                <c:pt idx="585">
                  <c:v>0.38268343237</c:v>
                </c:pt>
                <c:pt idx="586">
                  <c:v>0.39073112849</c:v>
                </c:pt>
                <c:pt idx="587">
                  <c:v>0.39874906893</c:v>
                </c:pt>
                <c:pt idx="588">
                  <c:v>0.40673664308</c:v>
                </c:pt>
                <c:pt idx="589">
                  <c:v>0.41469324266</c:v>
                </c:pt>
                <c:pt idx="590">
                  <c:v>0.42261826174</c:v>
                </c:pt>
                <c:pt idx="591">
                  <c:v>0.43051109681</c:v>
                </c:pt>
                <c:pt idx="592">
                  <c:v>0.43837114679</c:v>
                </c:pt>
                <c:pt idx="593">
                  <c:v>0.44619781311</c:v>
                </c:pt>
                <c:pt idx="594">
                  <c:v>0.45399049974</c:v>
                </c:pt>
                <c:pt idx="595">
                  <c:v>0.46174861324</c:v>
                </c:pt>
                <c:pt idx="596">
                  <c:v>0.46947156279</c:v>
                </c:pt>
                <c:pt idx="597">
                  <c:v>0.47715876026</c:v>
                </c:pt>
                <c:pt idx="598">
                  <c:v>0.48480962025</c:v>
                </c:pt>
                <c:pt idx="599">
                  <c:v>0.4924235601</c:v>
                </c:pt>
                <c:pt idx="600">
                  <c:v>0.5</c:v>
                </c:pt>
                <c:pt idx="601">
                  <c:v>0.50753836296</c:v>
                </c:pt>
                <c:pt idx="602">
                  <c:v>0.51503807491</c:v>
                </c:pt>
                <c:pt idx="603">
                  <c:v>0.52249856472</c:v>
                </c:pt>
                <c:pt idx="604">
                  <c:v>0.52991926423</c:v>
                </c:pt>
                <c:pt idx="605">
                  <c:v>0.53729960835</c:v>
                </c:pt>
                <c:pt idx="606">
                  <c:v>0.54463903502</c:v>
                </c:pt>
                <c:pt idx="607">
                  <c:v>0.55193698531</c:v>
                </c:pt>
                <c:pt idx="608">
                  <c:v>0.55919290347</c:v>
                </c:pt>
                <c:pt idx="609">
                  <c:v>0.56640623692</c:v>
                </c:pt>
                <c:pt idx="610">
                  <c:v>0.57357643635</c:v>
                </c:pt>
                <c:pt idx="611">
                  <c:v>0.58070295571</c:v>
                </c:pt>
                <c:pt idx="612">
                  <c:v>0.58778525229</c:v>
                </c:pt>
                <c:pt idx="613">
                  <c:v>0.59482278675</c:v>
                </c:pt>
                <c:pt idx="614">
                  <c:v>0.60181502315</c:v>
                </c:pt>
                <c:pt idx="615">
                  <c:v>0.60876142901</c:v>
                </c:pt>
                <c:pt idx="616">
                  <c:v>0.61566147533</c:v>
                </c:pt>
                <c:pt idx="617">
                  <c:v>0.62251463664</c:v>
                </c:pt>
                <c:pt idx="618">
                  <c:v>0.62932039105</c:v>
                </c:pt>
                <c:pt idx="619">
                  <c:v>0.63607822028</c:v>
                </c:pt>
                <c:pt idx="620">
                  <c:v>0.64278760969</c:v>
                </c:pt>
                <c:pt idx="621">
                  <c:v>0.64944804833</c:v>
                </c:pt>
                <c:pt idx="622">
                  <c:v>0.65605902899</c:v>
                </c:pt>
                <c:pt idx="623">
                  <c:v>0.66262004822</c:v>
                </c:pt>
                <c:pt idx="624">
                  <c:v>0.66913060636</c:v>
                </c:pt>
                <c:pt idx="625">
                  <c:v>0.67559020762</c:v>
                </c:pt>
                <c:pt idx="626">
                  <c:v>0.68199836006</c:v>
                </c:pt>
                <c:pt idx="627">
                  <c:v>0.68835457569</c:v>
                </c:pt>
                <c:pt idx="628">
                  <c:v>0.69465837046</c:v>
                </c:pt>
                <c:pt idx="629">
                  <c:v>0.7009092643</c:v>
                </c:pt>
                <c:pt idx="630">
                  <c:v>0.70710678119</c:v>
                </c:pt>
                <c:pt idx="631">
                  <c:v>0.71325044915</c:v>
                </c:pt>
                <c:pt idx="632">
                  <c:v>0.71933980034</c:v>
                </c:pt>
                <c:pt idx="633">
                  <c:v>0.72537437101</c:v>
                </c:pt>
                <c:pt idx="634">
                  <c:v>0.73135370162</c:v>
                </c:pt>
                <c:pt idx="635">
                  <c:v>0.73727733681</c:v>
                </c:pt>
                <c:pt idx="636">
                  <c:v>0.74314482548</c:v>
                </c:pt>
                <c:pt idx="637">
                  <c:v>0.74895572079</c:v>
                </c:pt>
                <c:pt idx="638">
                  <c:v>0.75470958022</c:v>
                </c:pt>
                <c:pt idx="639">
                  <c:v>0.7604059656</c:v>
                </c:pt>
                <c:pt idx="640">
                  <c:v>0.76604444312</c:v>
                </c:pt>
                <c:pt idx="641">
                  <c:v>0.77162458339</c:v>
                </c:pt>
                <c:pt idx="642">
                  <c:v>0.77714596146</c:v>
                </c:pt>
                <c:pt idx="643">
                  <c:v>0.78260815685</c:v>
                </c:pt>
                <c:pt idx="644">
                  <c:v>0.78801075361</c:v>
                </c:pt>
                <c:pt idx="645">
                  <c:v>0.79335334029</c:v>
                </c:pt>
                <c:pt idx="646">
                  <c:v>0.79863551005</c:v>
                </c:pt>
                <c:pt idx="647">
                  <c:v>0.80385686062</c:v>
                </c:pt>
                <c:pt idx="648">
                  <c:v>0.80901699437</c:v>
                </c:pt>
                <c:pt idx="649">
                  <c:v>0.81411551836</c:v>
                </c:pt>
                <c:pt idx="650">
                  <c:v>0.81915204429</c:v>
                </c:pt>
                <c:pt idx="651">
                  <c:v>0.82412618862</c:v>
                </c:pt>
                <c:pt idx="652">
                  <c:v>0.82903757256</c:v>
                </c:pt>
                <c:pt idx="653">
                  <c:v>0.83388582207</c:v>
                </c:pt>
                <c:pt idx="654">
                  <c:v>0.83867056795</c:v>
                </c:pt>
                <c:pt idx="655">
                  <c:v>0.84339144581</c:v>
                </c:pt>
                <c:pt idx="656">
                  <c:v>0.84804809616</c:v>
                </c:pt>
                <c:pt idx="657">
                  <c:v>0.85264016435</c:v>
                </c:pt>
                <c:pt idx="658">
                  <c:v>0.8571673007</c:v>
                </c:pt>
                <c:pt idx="659">
                  <c:v>0.86162916044</c:v>
                </c:pt>
                <c:pt idx="660">
                  <c:v>0.86602540378</c:v>
                </c:pt>
                <c:pt idx="661">
                  <c:v>0.87035569594</c:v>
                </c:pt>
                <c:pt idx="662">
                  <c:v>0.87461970714</c:v>
                </c:pt>
                <c:pt idx="663">
                  <c:v>0.87881711266</c:v>
                </c:pt>
                <c:pt idx="664">
                  <c:v>0.88294759286</c:v>
                </c:pt>
                <c:pt idx="665">
                  <c:v>0.88701083318</c:v>
                </c:pt>
                <c:pt idx="666">
                  <c:v>0.89100652419</c:v>
                </c:pt>
                <c:pt idx="667">
                  <c:v>0.8949343616</c:v>
                </c:pt>
                <c:pt idx="668">
                  <c:v>0.8987940463</c:v>
                </c:pt>
                <c:pt idx="669">
                  <c:v>0.90258528435</c:v>
                </c:pt>
                <c:pt idx="670">
                  <c:v>0.90630778704</c:v>
                </c:pt>
                <c:pt idx="671">
                  <c:v>0.90996127088</c:v>
                </c:pt>
                <c:pt idx="672">
                  <c:v>0.91354545764</c:v>
                </c:pt>
                <c:pt idx="673">
                  <c:v>0.91706007439</c:v>
                </c:pt>
                <c:pt idx="674">
                  <c:v>0.92050485345</c:v>
                </c:pt>
                <c:pt idx="675">
                  <c:v>0.92387953251</c:v>
                </c:pt>
                <c:pt idx="676">
                  <c:v>0.92718385457</c:v>
                </c:pt>
                <c:pt idx="677">
                  <c:v>0.93041756798</c:v>
                </c:pt>
                <c:pt idx="678">
                  <c:v>0.9335804265</c:v>
                </c:pt>
                <c:pt idx="679">
                  <c:v>0.93667218925</c:v>
                </c:pt>
                <c:pt idx="680">
                  <c:v>0.93969262079</c:v>
                </c:pt>
                <c:pt idx="681">
                  <c:v>0.94264149109</c:v>
                </c:pt>
                <c:pt idx="682">
                  <c:v>0.9455185756</c:v>
                </c:pt>
                <c:pt idx="683">
                  <c:v>0.94832365521</c:v>
                </c:pt>
                <c:pt idx="684">
                  <c:v>0.9510565163</c:v>
                </c:pt>
                <c:pt idx="685">
                  <c:v>0.95371695075</c:v>
                </c:pt>
                <c:pt idx="686">
                  <c:v>0.95630475596</c:v>
                </c:pt>
                <c:pt idx="687">
                  <c:v>0.95881973487</c:v>
                </c:pt>
                <c:pt idx="688">
                  <c:v>0.96126169594</c:v>
                </c:pt>
                <c:pt idx="689">
                  <c:v>0.96363045321</c:v>
                </c:pt>
                <c:pt idx="690">
                  <c:v>0.96592582629</c:v>
                </c:pt>
                <c:pt idx="691">
                  <c:v>0.96814764038</c:v>
                </c:pt>
                <c:pt idx="692">
                  <c:v>0.97029572628</c:v>
                </c:pt>
                <c:pt idx="693">
                  <c:v>0.9723699204</c:v>
                </c:pt>
                <c:pt idx="694">
                  <c:v>0.97437006479</c:v>
                </c:pt>
                <c:pt idx="695">
                  <c:v>0.97629600712</c:v>
                </c:pt>
                <c:pt idx="696">
                  <c:v>0.97814760073</c:v>
                </c:pt>
                <c:pt idx="697">
                  <c:v>0.97992470462</c:v>
                </c:pt>
                <c:pt idx="698">
                  <c:v>0.98162718345</c:v>
                </c:pt>
                <c:pt idx="699">
                  <c:v>0.98325490756</c:v>
                </c:pt>
                <c:pt idx="700">
                  <c:v>0.98480775301</c:v>
                </c:pt>
                <c:pt idx="701">
                  <c:v>0.98628560154</c:v>
                </c:pt>
                <c:pt idx="702">
                  <c:v>0.9876883406</c:v>
                </c:pt>
                <c:pt idx="703">
                  <c:v>0.98901586336</c:v>
                </c:pt>
                <c:pt idx="704">
                  <c:v>0.99026806874</c:v>
                </c:pt>
                <c:pt idx="705">
                  <c:v>0.99144486137</c:v>
                </c:pt>
                <c:pt idx="706">
                  <c:v>0.99254615164</c:v>
                </c:pt>
                <c:pt idx="707">
                  <c:v>0.99357185568</c:v>
                </c:pt>
                <c:pt idx="708">
                  <c:v>0.99452189537</c:v>
                </c:pt>
                <c:pt idx="709">
                  <c:v>0.99539619837</c:v>
                </c:pt>
                <c:pt idx="710">
                  <c:v>0.99619469809</c:v>
                </c:pt>
                <c:pt idx="711">
                  <c:v>0.99691733373</c:v>
                </c:pt>
                <c:pt idx="712">
                  <c:v>0.99756405026</c:v>
                </c:pt>
                <c:pt idx="713">
                  <c:v>0.99813479842</c:v>
                </c:pt>
                <c:pt idx="714">
                  <c:v>0.99862953475</c:v>
                </c:pt>
                <c:pt idx="715">
                  <c:v>0.99904822158</c:v>
                </c:pt>
                <c:pt idx="716">
                  <c:v>0.99939082702</c:v>
                </c:pt>
                <c:pt idx="717">
                  <c:v>0.99965732498</c:v>
                </c:pt>
                <c:pt idx="718">
                  <c:v>0.99984769516</c:v>
                </c:pt>
                <c:pt idx="719">
                  <c:v>0.99996192306</c:v>
                </c:pt>
                <c:pt idx="720">
                  <c:v>1</c:v>
                </c:pt>
              </c:numCache>
            </c:numRef>
          </c:xVal>
          <c:yVal>
            <c:numRef>
              <c:f>'Chart Data'!$D$2:$D$722</c:f>
              <c:numCache>
                <c:formatCode>0.0</c:formatCode>
                <c:ptCount val="721"/>
                <c:pt idx="0">
                  <c:v>0</c:v>
                </c:pt>
                <c:pt idx="1">
                  <c:v>0.0087265354984</c:v>
                </c:pt>
                <c:pt idx="2">
                  <c:v>0.017452406437</c:v>
                </c:pt>
                <c:pt idx="3">
                  <c:v>0.026176948308</c:v>
                </c:pt>
                <c:pt idx="4">
                  <c:v>0.034899496703</c:v>
                </c:pt>
                <c:pt idx="5">
                  <c:v>0.043619387365</c:v>
                </c:pt>
                <c:pt idx="6">
                  <c:v>0.052335956243</c:v>
                </c:pt>
                <c:pt idx="7">
                  <c:v>0.061048539535</c:v>
                </c:pt>
                <c:pt idx="8">
                  <c:v>0.069756473744</c:v>
                </c:pt>
                <c:pt idx="9">
                  <c:v>0.078459095728</c:v>
                </c:pt>
                <c:pt idx="10">
                  <c:v>0.087155742748</c:v>
                </c:pt>
                <c:pt idx="11">
                  <c:v>0.09584575252</c:v>
                </c:pt>
                <c:pt idx="12">
                  <c:v>0.10452846327</c:v>
                </c:pt>
                <c:pt idx="13">
                  <c:v>0.11320321377</c:v>
                </c:pt>
                <c:pt idx="14">
                  <c:v>0.12186934341</c:v>
                </c:pt>
                <c:pt idx="15">
                  <c:v>0.13052619222</c:v>
                </c:pt>
                <c:pt idx="16">
                  <c:v>0.13917310096</c:v>
                </c:pt>
                <c:pt idx="17">
                  <c:v>0.14780941113</c:v>
                </c:pt>
                <c:pt idx="18">
                  <c:v>0.15643446504</c:v>
                </c:pt>
                <c:pt idx="19">
                  <c:v>0.16504760586</c:v>
                </c:pt>
                <c:pt idx="20">
                  <c:v>0.17364817767</c:v>
                </c:pt>
                <c:pt idx="21">
                  <c:v>0.18223552549</c:v>
                </c:pt>
                <c:pt idx="22">
                  <c:v>0.19080899538</c:v>
                </c:pt>
                <c:pt idx="23">
                  <c:v>0.19936793442</c:v>
                </c:pt>
                <c:pt idx="24">
                  <c:v>0.20791169082</c:v>
                </c:pt>
                <c:pt idx="25">
                  <c:v>0.21643961394</c:v>
                </c:pt>
                <c:pt idx="26">
                  <c:v>0.22495105434</c:v>
                </c:pt>
                <c:pt idx="27">
                  <c:v>0.23344536386</c:v>
                </c:pt>
                <c:pt idx="28">
                  <c:v>0.2419218956</c:v>
                </c:pt>
                <c:pt idx="29">
                  <c:v>0.25038000405</c:v>
                </c:pt>
                <c:pt idx="30">
                  <c:v>0.2588190451</c:v>
                </c:pt>
                <c:pt idx="31">
                  <c:v>0.26723837608</c:v>
                </c:pt>
                <c:pt idx="32">
                  <c:v>0.27563735582</c:v>
                </c:pt>
                <c:pt idx="33">
                  <c:v>0.2840153447</c:v>
                </c:pt>
                <c:pt idx="34">
                  <c:v>0.29237170472</c:v>
                </c:pt>
                <c:pt idx="35">
                  <c:v>0.3007057995</c:v>
                </c:pt>
                <c:pt idx="36">
                  <c:v>0.30901699437</c:v>
                </c:pt>
                <c:pt idx="37">
                  <c:v>0.31730465641</c:v>
                </c:pt>
                <c:pt idx="38">
                  <c:v>0.32556815446</c:v>
                </c:pt>
                <c:pt idx="39">
                  <c:v>0.33380685923</c:v>
                </c:pt>
                <c:pt idx="40">
                  <c:v>0.34202014333</c:v>
                </c:pt>
                <c:pt idx="41">
                  <c:v>0.35020738126</c:v>
                </c:pt>
                <c:pt idx="42">
                  <c:v>0.35836794955</c:v>
                </c:pt>
                <c:pt idx="43">
                  <c:v>0.36650122672</c:v>
                </c:pt>
                <c:pt idx="44">
                  <c:v>0.37460659342</c:v>
                </c:pt>
                <c:pt idx="45">
                  <c:v>0.38268343237</c:v>
                </c:pt>
                <c:pt idx="46">
                  <c:v>0.39073112849</c:v>
                </c:pt>
                <c:pt idx="47">
                  <c:v>0.39874906893</c:v>
                </c:pt>
                <c:pt idx="48">
                  <c:v>0.40673664308</c:v>
                </c:pt>
                <c:pt idx="49">
                  <c:v>0.41469324266</c:v>
                </c:pt>
                <c:pt idx="50">
                  <c:v>0.42261826174</c:v>
                </c:pt>
                <c:pt idx="51">
                  <c:v>0.43051109681</c:v>
                </c:pt>
                <c:pt idx="52">
                  <c:v>0.43837114679</c:v>
                </c:pt>
                <c:pt idx="53">
                  <c:v>0.44619781311</c:v>
                </c:pt>
                <c:pt idx="54">
                  <c:v>0.45399049974</c:v>
                </c:pt>
                <c:pt idx="55">
                  <c:v>0.46174861324</c:v>
                </c:pt>
                <c:pt idx="56">
                  <c:v>0.46947156279</c:v>
                </c:pt>
                <c:pt idx="57">
                  <c:v>0.47715876026</c:v>
                </c:pt>
                <c:pt idx="58">
                  <c:v>0.48480962025</c:v>
                </c:pt>
                <c:pt idx="59">
                  <c:v>0.4924235601</c:v>
                </c:pt>
                <c:pt idx="60">
                  <c:v>0.5</c:v>
                </c:pt>
                <c:pt idx="61">
                  <c:v>0.50753836296</c:v>
                </c:pt>
                <c:pt idx="62">
                  <c:v>0.51503807491</c:v>
                </c:pt>
                <c:pt idx="63">
                  <c:v>0.52249856472</c:v>
                </c:pt>
                <c:pt idx="64">
                  <c:v>0.52991926423</c:v>
                </c:pt>
                <c:pt idx="65">
                  <c:v>0.53729960835</c:v>
                </c:pt>
                <c:pt idx="66">
                  <c:v>0.54463903502</c:v>
                </c:pt>
                <c:pt idx="67">
                  <c:v>0.55193698531</c:v>
                </c:pt>
                <c:pt idx="68">
                  <c:v>0.55919290347</c:v>
                </c:pt>
                <c:pt idx="69">
                  <c:v>0.56640623692</c:v>
                </c:pt>
                <c:pt idx="70">
                  <c:v>0.57357643635</c:v>
                </c:pt>
                <c:pt idx="71">
                  <c:v>0.58070295571</c:v>
                </c:pt>
                <c:pt idx="72">
                  <c:v>0.58778525229</c:v>
                </c:pt>
                <c:pt idx="73">
                  <c:v>0.59482278675</c:v>
                </c:pt>
                <c:pt idx="74">
                  <c:v>0.60181502315</c:v>
                </c:pt>
                <c:pt idx="75">
                  <c:v>0.60876142901</c:v>
                </c:pt>
                <c:pt idx="76">
                  <c:v>0.61566147533</c:v>
                </c:pt>
                <c:pt idx="77">
                  <c:v>0.62251463664</c:v>
                </c:pt>
                <c:pt idx="78">
                  <c:v>0.62932039105</c:v>
                </c:pt>
                <c:pt idx="79">
                  <c:v>0.63607822028</c:v>
                </c:pt>
                <c:pt idx="80">
                  <c:v>0.64278760969</c:v>
                </c:pt>
                <c:pt idx="81">
                  <c:v>0.64944804833</c:v>
                </c:pt>
                <c:pt idx="82">
                  <c:v>0.65605902899</c:v>
                </c:pt>
                <c:pt idx="83">
                  <c:v>0.66262004822</c:v>
                </c:pt>
                <c:pt idx="84">
                  <c:v>0.66913060636</c:v>
                </c:pt>
                <c:pt idx="85">
                  <c:v>0.67559020762</c:v>
                </c:pt>
                <c:pt idx="86">
                  <c:v>0.68199836006</c:v>
                </c:pt>
                <c:pt idx="87">
                  <c:v>0.68835457569</c:v>
                </c:pt>
                <c:pt idx="88">
                  <c:v>0.69465837046</c:v>
                </c:pt>
                <c:pt idx="89">
                  <c:v>0.7009092643</c:v>
                </c:pt>
                <c:pt idx="90">
                  <c:v>0.70710678119</c:v>
                </c:pt>
                <c:pt idx="91">
                  <c:v>0.71325044915</c:v>
                </c:pt>
                <c:pt idx="92">
                  <c:v>0.71933980034</c:v>
                </c:pt>
                <c:pt idx="93">
                  <c:v>0.72537437101</c:v>
                </c:pt>
                <c:pt idx="94">
                  <c:v>0.73135370162</c:v>
                </c:pt>
                <c:pt idx="95">
                  <c:v>0.73727733681</c:v>
                </c:pt>
                <c:pt idx="96">
                  <c:v>0.74314482548</c:v>
                </c:pt>
                <c:pt idx="97">
                  <c:v>0.74895572079</c:v>
                </c:pt>
                <c:pt idx="98">
                  <c:v>0.75470958022</c:v>
                </c:pt>
                <c:pt idx="99">
                  <c:v>0.7604059656</c:v>
                </c:pt>
                <c:pt idx="100">
                  <c:v>0.76604444312</c:v>
                </c:pt>
                <c:pt idx="101">
                  <c:v>0.77162458339</c:v>
                </c:pt>
                <c:pt idx="102">
                  <c:v>0.77714596146</c:v>
                </c:pt>
                <c:pt idx="103">
                  <c:v>0.78260815685</c:v>
                </c:pt>
                <c:pt idx="104">
                  <c:v>0.78801075361</c:v>
                </c:pt>
                <c:pt idx="105">
                  <c:v>0.79335334029</c:v>
                </c:pt>
                <c:pt idx="106">
                  <c:v>0.79863551005</c:v>
                </c:pt>
                <c:pt idx="107">
                  <c:v>0.80385686062</c:v>
                </c:pt>
                <c:pt idx="108">
                  <c:v>0.80901699437</c:v>
                </c:pt>
                <c:pt idx="109">
                  <c:v>0.81411551836</c:v>
                </c:pt>
                <c:pt idx="110">
                  <c:v>0.81915204429</c:v>
                </c:pt>
                <c:pt idx="111">
                  <c:v>0.82412618862</c:v>
                </c:pt>
                <c:pt idx="112">
                  <c:v>0.82903757256</c:v>
                </c:pt>
                <c:pt idx="113">
                  <c:v>0.83388582207</c:v>
                </c:pt>
                <c:pt idx="114">
                  <c:v>0.83867056795</c:v>
                </c:pt>
                <c:pt idx="115">
                  <c:v>0.84339144581</c:v>
                </c:pt>
                <c:pt idx="116">
                  <c:v>0.84804809616</c:v>
                </c:pt>
                <c:pt idx="117">
                  <c:v>0.85264016435</c:v>
                </c:pt>
                <c:pt idx="118">
                  <c:v>0.8571673007</c:v>
                </c:pt>
                <c:pt idx="119">
                  <c:v>0.86162916044</c:v>
                </c:pt>
                <c:pt idx="120">
                  <c:v>0.86602540378</c:v>
                </c:pt>
                <c:pt idx="121">
                  <c:v>0.87035569594</c:v>
                </c:pt>
                <c:pt idx="122">
                  <c:v>0.87461970714</c:v>
                </c:pt>
                <c:pt idx="123">
                  <c:v>0.87881711266</c:v>
                </c:pt>
                <c:pt idx="124">
                  <c:v>0.88294759286</c:v>
                </c:pt>
                <c:pt idx="125">
                  <c:v>0.88701083318</c:v>
                </c:pt>
                <c:pt idx="126">
                  <c:v>0.89100652419</c:v>
                </c:pt>
                <c:pt idx="127">
                  <c:v>0.8949343616</c:v>
                </c:pt>
                <c:pt idx="128">
                  <c:v>0.8987940463</c:v>
                </c:pt>
                <c:pt idx="129">
                  <c:v>0.90258528435</c:v>
                </c:pt>
                <c:pt idx="130">
                  <c:v>0.90630778704</c:v>
                </c:pt>
                <c:pt idx="131">
                  <c:v>0.90996127088</c:v>
                </c:pt>
                <c:pt idx="132">
                  <c:v>0.91354545764</c:v>
                </c:pt>
                <c:pt idx="133">
                  <c:v>0.91706007439</c:v>
                </c:pt>
                <c:pt idx="134">
                  <c:v>0.92050485345</c:v>
                </c:pt>
                <c:pt idx="135">
                  <c:v>0.92387953251</c:v>
                </c:pt>
                <c:pt idx="136">
                  <c:v>0.92718385457</c:v>
                </c:pt>
                <c:pt idx="137">
                  <c:v>0.93041756798</c:v>
                </c:pt>
                <c:pt idx="138">
                  <c:v>0.9335804265</c:v>
                </c:pt>
                <c:pt idx="139">
                  <c:v>0.93667218925</c:v>
                </c:pt>
                <c:pt idx="140">
                  <c:v>0.93969262079</c:v>
                </c:pt>
                <c:pt idx="141">
                  <c:v>0.94264149109</c:v>
                </c:pt>
                <c:pt idx="142">
                  <c:v>0.9455185756</c:v>
                </c:pt>
                <c:pt idx="143">
                  <c:v>0.94832365521</c:v>
                </c:pt>
                <c:pt idx="144">
                  <c:v>0.9510565163</c:v>
                </c:pt>
                <c:pt idx="145">
                  <c:v>0.95371695075</c:v>
                </c:pt>
                <c:pt idx="146">
                  <c:v>0.95630475596</c:v>
                </c:pt>
                <c:pt idx="147">
                  <c:v>0.95881973487</c:v>
                </c:pt>
                <c:pt idx="148">
                  <c:v>0.96126169594</c:v>
                </c:pt>
                <c:pt idx="149">
                  <c:v>0.96363045321</c:v>
                </c:pt>
                <c:pt idx="150">
                  <c:v>0.96592582629</c:v>
                </c:pt>
                <c:pt idx="151">
                  <c:v>0.96814764038</c:v>
                </c:pt>
                <c:pt idx="152">
                  <c:v>0.97029572628</c:v>
                </c:pt>
                <c:pt idx="153">
                  <c:v>0.9723699204</c:v>
                </c:pt>
                <c:pt idx="154">
                  <c:v>0.97437006479</c:v>
                </c:pt>
                <c:pt idx="155">
                  <c:v>0.97629600712</c:v>
                </c:pt>
                <c:pt idx="156">
                  <c:v>0.97814760073</c:v>
                </c:pt>
                <c:pt idx="157">
                  <c:v>0.97992470462</c:v>
                </c:pt>
                <c:pt idx="158">
                  <c:v>0.98162718345</c:v>
                </c:pt>
                <c:pt idx="159">
                  <c:v>0.98325490756</c:v>
                </c:pt>
                <c:pt idx="160">
                  <c:v>0.98480775301</c:v>
                </c:pt>
                <c:pt idx="161">
                  <c:v>0.98628560154</c:v>
                </c:pt>
                <c:pt idx="162">
                  <c:v>0.9876883406</c:v>
                </c:pt>
                <c:pt idx="163">
                  <c:v>0.98901586336</c:v>
                </c:pt>
                <c:pt idx="164">
                  <c:v>0.99026806874</c:v>
                </c:pt>
                <c:pt idx="165">
                  <c:v>0.99144486137</c:v>
                </c:pt>
                <c:pt idx="166">
                  <c:v>0.99254615164</c:v>
                </c:pt>
                <c:pt idx="167">
                  <c:v>0.99357185568</c:v>
                </c:pt>
                <c:pt idx="168">
                  <c:v>0.99452189537</c:v>
                </c:pt>
                <c:pt idx="169">
                  <c:v>0.99539619837</c:v>
                </c:pt>
                <c:pt idx="170">
                  <c:v>0.99619469809</c:v>
                </c:pt>
                <c:pt idx="171">
                  <c:v>0.99691733373</c:v>
                </c:pt>
                <c:pt idx="172">
                  <c:v>0.99756405026</c:v>
                </c:pt>
                <c:pt idx="173">
                  <c:v>0.99813479842</c:v>
                </c:pt>
                <c:pt idx="174">
                  <c:v>0.99862953475</c:v>
                </c:pt>
                <c:pt idx="175">
                  <c:v>0.99904822158</c:v>
                </c:pt>
                <c:pt idx="176">
                  <c:v>0.99939082702</c:v>
                </c:pt>
                <c:pt idx="177">
                  <c:v>0.99965732498</c:v>
                </c:pt>
                <c:pt idx="178">
                  <c:v>0.99984769516</c:v>
                </c:pt>
                <c:pt idx="179">
                  <c:v>0.99996192306</c:v>
                </c:pt>
                <c:pt idx="180">
                  <c:v>1</c:v>
                </c:pt>
                <c:pt idx="181">
                  <c:v>0.99996192306</c:v>
                </c:pt>
                <c:pt idx="182">
                  <c:v>0.99984769516</c:v>
                </c:pt>
                <c:pt idx="183">
                  <c:v>0.99965732498</c:v>
                </c:pt>
                <c:pt idx="184">
                  <c:v>0.99939082702</c:v>
                </c:pt>
                <c:pt idx="185">
                  <c:v>0.99904822158</c:v>
                </c:pt>
                <c:pt idx="186">
                  <c:v>0.99862953475</c:v>
                </c:pt>
                <c:pt idx="187">
                  <c:v>0.99813479842</c:v>
                </c:pt>
                <c:pt idx="188">
                  <c:v>0.99756405026</c:v>
                </c:pt>
                <c:pt idx="189">
                  <c:v>0.99691733373</c:v>
                </c:pt>
                <c:pt idx="190">
                  <c:v>0.99619469809</c:v>
                </c:pt>
                <c:pt idx="191">
                  <c:v>0.99539619837</c:v>
                </c:pt>
                <c:pt idx="192">
                  <c:v>0.99452189537</c:v>
                </c:pt>
                <c:pt idx="193">
                  <c:v>0.99357185568</c:v>
                </c:pt>
                <c:pt idx="194">
                  <c:v>0.99254615164</c:v>
                </c:pt>
                <c:pt idx="195">
                  <c:v>0.99144486137</c:v>
                </c:pt>
                <c:pt idx="196">
                  <c:v>0.99026806874</c:v>
                </c:pt>
                <c:pt idx="197">
                  <c:v>0.98901586336</c:v>
                </c:pt>
                <c:pt idx="198">
                  <c:v>0.9876883406</c:v>
                </c:pt>
                <c:pt idx="199">
                  <c:v>0.98628560154</c:v>
                </c:pt>
                <c:pt idx="200">
                  <c:v>0.98480775301</c:v>
                </c:pt>
                <c:pt idx="201">
                  <c:v>0.98325490756</c:v>
                </c:pt>
                <c:pt idx="202">
                  <c:v>0.98162718345</c:v>
                </c:pt>
                <c:pt idx="203">
                  <c:v>0.97992470462</c:v>
                </c:pt>
                <c:pt idx="204">
                  <c:v>0.97814760073</c:v>
                </c:pt>
                <c:pt idx="205">
                  <c:v>0.97629600712</c:v>
                </c:pt>
                <c:pt idx="206">
                  <c:v>0.97437006479</c:v>
                </c:pt>
                <c:pt idx="207">
                  <c:v>0.9723699204</c:v>
                </c:pt>
                <c:pt idx="208">
                  <c:v>0.97029572628</c:v>
                </c:pt>
                <c:pt idx="209">
                  <c:v>0.96814764038</c:v>
                </c:pt>
                <c:pt idx="210">
                  <c:v>0.96592582629</c:v>
                </c:pt>
                <c:pt idx="211">
                  <c:v>0.96363045321</c:v>
                </c:pt>
                <c:pt idx="212">
                  <c:v>0.96126169594</c:v>
                </c:pt>
                <c:pt idx="213">
                  <c:v>0.95881973487</c:v>
                </c:pt>
                <c:pt idx="214">
                  <c:v>0.95630475596</c:v>
                </c:pt>
                <c:pt idx="215">
                  <c:v>0.95371695075</c:v>
                </c:pt>
                <c:pt idx="216">
                  <c:v>0.9510565163</c:v>
                </c:pt>
                <c:pt idx="217">
                  <c:v>0.94832365521</c:v>
                </c:pt>
                <c:pt idx="218">
                  <c:v>0.9455185756</c:v>
                </c:pt>
                <c:pt idx="219">
                  <c:v>0.94264149109</c:v>
                </c:pt>
                <c:pt idx="220">
                  <c:v>0.93969262079</c:v>
                </c:pt>
                <c:pt idx="221">
                  <c:v>0.93667218925</c:v>
                </c:pt>
                <c:pt idx="222">
                  <c:v>0.9335804265</c:v>
                </c:pt>
                <c:pt idx="223">
                  <c:v>0.93041756798</c:v>
                </c:pt>
                <c:pt idx="224">
                  <c:v>0.92718385457</c:v>
                </c:pt>
                <c:pt idx="225">
                  <c:v>0.92387953251</c:v>
                </c:pt>
                <c:pt idx="226">
                  <c:v>0.92050485345</c:v>
                </c:pt>
                <c:pt idx="227">
                  <c:v>0.91706007439</c:v>
                </c:pt>
                <c:pt idx="228">
                  <c:v>0.91354545764</c:v>
                </c:pt>
                <c:pt idx="229">
                  <c:v>0.90996127088</c:v>
                </c:pt>
                <c:pt idx="230">
                  <c:v>0.90630778704</c:v>
                </c:pt>
                <c:pt idx="231">
                  <c:v>0.90258528435</c:v>
                </c:pt>
                <c:pt idx="232">
                  <c:v>0.8987940463</c:v>
                </c:pt>
                <c:pt idx="233">
                  <c:v>0.8949343616</c:v>
                </c:pt>
                <c:pt idx="234">
                  <c:v>0.89100652419</c:v>
                </c:pt>
                <c:pt idx="235">
                  <c:v>0.88701083318</c:v>
                </c:pt>
                <c:pt idx="236">
                  <c:v>0.88294759286</c:v>
                </c:pt>
                <c:pt idx="237">
                  <c:v>0.87881711266</c:v>
                </c:pt>
                <c:pt idx="238">
                  <c:v>0.87461970714</c:v>
                </c:pt>
                <c:pt idx="239">
                  <c:v>0.87035569594</c:v>
                </c:pt>
                <c:pt idx="240">
                  <c:v>0.86602540378</c:v>
                </c:pt>
                <c:pt idx="241">
                  <c:v>0.86162916044</c:v>
                </c:pt>
                <c:pt idx="242">
                  <c:v>0.8571673007</c:v>
                </c:pt>
                <c:pt idx="243">
                  <c:v>0.85264016435</c:v>
                </c:pt>
                <c:pt idx="244">
                  <c:v>0.84804809616</c:v>
                </c:pt>
                <c:pt idx="245">
                  <c:v>0.84339144581</c:v>
                </c:pt>
                <c:pt idx="246">
                  <c:v>0.83867056795</c:v>
                </c:pt>
                <c:pt idx="247">
                  <c:v>0.83388582207</c:v>
                </c:pt>
                <c:pt idx="248">
                  <c:v>0.82903757256</c:v>
                </c:pt>
                <c:pt idx="249">
                  <c:v>0.82412618862</c:v>
                </c:pt>
                <c:pt idx="250">
                  <c:v>0.81915204429</c:v>
                </c:pt>
                <c:pt idx="251">
                  <c:v>0.81411551836</c:v>
                </c:pt>
                <c:pt idx="252">
                  <c:v>0.80901699437</c:v>
                </c:pt>
                <c:pt idx="253">
                  <c:v>0.80385686062</c:v>
                </c:pt>
                <c:pt idx="254">
                  <c:v>0.79863551005</c:v>
                </c:pt>
                <c:pt idx="255">
                  <c:v>0.79335334029</c:v>
                </c:pt>
                <c:pt idx="256">
                  <c:v>0.78801075361</c:v>
                </c:pt>
                <c:pt idx="257">
                  <c:v>0.78260815685</c:v>
                </c:pt>
                <c:pt idx="258">
                  <c:v>0.77714596146</c:v>
                </c:pt>
                <c:pt idx="259">
                  <c:v>0.77162458339</c:v>
                </c:pt>
                <c:pt idx="260">
                  <c:v>0.76604444312</c:v>
                </c:pt>
                <c:pt idx="261">
                  <c:v>0.7604059656</c:v>
                </c:pt>
                <c:pt idx="262">
                  <c:v>0.75470958022</c:v>
                </c:pt>
                <c:pt idx="263">
                  <c:v>0.74895572079</c:v>
                </c:pt>
                <c:pt idx="264">
                  <c:v>0.74314482548</c:v>
                </c:pt>
                <c:pt idx="265">
                  <c:v>0.73727733681</c:v>
                </c:pt>
                <c:pt idx="266">
                  <c:v>0.73135370162</c:v>
                </c:pt>
                <c:pt idx="267">
                  <c:v>0.72537437101</c:v>
                </c:pt>
                <c:pt idx="268">
                  <c:v>0.71933980034</c:v>
                </c:pt>
                <c:pt idx="269">
                  <c:v>0.71325044915</c:v>
                </c:pt>
                <c:pt idx="270">
                  <c:v>0.70710678119</c:v>
                </c:pt>
                <c:pt idx="271">
                  <c:v>0.7009092643</c:v>
                </c:pt>
                <c:pt idx="272">
                  <c:v>0.69465837046</c:v>
                </c:pt>
                <c:pt idx="273">
                  <c:v>0.68835457569</c:v>
                </c:pt>
                <c:pt idx="274">
                  <c:v>0.68199836006</c:v>
                </c:pt>
                <c:pt idx="275">
                  <c:v>0.67559020762</c:v>
                </c:pt>
                <c:pt idx="276">
                  <c:v>0.66913060636</c:v>
                </c:pt>
                <c:pt idx="277">
                  <c:v>0.66262004822</c:v>
                </c:pt>
                <c:pt idx="278">
                  <c:v>0.65605902899</c:v>
                </c:pt>
                <c:pt idx="279">
                  <c:v>0.64944804833</c:v>
                </c:pt>
                <c:pt idx="280">
                  <c:v>0.64278760969</c:v>
                </c:pt>
                <c:pt idx="281">
                  <c:v>0.63607822028</c:v>
                </c:pt>
                <c:pt idx="282">
                  <c:v>0.62932039105</c:v>
                </c:pt>
                <c:pt idx="283">
                  <c:v>0.62251463664</c:v>
                </c:pt>
                <c:pt idx="284">
                  <c:v>0.61566147533</c:v>
                </c:pt>
                <c:pt idx="285">
                  <c:v>0.60876142901</c:v>
                </c:pt>
                <c:pt idx="286">
                  <c:v>0.60181502315</c:v>
                </c:pt>
                <c:pt idx="287">
                  <c:v>0.59482278675</c:v>
                </c:pt>
                <c:pt idx="288">
                  <c:v>0.58778525229</c:v>
                </c:pt>
                <c:pt idx="289">
                  <c:v>0.58070295571</c:v>
                </c:pt>
                <c:pt idx="290">
                  <c:v>0.57357643635</c:v>
                </c:pt>
                <c:pt idx="291">
                  <c:v>0.56640623692</c:v>
                </c:pt>
                <c:pt idx="292">
                  <c:v>0.55919290347</c:v>
                </c:pt>
                <c:pt idx="293">
                  <c:v>0.55193698531</c:v>
                </c:pt>
                <c:pt idx="294">
                  <c:v>0.54463903502</c:v>
                </c:pt>
                <c:pt idx="295">
                  <c:v>0.53729960835</c:v>
                </c:pt>
                <c:pt idx="296">
                  <c:v>0.52991926423</c:v>
                </c:pt>
                <c:pt idx="297">
                  <c:v>0.52249856472</c:v>
                </c:pt>
                <c:pt idx="298">
                  <c:v>0.51503807491</c:v>
                </c:pt>
                <c:pt idx="299">
                  <c:v>0.50753836296</c:v>
                </c:pt>
                <c:pt idx="300">
                  <c:v>0.5</c:v>
                </c:pt>
                <c:pt idx="301">
                  <c:v>0.4924235601</c:v>
                </c:pt>
                <c:pt idx="302">
                  <c:v>0.48480962025</c:v>
                </c:pt>
                <c:pt idx="303">
                  <c:v>0.47715876026</c:v>
                </c:pt>
                <c:pt idx="304">
                  <c:v>0.46947156279</c:v>
                </c:pt>
                <c:pt idx="305">
                  <c:v>0.46174861324</c:v>
                </c:pt>
                <c:pt idx="306">
                  <c:v>0.45399049974</c:v>
                </c:pt>
                <c:pt idx="307">
                  <c:v>0.44619781311</c:v>
                </c:pt>
                <c:pt idx="308">
                  <c:v>0.43837114679</c:v>
                </c:pt>
                <c:pt idx="309">
                  <c:v>0.43051109681</c:v>
                </c:pt>
                <c:pt idx="310">
                  <c:v>0.42261826174</c:v>
                </c:pt>
                <c:pt idx="311">
                  <c:v>0.41469324266</c:v>
                </c:pt>
                <c:pt idx="312">
                  <c:v>0.40673664308</c:v>
                </c:pt>
                <c:pt idx="313">
                  <c:v>0.39874906893</c:v>
                </c:pt>
                <c:pt idx="314">
                  <c:v>0.39073112849</c:v>
                </c:pt>
                <c:pt idx="315">
                  <c:v>0.38268343237</c:v>
                </c:pt>
                <c:pt idx="316">
                  <c:v>0.37460659342</c:v>
                </c:pt>
                <c:pt idx="317">
                  <c:v>0.36650122672</c:v>
                </c:pt>
                <c:pt idx="318">
                  <c:v>0.35836794955</c:v>
                </c:pt>
                <c:pt idx="319">
                  <c:v>0.35020738126</c:v>
                </c:pt>
                <c:pt idx="320">
                  <c:v>0.34202014333</c:v>
                </c:pt>
                <c:pt idx="321">
                  <c:v>0.33380685923</c:v>
                </c:pt>
                <c:pt idx="322">
                  <c:v>0.32556815446</c:v>
                </c:pt>
                <c:pt idx="323">
                  <c:v>0.31730465641</c:v>
                </c:pt>
                <c:pt idx="324">
                  <c:v>0.30901699437</c:v>
                </c:pt>
                <c:pt idx="325">
                  <c:v>0.3007057995</c:v>
                </c:pt>
                <c:pt idx="326">
                  <c:v>0.29237170472</c:v>
                </c:pt>
                <c:pt idx="327">
                  <c:v>0.2840153447</c:v>
                </c:pt>
                <c:pt idx="328">
                  <c:v>0.27563735582</c:v>
                </c:pt>
                <c:pt idx="329">
                  <c:v>0.26723837608</c:v>
                </c:pt>
                <c:pt idx="330">
                  <c:v>0.2588190451</c:v>
                </c:pt>
                <c:pt idx="331">
                  <c:v>0.25038000405</c:v>
                </c:pt>
                <c:pt idx="332">
                  <c:v>0.2419218956</c:v>
                </c:pt>
                <c:pt idx="333">
                  <c:v>0.23344536386</c:v>
                </c:pt>
                <c:pt idx="334">
                  <c:v>0.22495105434</c:v>
                </c:pt>
                <c:pt idx="335">
                  <c:v>0.21643961394</c:v>
                </c:pt>
                <c:pt idx="336">
                  <c:v>0.20791169082</c:v>
                </c:pt>
                <c:pt idx="337">
                  <c:v>0.19936793442</c:v>
                </c:pt>
                <c:pt idx="338">
                  <c:v>0.19080899538</c:v>
                </c:pt>
                <c:pt idx="339">
                  <c:v>0.18223552549</c:v>
                </c:pt>
                <c:pt idx="340">
                  <c:v>0.17364817767</c:v>
                </c:pt>
                <c:pt idx="341">
                  <c:v>0.16504760586</c:v>
                </c:pt>
                <c:pt idx="342">
                  <c:v>0.15643446504</c:v>
                </c:pt>
                <c:pt idx="343">
                  <c:v>0.14780941113</c:v>
                </c:pt>
                <c:pt idx="344">
                  <c:v>0.13917310096</c:v>
                </c:pt>
                <c:pt idx="345">
                  <c:v>0.13052619222</c:v>
                </c:pt>
                <c:pt idx="346">
                  <c:v>0.12186934341</c:v>
                </c:pt>
                <c:pt idx="347">
                  <c:v>0.11320321377</c:v>
                </c:pt>
                <c:pt idx="348">
                  <c:v>0.10452846327</c:v>
                </c:pt>
                <c:pt idx="349">
                  <c:v>0.09584575252</c:v>
                </c:pt>
                <c:pt idx="350">
                  <c:v>0.087155742748</c:v>
                </c:pt>
                <c:pt idx="351">
                  <c:v>0.078459095728</c:v>
                </c:pt>
                <c:pt idx="352">
                  <c:v>0.069756473744</c:v>
                </c:pt>
                <c:pt idx="353">
                  <c:v>0.061048539535</c:v>
                </c:pt>
                <c:pt idx="354">
                  <c:v>0.052335956243</c:v>
                </c:pt>
                <c:pt idx="355">
                  <c:v>0.043619387365</c:v>
                </c:pt>
                <c:pt idx="356">
                  <c:v>0.034899496703</c:v>
                </c:pt>
                <c:pt idx="357">
                  <c:v>0.026176948308</c:v>
                </c:pt>
                <c:pt idx="358">
                  <c:v>0.017452406437</c:v>
                </c:pt>
                <c:pt idx="359">
                  <c:v>0.0087265354984</c:v>
                </c:pt>
                <c:pt idx="360">
                  <c:v>0</c:v>
                </c:pt>
                <c:pt idx="361">
                  <c:v>-0.0087265354984</c:v>
                </c:pt>
                <c:pt idx="362">
                  <c:v>-0.017452406437</c:v>
                </c:pt>
                <c:pt idx="363">
                  <c:v>-0.026176948308</c:v>
                </c:pt>
                <c:pt idx="364">
                  <c:v>-0.034899496703</c:v>
                </c:pt>
                <c:pt idx="365">
                  <c:v>-0.043619387365</c:v>
                </c:pt>
                <c:pt idx="366">
                  <c:v>-0.052335956243</c:v>
                </c:pt>
                <c:pt idx="367">
                  <c:v>-0.061048539535</c:v>
                </c:pt>
                <c:pt idx="368">
                  <c:v>-0.069756473744</c:v>
                </c:pt>
                <c:pt idx="369">
                  <c:v>-0.078459095728</c:v>
                </c:pt>
                <c:pt idx="370">
                  <c:v>-0.087155742748</c:v>
                </c:pt>
                <c:pt idx="371">
                  <c:v>-0.09584575252</c:v>
                </c:pt>
                <c:pt idx="372">
                  <c:v>-0.10452846327</c:v>
                </c:pt>
                <c:pt idx="373">
                  <c:v>-0.11320321377</c:v>
                </c:pt>
                <c:pt idx="374">
                  <c:v>-0.12186934341</c:v>
                </c:pt>
                <c:pt idx="375">
                  <c:v>-0.13052619222</c:v>
                </c:pt>
                <c:pt idx="376">
                  <c:v>-0.13917310096</c:v>
                </c:pt>
                <c:pt idx="377">
                  <c:v>-0.14780941113</c:v>
                </c:pt>
                <c:pt idx="378">
                  <c:v>-0.15643446504</c:v>
                </c:pt>
                <c:pt idx="379">
                  <c:v>-0.16504760586</c:v>
                </c:pt>
                <c:pt idx="380">
                  <c:v>-0.17364817767</c:v>
                </c:pt>
                <c:pt idx="381">
                  <c:v>-0.18223552549</c:v>
                </c:pt>
                <c:pt idx="382">
                  <c:v>-0.19080899538</c:v>
                </c:pt>
                <c:pt idx="383">
                  <c:v>-0.19936793442</c:v>
                </c:pt>
                <c:pt idx="384">
                  <c:v>-0.20791169082</c:v>
                </c:pt>
                <c:pt idx="385">
                  <c:v>-0.21643961394</c:v>
                </c:pt>
                <c:pt idx="386">
                  <c:v>-0.22495105434</c:v>
                </c:pt>
                <c:pt idx="387">
                  <c:v>-0.23344536386</c:v>
                </c:pt>
                <c:pt idx="388">
                  <c:v>-0.2419218956</c:v>
                </c:pt>
                <c:pt idx="389">
                  <c:v>-0.25038000405</c:v>
                </c:pt>
                <c:pt idx="390">
                  <c:v>-0.2588190451</c:v>
                </c:pt>
                <c:pt idx="391">
                  <c:v>-0.26723837608</c:v>
                </c:pt>
                <c:pt idx="392">
                  <c:v>-0.27563735582</c:v>
                </c:pt>
                <c:pt idx="393">
                  <c:v>-0.2840153447</c:v>
                </c:pt>
                <c:pt idx="394">
                  <c:v>-0.29237170472</c:v>
                </c:pt>
                <c:pt idx="395">
                  <c:v>-0.3007057995</c:v>
                </c:pt>
                <c:pt idx="396">
                  <c:v>-0.30901699437</c:v>
                </c:pt>
                <c:pt idx="397">
                  <c:v>-0.31730465641</c:v>
                </c:pt>
                <c:pt idx="398">
                  <c:v>-0.32556815446</c:v>
                </c:pt>
                <c:pt idx="399">
                  <c:v>-0.33380685923</c:v>
                </c:pt>
                <c:pt idx="400">
                  <c:v>-0.34202014333</c:v>
                </c:pt>
                <c:pt idx="401">
                  <c:v>-0.35020738126</c:v>
                </c:pt>
                <c:pt idx="402">
                  <c:v>-0.35836794955</c:v>
                </c:pt>
                <c:pt idx="403">
                  <c:v>-0.36650122672</c:v>
                </c:pt>
                <c:pt idx="404">
                  <c:v>-0.37460659342</c:v>
                </c:pt>
                <c:pt idx="405">
                  <c:v>-0.38268343237</c:v>
                </c:pt>
                <c:pt idx="406">
                  <c:v>-0.39073112849</c:v>
                </c:pt>
                <c:pt idx="407">
                  <c:v>-0.39874906893</c:v>
                </c:pt>
                <c:pt idx="408">
                  <c:v>-0.40673664308</c:v>
                </c:pt>
                <c:pt idx="409">
                  <c:v>-0.41469324266</c:v>
                </c:pt>
                <c:pt idx="410">
                  <c:v>-0.42261826174</c:v>
                </c:pt>
                <c:pt idx="411">
                  <c:v>-0.43051109681</c:v>
                </c:pt>
                <c:pt idx="412">
                  <c:v>-0.43837114679</c:v>
                </c:pt>
                <c:pt idx="413">
                  <c:v>-0.44619781311</c:v>
                </c:pt>
                <c:pt idx="414">
                  <c:v>-0.45399049974</c:v>
                </c:pt>
                <c:pt idx="415">
                  <c:v>-0.46174861324</c:v>
                </c:pt>
                <c:pt idx="416">
                  <c:v>-0.46947156279</c:v>
                </c:pt>
                <c:pt idx="417">
                  <c:v>-0.47715876026</c:v>
                </c:pt>
                <c:pt idx="418">
                  <c:v>-0.48480962025</c:v>
                </c:pt>
                <c:pt idx="419">
                  <c:v>-0.4924235601</c:v>
                </c:pt>
                <c:pt idx="420">
                  <c:v>-0.5</c:v>
                </c:pt>
                <c:pt idx="421">
                  <c:v>-0.50753836296</c:v>
                </c:pt>
                <c:pt idx="422">
                  <c:v>-0.51503807491</c:v>
                </c:pt>
                <c:pt idx="423">
                  <c:v>-0.52249856472</c:v>
                </c:pt>
                <c:pt idx="424">
                  <c:v>-0.52991926423</c:v>
                </c:pt>
                <c:pt idx="425">
                  <c:v>-0.53729960835</c:v>
                </c:pt>
                <c:pt idx="426">
                  <c:v>-0.54463903502</c:v>
                </c:pt>
                <c:pt idx="427">
                  <c:v>-0.55193698531</c:v>
                </c:pt>
                <c:pt idx="428">
                  <c:v>-0.55919290347</c:v>
                </c:pt>
                <c:pt idx="429">
                  <c:v>-0.56640623692</c:v>
                </c:pt>
                <c:pt idx="430">
                  <c:v>-0.57357643635</c:v>
                </c:pt>
                <c:pt idx="431">
                  <c:v>-0.58070295571</c:v>
                </c:pt>
                <c:pt idx="432">
                  <c:v>-0.58778525229</c:v>
                </c:pt>
                <c:pt idx="433">
                  <c:v>-0.59482278675</c:v>
                </c:pt>
                <c:pt idx="434">
                  <c:v>-0.60181502315</c:v>
                </c:pt>
                <c:pt idx="435">
                  <c:v>-0.60876142901</c:v>
                </c:pt>
                <c:pt idx="436">
                  <c:v>-0.61566147533</c:v>
                </c:pt>
                <c:pt idx="437">
                  <c:v>-0.62251463664</c:v>
                </c:pt>
                <c:pt idx="438">
                  <c:v>-0.62932039105</c:v>
                </c:pt>
                <c:pt idx="439">
                  <c:v>-0.63607822028</c:v>
                </c:pt>
                <c:pt idx="440">
                  <c:v>-0.64278760969</c:v>
                </c:pt>
                <c:pt idx="441">
                  <c:v>-0.64944804833</c:v>
                </c:pt>
                <c:pt idx="442">
                  <c:v>-0.65605902899</c:v>
                </c:pt>
                <c:pt idx="443">
                  <c:v>-0.66262004822</c:v>
                </c:pt>
                <c:pt idx="444">
                  <c:v>-0.66913060636</c:v>
                </c:pt>
                <c:pt idx="445">
                  <c:v>-0.67559020762</c:v>
                </c:pt>
                <c:pt idx="446">
                  <c:v>-0.68199836006</c:v>
                </c:pt>
                <c:pt idx="447">
                  <c:v>-0.68835457569</c:v>
                </c:pt>
                <c:pt idx="448">
                  <c:v>-0.69465837046</c:v>
                </c:pt>
                <c:pt idx="449">
                  <c:v>-0.7009092643</c:v>
                </c:pt>
                <c:pt idx="450">
                  <c:v>-0.70710678119</c:v>
                </c:pt>
                <c:pt idx="451">
                  <c:v>-0.71325044915</c:v>
                </c:pt>
                <c:pt idx="452">
                  <c:v>-0.71933980034</c:v>
                </c:pt>
                <c:pt idx="453">
                  <c:v>-0.72537437101</c:v>
                </c:pt>
                <c:pt idx="454">
                  <c:v>-0.73135370162</c:v>
                </c:pt>
                <c:pt idx="455">
                  <c:v>-0.73727733681</c:v>
                </c:pt>
                <c:pt idx="456">
                  <c:v>-0.74314482548</c:v>
                </c:pt>
                <c:pt idx="457">
                  <c:v>-0.74895572079</c:v>
                </c:pt>
                <c:pt idx="458">
                  <c:v>-0.75470958022</c:v>
                </c:pt>
                <c:pt idx="459">
                  <c:v>-0.7604059656</c:v>
                </c:pt>
                <c:pt idx="460">
                  <c:v>-0.76604444312</c:v>
                </c:pt>
                <c:pt idx="461">
                  <c:v>-0.77162458339</c:v>
                </c:pt>
                <c:pt idx="462">
                  <c:v>-0.77714596146</c:v>
                </c:pt>
                <c:pt idx="463">
                  <c:v>-0.78260815685</c:v>
                </c:pt>
                <c:pt idx="464">
                  <c:v>-0.78801075361</c:v>
                </c:pt>
                <c:pt idx="465">
                  <c:v>-0.79335334029</c:v>
                </c:pt>
                <c:pt idx="466">
                  <c:v>-0.79863551005</c:v>
                </c:pt>
                <c:pt idx="467">
                  <c:v>-0.80385686062</c:v>
                </c:pt>
                <c:pt idx="468">
                  <c:v>-0.80901699437</c:v>
                </c:pt>
                <c:pt idx="469">
                  <c:v>-0.81411551836</c:v>
                </c:pt>
                <c:pt idx="470">
                  <c:v>-0.81915204429</c:v>
                </c:pt>
                <c:pt idx="471">
                  <c:v>-0.82412618862</c:v>
                </c:pt>
                <c:pt idx="472">
                  <c:v>-0.82903757256</c:v>
                </c:pt>
                <c:pt idx="473">
                  <c:v>-0.83388582207</c:v>
                </c:pt>
                <c:pt idx="474">
                  <c:v>-0.83867056795</c:v>
                </c:pt>
                <c:pt idx="475">
                  <c:v>-0.84339144581</c:v>
                </c:pt>
                <c:pt idx="476">
                  <c:v>-0.84804809616</c:v>
                </c:pt>
                <c:pt idx="477">
                  <c:v>-0.85264016435</c:v>
                </c:pt>
                <c:pt idx="478">
                  <c:v>-0.8571673007</c:v>
                </c:pt>
                <c:pt idx="479">
                  <c:v>-0.86162916044</c:v>
                </c:pt>
                <c:pt idx="480">
                  <c:v>-0.86602540378</c:v>
                </c:pt>
                <c:pt idx="481">
                  <c:v>-0.87035569594</c:v>
                </c:pt>
                <c:pt idx="482">
                  <c:v>-0.87461970714</c:v>
                </c:pt>
                <c:pt idx="483">
                  <c:v>-0.87881711266</c:v>
                </c:pt>
                <c:pt idx="484">
                  <c:v>-0.88294759286</c:v>
                </c:pt>
                <c:pt idx="485">
                  <c:v>-0.88701083318</c:v>
                </c:pt>
                <c:pt idx="486">
                  <c:v>-0.89100652419</c:v>
                </c:pt>
                <c:pt idx="487">
                  <c:v>-0.8949343616</c:v>
                </c:pt>
                <c:pt idx="488">
                  <c:v>-0.8987940463</c:v>
                </c:pt>
                <c:pt idx="489">
                  <c:v>-0.90258528435</c:v>
                </c:pt>
                <c:pt idx="490">
                  <c:v>-0.90630778704</c:v>
                </c:pt>
                <c:pt idx="491">
                  <c:v>-0.90996127088</c:v>
                </c:pt>
                <c:pt idx="492">
                  <c:v>-0.91354545764</c:v>
                </c:pt>
                <c:pt idx="493">
                  <c:v>-0.91706007439</c:v>
                </c:pt>
                <c:pt idx="494">
                  <c:v>-0.92050485345</c:v>
                </c:pt>
                <c:pt idx="495">
                  <c:v>-0.92387953251</c:v>
                </c:pt>
                <c:pt idx="496">
                  <c:v>-0.92718385457</c:v>
                </c:pt>
                <c:pt idx="497">
                  <c:v>-0.93041756798</c:v>
                </c:pt>
                <c:pt idx="498">
                  <c:v>-0.9335804265</c:v>
                </c:pt>
                <c:pt idx="499">
                  <c:v>-0.93667218925</c:v>
                </c:pt>
                <c:pt idx="500">
                  <c:v>-0.93969262079</c:v>
                </c:pt>
                <c:pt idx="501">
                  <c:v>-0.94264149109</c:v>
                </c:pt>
                <c:pt idx="502">
                  <c:v>-0.9455185756</c:v>
                </c:pt>
                <c:pt idx="503">
                  <c:v>-0.94832365521</c:v>
                </c:pt>
                <c:pt idx="504">
                  <c:v>-0.9510565163</c:v>
                </c:pt>
                <c:pt idx="505">
                  <c:v>-0.95371695075</c:v>
                </c:pt>
                <c:pt idx="506">
                  <c:v>-0.95630475596</c:v>
                </c:pt>
                <c:pt idx="507">
                  <c:v>-0.95881973487</c:v>
                </c:pt>
                <c:pt idx="508">
                  <c:v>-0.96126169594</c:v>
                </c:pt>
                <c:pt idx="509">
                  <c:v>-0.96363045321</c:v>
                </c:pt>
                <c:pt idx="510">
                  <c:v>-0.96592582629</c:v>
                </c:pt>
                <c:pt idx="511">
                  <c:v>-0.96814764038</c:v>
                </c:pt>
                <c:pt idx="512">
                  <c:v>-0.97029572628</c:v>
                </c:pt>
                <c:pt idx="513">
                  <c:v>-0.9723699204</c:v>
                </c:pt>
                <c:pt idx="514">
                  <c:v>-0.97437006479</c:v>
                </c:pt>
                <c:pt idx="515">
                  <c:v>-0.97629600712</c:v>
                </c:pt>
                <c:pt idx="516">
                  <c:v>-0.97814760073</c:v>
                </c:pt>
                <c:pt idx="517">
                  <c:v>-0.97992470462</c:v>
                </c:pt>
                <c:pt idx="518">
                  <c:v>-0.98162718345</c:v>
                </c:pt>
                <c:pt idx="519">
                  <c:v>-0.98325490756</c:v>
                </c:pt>
                <c:pt idx="520">
                  <c:v>-0.98480775301</c:v>
                </c:pt>
                <c:pt idx="521">
                  <c:v>-0.98628560154</c:v>
                </c:pt>
                <c:pt idx="522">
                  <c:v>-0.9876883406</c:v>
                </c:pt>
                <c:pt idx="523">
                  <c:v>-0.98901586336</c:v>
                </c:pt>
                <c:pt idx="524">
                  <c:v>-0.99026806874</c:v>
                </c:pt>
                <c:pt idx="525">
                  <c:v>-0.99144486137</c:v>
                </c:pt>
                <c:pt idx="526">
                  <c:v>-0.99254615164</c:v>
                </c:pt>
                <c:pt idx="527">
                  <c:v>-0.99357185568</c:v>
                </c:pt>
                <c:pt idx="528">
                  <c:v>-0.99452189537</c:v>
                </c:pt>
                <c:pt idx="529">
                  <c:v>-0.99539619837</c:v>
                </c:pt>
                <c:pt idx="530">
                  <c:v>-0.99619469809</c:v>
                </c:pt>
                <c:pt idx="531">
                  <c:v>-0.99691733373</c:v>
                </c:pt>
                <c:pt idx="532">
                  <c:v>-0.99756405026</c:v>
                </c:pt>
                <c:pt idx="533">
                  <c:v>-0.99813479842</c:v>
                </c:pt>
                <c:pt idx="534">
                  <c:v>-0.99862953475</c:v>
                </c:pt>
                <c:pt idx="535">
                  <c:v>-0.99904822158</c:v>
                </c:pt>
                <c:pt idx="536">
                  <c:v>-0.99939082702</c:v>
                </c:pt>
                <c:pt idx="537">
                  <c:v>-0.99965732498</c:v>
                </c:pt>
                <c:pt idx="538">
                  <c:v>-0.99984769516</c:v>
                </c:pt>
                <c:pt idx="539">
                  <c:v>-0.99996192306</c:v>
                </c:pt>
                <c:pt idx="540">
                  <c:v>-1</c:v>
                </c:pt>
                <c:pt idx="541">
                  <c:v>-0.99996192306</c:v>
                </c:pt>
                <c:pt idx="542">
                  <c:v>-0.99984769516</c:v>
                </c:pt>
                <c:pt idx="543">
                  <c:v>-0.99965732498</c:v>
                </c:pt>
                <c:pt idx="544">
                  <c:v>-0.99939082702</c:v>
                </c:pt>
                <c:pt idx="545">
                  <c:v>-0.99904822158</c:v>
                </c:pt>
                <c:pt idx="546">
                  <c:v>-0.99862953475</c:v>
                </c:pt>
                <c:pt idx="547">
                  <c:v>-0.99813479842</c:v>
                </c:pt>
                <c:pt idx="548">
                  <c:v>-0.99756405026</c:v>
                </c:pt>
                <c:pt idx="549">
                  <c:v>-0.99691733373</c:v>
                </c:pt>
                <c:pt idx="550">
                  <c:v>-0.99619469809</c:v>
                </c:pt>
                <c:pt idx="551">
                  <c:v>-0.99539619837</c:v>
                </c:pt>
                <c:pt idx="552">
                  <c:v>-0.99452189537</c:v>
                </c:pt>
                <c:pt idx="553">
                  <c:v>-0.99357185568</c:v>
                </c:pt>
                <c:pt idx="554">
                  <c:v>-0.99254615164</c:v>
                </c:pt>
                <c:pt idx="555">
                  <c:v>-0.99144486137</c:v>
                </c:pt>
                <c:pt idx="556">
                  <c:v>-0.99026806874</c:v>
                </c:pt>
                <c:pt idx="557">
                  <c:v>-0.98901586336</c:v>
                </c:pt>
                <c:pt idx="558">
                  <c:v>-0.9876883406</c:v>
                </c:pt>
                <c:pt idx="559">
                  <c:v>-0.98628560154</c:v>
                </c:pt>
                <c:pt idx="560">
                  <c:v>-0.98480775301</c:v>
                </c:pt>
                <c:pt idx="561">
                  <c:v>-0.98325490756</c:v>
                </c:pt>
                <c:pt idx="562">
                  <c:v>-0.98162718345</c:v>
                </c:pt>
                <c:pt idx="563">
                  <c:v>-0.97992470462</c:v>
                </c:pt>
                <c:pt idx="564">
                  <c:v>-0.97814760073</c:v>
                </c:pt>
                <c:pt idx="565">
                  <c:v>-0.97629600712</c:v>
                </c:pt>
                <c:pt idx="566">
                  <c:v>-0.97437006479</c:v>
                </c:pt>
                <c:pt idx="567">
                  <c:v>-0.9723699204</c:v>
                </c:pt>
                <c:pt idx="568">
                  <c:v>-0.97029572628</c:v>
                </c:pt>
                <c:pt idx="569">
                  <c:v>-0.96814764038</c:v>
                </c:pt>
                <c:pt idx="570">
                  <c:v>-0.96592582629</c:v>
                </c:pt>
                <c:pt idx="571">
                  <c:v>-0.96363045321</c:v>
                </c:pt>
                <c:pt idx="572">
                  <c:v>-0.96126169594</c:v>
                </c:pt>
                <c:pt idx="573">
                  <c:v>-0.95881973487</c:v>
                </c:pt>
                <c:pt idx="574">
                  <c:v>-0.95630475596</c:v>
                </c:pt>
                <c:pt idx="575">
                  <c:v>-0.95371695075</c:v>
                </c:pt>
                <c:pt idx="576">
                  <c:v>-0.9510565163</c:v>
                </c:pt>
                <c:pt idx="577">
                  <c:v>-0.94832365521</c:v>
                </c:pt>
                <c:pt idx="578">
                  <c:v>-0.9455185756</c:v>
                </c:pt>
                <c:pt idx="579">
                  <c:v>-0.94264149109</c:v>
                </c:pt>
                <c:pt idx="580">
                  <c:v>-0.93969262079</c:v>
                </c:pt>
                <c:pt idx="581">
                  <c:v>-0.93667218925</c:v>
                </c:pt>
                <c:pt idx="582">
                  <c:v>-0.9335804265</c:v>
                </c:pt>
                <c:pt idx="583">
                  <c:v>-0.93041756798</c:v>
                </c:pt>
                <c:pt idx="584">
                  <c:v>-0.92718385457</c:v>
                </c:pt>
                <c:pt idx="585">
                  <c:v>-0.92387953251</c:v>
                </c:pt>
                <c:pt idx="586">
                  <c:v>-0.92050485345</c:v>
                </c:pt>
                <c:pt idx="587">
                  <c:v>-0.91706007439</c:v>
                </c:pt>
                <c:pt idx="588">
                  <c:v>-0.91354545764</c:v>
                </c:pt>
                <c:pt idx="589">
                  <c:v>-0.90996127088</c:v>
                </c:pt>
                <c:pt idx="590">
                  <c:v>-0.90630778704</c:v>
                </c:pt>
                <c:pt idx="591">
                  <c:v>-0.90258528435</c:v>
                </c:pt>
                <c:pt idx="592">
                  <c:v>-0.8987940463</c:v>
                </c:pt>
                <c:pt idx="593">
                  <c:v>-0.8949343616</c:v>
                </c:pt>
                <c:pt idx="594">
                  <c:v>-0.89100652419</c:v>
                </c:pt>
                <c:pt idx="595">
                  <c:v>-0.88701083318</c:v>
                </c:pt>
                <c:pt idx="596">
                  <c:v>-0.88294759286</c:v>
                </c:pt>
                <c:pt idx="597">
                  <c:v>-0.87881711266</c:v>
                </c:pt>
                <c:pt idx="598">
                  <c:v>-0.87461970714</c:v>
                </c:pt>
                <c:pt idx="599">
                  <c:v>-0.87035569594</c:v>
                </c:pt>
                <c:pt idx="600">
                  <c:v>-0.86602540378</c:v>
                </c:pt>
                <c:pt idx="601">
                  <c:v>-0.86162916044</c:v>
                </c:pt>
                <c:pt idx="602">
                  <c:v>-0.8571673007</c:v>
                </c:pt>
                <c:pt idx="603">
                  <c:v>-0.85264016435</c:v>
                </c:pt>
                <c:pt idx="604">
                  <c:v>-0.84804809616</c:v>
                </c:pt>
                <c:pt idx="605">
                  <c:v>-0.84339144581</c:v>
                </c:pt>
                <c:pt idx="606">
                  <c:v>-0.83867056795</c:v>
                </c:pt>
                <c:pt idx="607">
                  <c:v>-0.83388582207</c:v>
                </c:pt>
                <c:pt idx="608">
                  <c:v>-0.82903757256</c:v>
                </c:pt>
                <c:pt idx="609">
                  <c:v>-0.82412618862</c:v>
                </c:pt>
                <c:pt idx="610">
                  <c:v>-0.81915204429</c:v>
                </c:pt>
                <c:pt idx="611">
                  <c:v>-0.81411551836</c:v>
                </c:pt>
                <c:pt idx="612">
                  <c:v>-0.80901699437</c:v>
                </c:pt>
                <c:pt idx="613">
                  <c:v>-0.80385686062</c:v>
                </c:pt>
                <c:pt idx="614">
                  <c:v>-0.79863551005</c:v>
                </c:pt>
                <c:pt idx="615">
                  <c:v>-0.79335334029</c:v>
                </c:pt>
                <c:pt idx="616">
                  <c:v>-0.78801075361</c:v>
                </c:pt>
                <c:pt idx="617">
                  <c:v>-0.78260815685</c:v>
                </c:pt>
                <c:pt idx="618">
                  <c:v>-0.77714596146</c:v>
                </c:pt>
                <c:pt idx="619">
                  <c:v>-0.77162458339</c:v>
                </c:pt>
                <c:pt idx="620">
                  <c:v>-0.76604444312</c:v>
                </c:pt>
                <c:pt idx="621">
                  <c:v>-0.7604059656</c:v>
                </c:pt>
                <c:pt idx="622">
                  <c:v>-0.75470958022</c:v>
                </c:pt>
                <c:pt idx="623">
                  <c:v>-0.74895572079</c:v>
                </c:pt>
                <c:pt idx="624">
                  <c:v>-0.74314482548</c:v>
                </c:pt>
                <c:pt idx="625">
                  <c:v>-0.73727733681</c:v>
                </c:pt>
                <c:pt idx="626">
                  <c:v>-0.73135370162</c:v>
                </c:pt>
                <c:pt idx="627">
                  <c:v>-0.72537437101</c:v>
                </c:pt>
                <c:pt idx="628">
                  <c:v>-0.71933980034</c:v>
                </c:pt>
                <c:pt idx="629">
                  <c:v>-0.71325044915</c:v>
                </c:pt>
                <c:pt idx="630">
                  <c:v>-0.70710678119</c:v>
                </c:pt>
                <c:pt idx="631">
                  <c:v>-0.7009092643</c:v>
                </c:pt>
                <c:pt idx="632">
                  <c:v>-0.69465837046</c:v>
                </c:pt>
                <c:pt idx="633">
                  <c:v>-0.68835457569</c:v>
                </c:pt>
                <c:pt idx="634">
                  <c:v>-0.68199836006</c:v>
                </c:pt>
                <c:pt idx="635">
                  <c:v>-0.67559020762</c:v>
                </c:pt>
                <c:pt idx="636">
                  <c:v>-0.66913060636</c:v>
                </c:pt>
                <c:pt idx="637">
                  <c:v>-0.66262004822</c:v>
                </c:pt>
                <c:pt idx="638">
                  <c:v>-0.65605902899</c:v>
                </c:pt>
                <c:pt idx="639">
                  <c:v>-0.64944804833</c:v>
                </c:pt>
                <c:pt idx="640">
                  <c:v>-0.64278760969</c:v>
                </c:pt>
                <c:pt idx="641">
                  <c:v>-0.63607822028</c:v>
                </c:pt>
                <c:pt idx="642">
                  <c:v>-0.62932039105</c:v>
                </c:pt>
                <c:pt idx="643">
                  <c:v>-0.62251463664</c:v>
                </c:pt>
                <c:pt idx="644">
                  <c:v>-0.61566147533</c:v>
                </c:pt>
                <c:pt idx="645">
                  <c:v>-0.60876142901</c:v>
                </c:pt>
                <c:pt idx="646">
                  <c:v>-0.60181502315</c:v>
                </c:pt>
                <c:pt idx="647">
                  <c:v>-0.59482278675</c:v>
                </c:pt>
                <c:pt idx="648">
                  <c:v>-0.58778525229</c:v>
                </c:pt>
                <c:pt idx="649">
                  <c:v>-0.58070295571</c:v>
                </c:pt>
                <c:pt idx="650">
                  <c:v>-0.57357643635</c:v>
                </c:pt>
                <c:pt idx="651">
                  <c:v>-0.56640623692</c:v>
                </c:pt>
                <c:pt idx="652">
                  <c:v>-0.55919290347</c:v>
                </c:pt>
                <c:pt idx="653">
                  <c:v>-0.55193698531</c:v>
                </c:pt>
                <c:pt idx="654">
                  <c:v>-0.54463903502</c:v>
                </c:pt>
                <c:pt idx="655">
                  <c:v>-0.53729960835</c:v>
                </c:pt>
                <c:pt idx="656">
                  <c:v>-0.52991926423</c:v>
                </c:pt>
                <c:pt idx="657">
                  <c:v>-0.52249856472</c:v>
                </c:pt>
                <c:pt idx="658">
                  <c:v>-0.51503807491</c:v>
                </c:pt>
                <c:pt idx="659">
                  <c:v>-0.50753836296</c:v>
                </c:pt>
                <c:pt idx="660">
                  <c:v>-0.5</c:v>
                </c:pt>
                <c:pt idx="661">
                  <c:v>-0.4924235601</c:v>
                </c:pt>
                <c:pt idx="662">
                  <c:v>-0.48480962025</c:v>
                </c:pt>
                <c:pt idx="663">
                  <c:v>-0.47715876026</c:v>
                </c:pt>
                <c:pt idx="664">
                  <c:v>-0.46947156279</c:v>
                </c:pt>
                <c:pt idx="665">
                  <c:v>-0.46174861324</c:v>
                </c:pt>
                <c:pt idx="666">
                  <c:v>-0.45399049974</c:v>
                </c:pt>
                <c:pt idx="667">
                  <c:v>-0.44619781311</c:v>
                </c:pt>
                <c:pt idx="668">
                  <c:v>-0.43837114679</c:v>
                </c:pt>
                <c:pt idx="669">
                  <c:v>-0.43051109681</c:v>
                </c:pt>
                <c:pt idx="670">
                  <c:v>-0.42261826174</c:v>
                </c:pt>
                <c:pt idx="671">
                  <c:v>-0.41469324266</c:v>
                </c:pt>
                <c:pt idx="672">
                  <c:v>-0.40673664308</c:v>
                </c:pt>
                <c:pt idx="673">
                  <c:v>-0.39874906893</c:v>
                </c:pt>
                <c:pt idx="674">
                  <c:v>-0.39073112849</c:v>
                </c:pt>
                <c:pt idx="675">
                  <c:v>-0.38268343237</c:v>
                </c:pt>
                <c:pt idx="676">
                  <c:v>-0.37460659342</c:v>
                </c:pt>
                <c:pt idx="677">
                  <c:v>-0.36650122672</c:v>
                </c:pt>
                <c:pt idx="678">
                  <c:v>-0.35836794955</c:v>
                </c:pt>
                <c:pt idx="679">
                  <c:v>-0.35020738126</c:v>
                </c:pt>
                <c:pt idx="680">
                  <c:v>-0.34202014333</c:v>
                </c:pt>
                <c:pt idx="681">
                  <c:v>-0.33380685923</c:v>
                </c:pt>
                <c:pt idx="682">
                  <c:v>-0.32556815446</c:v>
                </c:pt>
                <c:pt idx="683">
                  <c:v>-0.31730465641</c:v>
                </c:pt>
                <c:pt idx="684">
                  <c:v>-0.30901699437</c:v>
                </c:pt>
                <c:pt idx="685">
                  <c:v>-0.3007057995</c:v>
                </c:pt>
                <c:pt idx="686">
                  <c:v>-0.29237170472</c:v>
                </c:pt>
                <c:pt idx="687">
                  <c:v>-0.2840153447</c:v>
                </c:pt>
                <c:pt idx="688">
                  <c:v>-0.27563735582</c:v>
                </c:pt>
                <c:pt idx="689">
                  <c:v>-0.26723837608</c:v>
                </c:pt>
                <c:pt idx="690">
                  <c:v>-0.2588190451</c:v>
                </c:pt>
                <c:pt idx="691">
                  <c:v>-0.25038000405</c:v>
                </c:pt>
                <c:pt idx="692">
                  <c:v>-0.2419218956</c:v>
                </c:pt>
                <c:pt idx="693">
                  <c:v>-0.23344536386</c:v>
                </c:pt>
                <c:pt idx="694">
                  <c:v>-0.22495105434</c:v>
                </c:pt>
                <c:pt idx="695">
                  <c:v>-0.21643961394</c:v>
                </c:pt>
                <c:pt idx="696">
                  <c:v>-0.20791169082</c:v>
                </c:pt>
                <c:pt idx="697">
                  <c:v>-0.19936793442</c:v>
                </c:pt>
                <c:pt idx="698">
                  <c:v>-0.19080899538</c:v>
                </c:pt>
                <c:pt idx="699">
                  <c:v>-0.18223552549</c:v>
                </c:pt>
                <c:pt idx="700">
                  <c:v>-0.17364817767</c:v>
                </c:pt>
                <c:pt idx="701">
                  <c:v>-0.16504760586</c:v>
                </c:pt>
                <c:pt idx="702">
                  <c:v>-0.15643446504</c:v>
                </c:pt>
                <c:pt idx="703">
                  <c:v>-0.14780941113</c:v>
                </c:pt>
                <c:pt idx="704">
                  <c:v>-0.13917310096</c:v>
                </c:pt>
                <c:pt idx="705">
                  <c:v>-0.13052619222</c:v>
                </c:pt>
                <c:pt idx="706">
                  <c:v>-0.12186934341</c:v>
                </c:pt>
                <c:pt idx="707">
                  <c:v>-0.11320321377</c:v>
                </c:pt>
                <c:pt idx="708">
                  <c:v>-0.10452846327</c:v>
                </c:pt>
                <c:pt idx="709">
                  <c:v>-0.09584575252</c:v>
                </c:pt>
                <c:pt idx="710">
                  <c:v>-0.087155742748</c:v>
                </c:pt>
                <c:pt idx="711">
                  <c:v>-0.078459095728</c:v>
                </c:pt>
                <c:pt idx="712">
                  <c:v>-0.069756473744</c:v>
                </c:pt>
                <c:pt idx="713">
                  <c:v>-0.061048539535</c:v>
                </c:pt>
                <c:pt idx="714">
                  <c:v>-0.052335956243</c:v>
                </c:pt>
                <c:pt idx="715">
                  <c:v>-0.043619387365</c:v>
                </c:pt>
                <c:pt idx="716">
                  <c:v>-0.034899496703</c:v>
                </c:pt>
                <c:pt idx="717">
                  <c:v>-0.026176948308</c:v>
                </c:pt>
                <c:pt idx="718">
                  <c:v>-0.017452406437</c:v>
                </c:pt>
                <c:pt idx="719">
                  <c:v>-0.0087265354984</c:v>
                </c:pt>
                <c:pt idx="72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1.65"/>
          <c:min val="-1.65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補償前</c:v>
          </c:tx>
          <c:spPr>
            <a:ln xmlns:a="http://schemas.openxmlformats.org/drawingml/2006/main" w="28575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Data'!$A$2:$A$722</c:f>
              <c:numCache>
                <c:formatCode>General</c:formatCode>
                <c:ptCount val="721"/>
                <c:pt idx="0">
                  <c:v>1</c:v>
                </c:pt>
                <c:pt idx="1">
                  <c:v>0.99996192306</c:v>
                </c:pt>
                <c:pt idx="2">
                  <c:v>0.99984769516</c:v>
                </c:pt>
                <c:pt idx="3">
                  <c:v>0.99965732498</c:v>
                </c:pt>
                <c:pt idx="4">
                  <c:v>0.99939082702</c:v>
                </c:pt>
                <c:pt idx="5">
                  <c:v>0.99904822158</c:v>
                </c:pt>
                <c:pt idx="6">
                  <c:v>0.99862953475</c:v>
                </c:pt>
                <c:pt idx="7">
                  <c:v>0.99813479842</c:v>
                </c:pt>
                <c:pt idx="8">
                  <c:v>0.99756405026</c:v>
                </c:pt>
                <c:pt idx="9">
                  <c:v>0.99691733373</c:v>
                </c:pt>
                <c:pt idx="10">
                  <c:v>0.99619469809</c:v>
                </c:pt>
                <c:pt idx="11">
                  <c:v>0.99539619837</c:v>
                </c:pt>
                <c:pt idx="12">
                  <c:v>0.99452189537</c:v>
                </c:pt>
                <c:pt idx="13">
                  <c:v>0.99357185568</c:v>
                </c:pt>
                <c:pt idx="14">
                  <c:v>0.99254615164</c:v>
                </c:pt>
                <c:pt idx="15">
                  <c:v>0.99144486137</c:v>
                </c:pt>
                <c:pt idx="16">
                  <c:v>0.99026806874</c:v>
                </c:pt>
                <c:pt idx="17">
                  <c:v>0.98901586336</c:v>
                </c:pt>
                <c:pt idx="18">
                  <c:v>0.9876883406</c:v>
                </c:pt>
                <c:pt idx="19">
                  <c:v>0.98628560154</c:v>
                </c:pt>
                <c:pt idx="20">
                  <c:v>0.98480775301</c:v>
                </c:pt>
                <c:pt idx="21">
                  <c:v>0.98325490756</c:v>
                </c:pt>
                <c:pt idx="22">
                  <c:v>0.98162718345</c:v>
                </c:pt>
                <c:pt idx="23">
                  <c:v>0.97992470462</c:v>
                </c:pt>
                <c:pt idx="24">
                  <c:v>0.97814760073</c:v>
                </c:pt>
                <c:pt idx="25">
                  <c:v>0.97629600712</c:v>
                </c:pt>
                <c:pt idx="26">
                  <c:v>0.97437006479</c:v>
                </c:pt>
                <c:pt idx="27">
                  <c:v>0.9723699204</c:v>
                </c:pt>
                <c:pt idx="28">
                  <c:v>0.97029572628</c:v>
                </c:pt>
                <c:pt idx="29">
                  <c:v>0.96814764038</c:v>
                </c:pt>
                <c:pt idx="30">
                  <c:v>0.96592582629</c:v>
                </c:pt>
                <c:pt idx="31">
                  <c:v>0.96363045321</c:v>
                </c:pt>
                <c:pt idx="32">
                  <c:v>0.96126169594</c:v>
                </c:pt>
                <c:pt idx="33">
                  <c:v>0.95881973487</c:v>
                </c:pt>
                <c:pt idx="34">
                  <c:v>0.95630475596</c:v>
                </c:pt>
                <c:pt idx="35">
                  <c:v>0.95371695075</c:v>
                </c:pt>
                <c:pt idx="36">
                  <c:v>0.9510565163</c:v>
                </c:pt>
                <c:pt idx="37">
                  <c:v>0.94832365521</c:v>
                </c:pt>
                <c:pt idx="38">
                  <c:v>0.9455185756</c:v>
                </c:pt>
                <c:pt idx="39">
                  <c:v>0.94264149109</c:v>
                </c:pt>
                <c:pt idx="40">
                  <c:v>0.93969262079</c:v>
                </c:pt>
                <c:pt idx="41">
                  <c:v>0.93667218925</c:v>
                </c:pt>
                <c:pt idx="42">
                  <c:v>0.9335804265</c:v>
                </c:pt>
                <c:pt idx="43">
                  <c:v>0.93041756798</c:v>
                </c:pt>
                <c:pt idx="44">
                  <c:v>0.92718385457</c:v>
                </c:pt>
                <c:pt idx="45">
                  <c:v>0.92387953251</c:v>
                </c:pt>
                <c:pt idx="46">
                  <c:v>0.92050485345</c:v>
                </c:pt>
                <c:pt idx="47">
                  <c:v>0.91706007439</c:v>
                </c:pt>
                <c:pt idx="48">
                  <c:v>0.91354545764</c:v>
                </c:pt>
                <c:pt idx="49">
                  <c:v>0.90996127088</c:v>
                </c:pt>
                <c:pt idx="50">
                  <c:v>0.90630778704</c:v>
                </c:pt>
                <c:pt idx="51">
                  <c:v>0.90258528435</c:v>
                </c:pt>
                <c:pt idx="52">
                  <c:v>0.8987940463</c:v>
                </c:pt>
                <c:pt idx="53">
                  <c:v>0.8949343616</c:v>
                </c:pt>
                <c:pt idx="54">
                  <c:v>0.89100652419</c:v>
                </c:pt>
                <c:pt idx="55">
                  <c:v>0.88701083318</c:v>
                </c:pt>
                <c:pt idx="56">
                  <c:v>0.88294759286</c:v>
                </c:pt>
                <c:pt idx="57">
                  <c:v>0.87881711266</c:v>
                </c:pt>
                <c:pt idx="58">
                  <c:v>0.87461970714</c:v>
                </c:pt>
                <c:pt idx="59">
                  <c:v>0.87035569594</c:v>
                </c:pt>
                <c:pt idx="60">
                  <c:v>0.86602540378</c:v>
                </c:pt>
                <c:pt idx="61">
                  <c:v>0.86162916044</c:v>
                </c:pt>
                <c:pt idx="62">
                  <c:v>0.8571673007</c:v>
                </c:pt>
                <c:pt idx="63">
                  <c:v>0.85264016435</c:v>
                </c:pt>
                <c:pt idx="64">
                  <c:v>0.84804809616</c:v>
                </c:pt>
                <c:pt idx="65">
                  <c:v>0.84339144581</c:v>
                </c:pt>
                <c:pt idx="66">
                  <c:v>0.83867056795</c:v>
                </c:pt>
                <c:pt idx="67">
                  <c:v>0.83388582207</c:v>
                </c:pt>
                <c:pt idx="68">
                  <c:v>0.82903757256</c:v>
                </c:pt>
                <c:pt idx="69">
                  <c:v>0.82412618862</c:v>
                </c:pt>
                <c:pt idx="70">
                  <c:v>0.81915204429</c:v>
                </c:pt>
                <c:pt idx="71">
                  <c:v>0.81411551836</c:v>
                </c:pt>
                <c:pt idx="72">
                  <c:v>0.80901699437</c:v>
                </c:pt>
                <c:pt idx="73">
                  <c:v>0.80385686062</c:v>
                </c:pt>
                <c:pt idx="74">
                  <c:v>0.79863551005</c:v>
                </c:pt>
                <c:pt idx="75">
                  <c:v>0.79335334029</c:v>
                </c:pt>
                <c:pt idx="76">
                  <c:v>0.78801075361</c:v>
                </c:pt>
                <c:pt idx="77">
                  <c:v>0.78260815685</c:v>
                </c:pt>
                <c:pt idx="78">
                  <c:v>0.77714596146</c:v>
                </c:pt>
                <c:pt idx="79">
                  <c:v>0.77162458339</c:v>
                </c:pt>
                <c:pt idx="80">
                  <c:v>0.76604444312</c:v>
                </c:pt>
                <c:pt idx="81">
                  <c:v>0.7604059656</c:v>
                </c:pt>
                <c:pt idx="82">
                  <c:v>0.75470958022</c:v>
                </c:pt>
                <c:pt idx="83">
                  <c:v>0.74895572079</c:v>
                </c:pt>
                <c:pt idx="84">
                  <c:v>0.74314482548</c:v>
                </c:pt>
                <c:pt idx="85">
                  <c:v>0.73727733681</c:v>
                </c:pt>
                <c:pt idx="86">
                  <c:v>0.73135370162</c:v>
                </c:pt>
                <c:pt idx="87">
                  <c:v>0.72537437101</c:v>
                </c:pt>
                <c:pt idx="88">
                  <c:v>0.71933980034</c:v>
                </c:pt>
                <c:pt idx="89">
                  <c:v>0.71325044915</c:v>
                </c:pt>
                <c:pt idx="90">
                  <c:v>0.70710678119</c:v>
                </c:pt>
                <c:pt idx="91">
                  <c:v>0.7009092643</c:v>
                </c:pt>
                <c:pt idx="92">
                  <c:v>0.69465837046</c:v>
                </c:pt>
                <c:pt idx="93">
                  <c:v>0.68835457569</c:v>
                </c:pt>
                <c:pt idx="94">
                  <c:v>0.68199836006</c:v>
                </c:pt>
                <c:pt idx="95">
                  <c:v>0.67559020762</c:v>
                </c:pt>
                <c:pt idx="96">
                  <c:v>0.66913060636</c:v>
                </c:pt>
                <c:pt idx="97">
                  <c:v>0.66262004822</c:v>
                </c:pt>
                <c:pt idx="98">
                  <c:v>0.65605902899</c:v>
                </c:pt>
                <c:pt idx="99">
                  <c:v>0.64944804833</c:v>
                </c:pt>
                <c:pt idx="100">
                  <c:v>0.64278760969</c:v>
                </c:pt>
                <c:pt idx="101">
                  <c:v>0.63607822028</c:v>
                </c:pt>
                <c:pt idx="102">
                  <c:v>0.62932039105</c:v>
                </c:pt>
                <c:pt idx="103">
                  <c:v>0.62251463664</c:v>
                </c:pt>
                <c:pt idx="104">
                  <c:v>0.61566147533</c:v>
                </c:pt>
                <c:pt idx="105">
                  <c:v>0.60876142901</c:v>
                </c:pt>
                <c:pt idx="106">
                  <c:v>0.60181502315</c:v>
                </c:pt>
                <c:pt idx="107">
                  <c:v>0.59482278675</c:v>
                </c:pt>
                <c:pt idx="108">
                  <c:v>0.58778525229</c:v>
                </c:pt>
                <c:pt idx="109">
                  <c:v>0.58070295571</c:v>
                </c:pt>
                <c:pt idx="110">
                  <c:v>0.57357643635</c:v>
                </c:pt>
                <c:pt idx="111">
                  <c:v>0.56640623692</c:v>
                </c:pt>
                <c:pt idx="112">
                  <c:v>0.55919290347</c:v>
                </c:pt>
                <c:pt idx="113">
                  <c:v>0.55193698531</c:v>
                </c:pt>
                <c:pt idx="114">
                  <c:v>0.54463903502</c:v>
                </c:pt>
                <c:pt idx="115">
                  <c:v>0.53729960835</c:v>
                </c:pt>
                <c:pt idx="116">
                  <c:v>0.52991926423</c:v>
                </c:pt>
                <c:pt idx="117">
                  <c:v>0.52249856472</c:v>
                </c:pt>
                <c:pt idx="118">
                  <c:v>0.51503807491</c:v>
                </c:pt>
                <c:pt idx="119">
                  <c:v>0.50753836296</c:v>
                </c:pt>
                <c:pt idx="120">
                  <c:v>0.5</c:v>
                </c:pt>
                <c:pt idx="121">
                  <c:v>0.4924235601</c:v>
                </c:pt>
                <c:pt idx="122">
                  <c:v>0.48480962025</c:v>
                </c:pt>
                <c:pt idx="123">
                  <c:v>0.47715876026</c:v>
                </c:pt>
                <c:pt idx="124">
                  <c:v>0.46947156279</c:v>
                </c:pt>
                <c:pt idx="125">
                  <c:v>0.46174861324</c:v>
                </c:pt>
                <c:pt idx="126">
                  <c:v>0.45399049974</c:v>
                </c:pt>
                <c:pt idx="127">
                  <c:v>0.44619781311</c:v>
                </c:pt>
                <c:pt idx="128">
                  <c:v>0.43837114679</c:v>
                </c:pt>
                <c:pt idx="129">
                  <c:v>0.43051109681</c:v>
                </c:pt>
                <c:pt idx="130">
                  <c:v>0.42261826174</c:v>
                </c:pt>
                <c:pt idx="131">
                  <c:v>0.41469324266</c:v>
                </c:pt>
                <c:pt idx="132">
                  <c:v>0.40673664308</c:v>
                </c:pt>
                <c:pt idx="133">
                  <c:v>0.39874906893</c:v>
                </c:pt>
                <c:pt idx="134">
                  <c:v>0.39073112849</c:v>
                </c:pt>
                <c:pt idx="135">
                  <c:v>0.38268343237</c:v>
                </c:pt>
                <c:pt idx="136">
                  <c:v>0.37460659342</c:v>
                </c:pt>
                <c:pt idx="137">
                  <c:v>0.36650122672</c:v>
                </c:pt>
                <c:pt idx="138">
                  <c:v>0.35836794955</c:v>
                </c:pt>
                <c:pt idx="139">
                  <c:v>0.35020738126</c:v>
                </c:pt>
                <c:pt idx="140">
                  <c:v>0.34202014333</c:v>
                </c:pt>
                <c:pt idx="141">
                  <c:v>0.33380685923</c:v>
                </c:pt>
                <c:pt idx="142">
                  <c:v>0.32556815446</c:v>
                </c:pt>
                <c:pt idx="143">
                  <c:v>0.31730465641</c:v>
                </c:pt>
                <c:pt idx="144">
                  <c:v>0.30901699437</c:v>
                </c:pt>
                <c:pt idx="145">
                  <c:v>0.3007057995</c:v>
                </c:pt>
                <c:pt idx="146">
                  <c:v>0.29237170472</c:v>
                </c:pt>
                <c:pt idx="147">
                  <c:v>0.2840153447</c:v>
                </c:pt>
                <c:pt idx="148">
                  <c:v>0.27563735582</c:v>
                </c:pt>
                <c:pt idx="149">
                  <c:v>0.26723837608</c:v>
                </c:pt>
                <c:pt idx="150">
                  <c:v>0.2588190451</c:v>
                </c:pt>
                <c:pt idx="151">
                  <c:v>0.25038000405</c:v>
                </c:pt>
                <c:pt idx="152">
                  <c:v>0.2419218956</c:v>
                </c:pt>
                <c:pt idx="153">
                  <c:v>0.23344536386</c:v>
                </c:pt>
                <c:pt idx="154">
                  <c:v>0.22495105434</c:v>
                </c:pt>
                <c:pt idx="155">
                  <c:v>0.21643961394</c:v>
                </c:pt>
                <c:pt idx="156">
                  <c:v>0.20791169082</c:v>
                </c:pt>
                <c:pt idx="157">
                  <c:v>0.19936793442</c:v>
                </c:pt>
                <c:pt idx="158">
                  <c:v>0.19080899538</c:v>
                </c:pt>
                <c:pt idx="159">
                  <c:v>0.18223552549</c:v>
                </c:pt>
                <c:pt idx="160">
                  <c:v>0.17364817767</c:v>
                </c:pt>
                <c:pt idx="161">
                  <c:v>0.16504760586</c:v>
                </c:pt>
                <c:pt idx="162">
                  <c:v>0.15643446504</c:v>
                </c:pt>
                <c:pt idx="163">
                  <c:v>0.14780941113</c:v>
                </c:pt>
                <c:pt idx="164">
                  <c:v>0.13917310096</c:v>
                </c:pt>
                <c:pt idx="165">
                  <c:v>0.13052619222</c:v>
                </c:pt>
                <c:pt idx="166">
                  <c:v>0.12186934341</c:v>
                </c:pt>
                <c:pt idx="167">
                  <c:v>0.11320321377</c:v>
                </c:pt>
                <c:pt idx="168">
                  <c:v>0.10452846327</c:v>
                </c:pt>
                <c:pt idx="169">
                  <c:v>0.09584575252</c:v>
                </c:pt>
                <c:pt idx="170">
                  <c:v>0.087155742748</c:v>
                </c:pt>
                <c:pt idx="171">
                  <c:v>0.078459095728</c:v>
                </c:pt>
                <c:pt idx="172">
                  <c:v>0.069756473744</c:v>
                </c:pt>
                <c:pt idx="173">
                  <c:v>0.061048539535</c:v>
                </c:pt>
                <c:pt idx="174">
                  <c:v>0.052335956243</c:v>
                </c:pt>
                <c:pt idx="175">
                  <c:v>0.043619387365</c:v>
                </c:pt>
                <c:pt idx="176">
                  <c:v>0.034899496703</c:v>
                </c:pt>
                <c:pt idx="177">
                  <c:v>0.026176948308</c:v>
                </c:pt>
                <c:pt idx="178">
                  <c:v>0.017452406437</c:v>
                </c:pt>
                <c:pt idx="179">
                  <c:v>0.0087265354984</c:v>
                </c:pt>
                <c:pt idx="180">
                  <c:v>0</c:v>
                </c:pt>
                <c:pt idx="181">
                  <c:v>-0.0087265354984</c:v>
                </c:pt>
                <c:pt idx="182">
                  <c:v>-0.017452406437</c:v>
                </c:pt>
                <c:pt idx="183">
                  <c:v>-0.026176948308</c:v>
                </c:pt>
                <c:pt idx="184">
                  <c:v>-0.034899496703</c:v>
                </c:pt>
                <c:pt idx="185">
                  <c:v>-0.043619387365</c:v>
                </c:pt>
                <c:pt idx="186">
                  <c:v>-0.052335956243</c:v>
                </c:pt>
                <c:pt idx="187">
                  <c:v>-0.061048539535</c:v>
                </c:pt>
                <c:pt idx="188">
                  <c:v>-0.069756473744</c:v>
                </c:pt>
                <c:pt idx="189">
                  <c:v>-0.078459095728</c:v>
                </c:pt>
                <c:pt idx="190">
                  <c:v>-0.087155742748</c:v>
                </c:pt>
                <c:pt idx="191">
                  <c:v>-0.09584575252</c:v>
                </c:pt>
                <c:pt idx="192">
                  <c:v>-0.10452846327</c:v>
                </c:pt>
                <c:pt idx="193">
                  <c:v>-0.11320321377</c:v>
                </c:pt>
                <c:pt idx="194">
                  <c:v>-0.12186934341</c:v>
                </c:pt>
                <c:pt idx="195">
                  <c:v>-0.13052619222</c:v>
                </c:pt>
                <c:pt idx="196">
                  <c:v>-0.13917310096</c:v>
                </c:pt>
                <c:pt idx="197">
                  <c:v>-0.14780941113</c:v>
                </c:pt>
                <c:pt idx="198">
                  <c:v>-0.15643446504</c:v>
                </c:pt>
                <c:pt idx="199">
                  <c:v>-0.16504760586</c:v>
                </c:pt>
                <c:pt idx="200">
                  <c:v>-0.17364817767</c:v>
                </c:pt>
                <c:pt idx="201">
                  <c:v>-0.18223552549</c:v>
                </c:pt>
                <c:pt idx="202">
                  <c:v>-0.19080899538</c:v>
                </c:pt>
                <c:pt idx="203">
                  <c:v>-0.19936793442</c:v>
                </c:pt>
                <c:pt idx="204">
                  <c:v>-0.20791169082</c:v>
                </c:pt>
                <c:pt idx="205">
                  <c:v>-0.21643961394</c:v>
                </c:pt>
                <c:pt idx="206">
                  <c:v>-0.22495105434</c:v>
                </c:pt>
                <c:pt idx="207">
                  <c:v>-0.23344536386</c:v>
                </c:pt>
                <c:pt idx="208">
                  <c:v>-0.2419218956</c:v>
                </c:pt>
                <c:pt idx="209">
                  <c:v>-0.25038000405</c:v>
                </c:pt>
                <c:pt idx="210">
                  <c:v>-0.2588190451</c:v>
                </c:pt>
                <c:pt idx="211">
                  <c:v>-0.26723837608</c:v>
                </c:pt>
                <c:pt idx="212">
                  <c:v>-0.27563735582</c:v>
                </c:pt>
                <c:pt idx="213">
                  <c:v>-0.2840153447</c:v>
                </c:pt>
                <c:pt idx="214">
                  <c:v>-0.29237170472</c:v>
                </c:pt>
                <c:pt idx="215">
                  <c:v>-0.3007057995</c:v>
                </c:pt>
                <c:pt idx="216">
                  <c:v>-0.30901699437</c:v>
                </c:pt>
                <c:pt idx="217">
                  <c:v>-0.31730465641</c:v>
                </c:pt>
                <c:pt idx="218">
                  <c:v>-0.32556815446</c:v>
                </c:pt>
                <c:pt idx="219">
                  <c:v>-0.33380685923</c:v>
                </c:pt>
                <c:pt idx="220">
                  <c:v>-0.34202014333</c:v>
                </c:pt>
                <c:pt idx="221">
                  <c:v>-0.35020738126</c:v>
                </c:pt>
                <c:pt idx="222">
                  <c:v>-0.35836794955</c:v>
                </c:pt>
                <c:pt idx="223">
                  <c:v>-0.36650122672</c:v>
                </c:pt>
                <c:pt idx="224">
                  <c:v>-0.37460659342</c:v>
                </c:pt>
                <c:pt idx="225">
                  <c:v>-0.38268343237</c:v>
                </c:pt>
                <c:pt idx="226">
                  <c:v>-0.39073112849</c:v>
                </c:pt>
                <c:pt idx="227">
                  <c:v>-0.39874906893</c:v>
                </c:pt>
                <c:pt idx="228">
                  <c:v>-0.40673664308</c:v>
                </c:pt>
                <c:pt idx="229">
                  <c:v>-0.41469324266</c:v>
                </c:pt>
                <c:pt idx="230">
                  <c:v>-0.42261826174</c:v>
                </c:pt>
                <c:pt idx="231">
                  <c:v>-0.43051109681</c:v>
                </c:pt>
                <c:pt idx="232">
                  <c:v>-0.43837114679</c:v>
                </c:pt>
                <c:pt idx="233">
                  <c:v>-0.44619781311</c:v>
                </c:pt>
                <c:pt idx="234">
                  <c:v>-0.45399049974</c:v>
                </c:pt>
                <c:pt idx="235">
                  <c:v>-0.46174861324</c:v>
                </c:pt>
                <c:pt idx="236">
                  <c:v>-0.46947156279</c:v>
                </c:pt>
                <c:pt idx="237">
                  <c:v>-0.47715876026</c:v>
                </c:pt>
                <c:pt idx="238">
                  <c:v>-0.48480962025</c:v>
                </c:pt>
                <c:pt idx="239">
                  <c:v>-0.4924235601</c:v>
                </c:pt>
                <c:pt idx="240">
                  <c:v>-0.5</c:v>
                </c:pt>
                <c:pt idx="241">
                  <c:v>-0.50753836296</c:v>
                </c:pt>
                <c:pt idx="242">
                  <c:v>-0.51503807491</c:v>
                </c:pt>
                <c:pt idx="243">
                  <c:v>-0.52249856472</c:v>
                </c:pt>
                <c:pt idx="244">
                  <c:v>-0.52991926423</c:v>
                </c:pt>
                <c:pt idx="245">
                  <c:v>-0.53729960835</c:v>
                </c:pt>
                <c:pt idx="246">
                  <c:v>-0.54463903502</c:v>
                </c:pt>
                <c:pt idx="247">
                  <c:v>-0.55193698531</c:v>
                </c:pt>
                <c:pt idx="248">
                  <c:v>-0.55919290347</c:v>
                </c:pt>
                <c:pt idx="249">
                  <c:v>-0.56640623692</c:v>
                </c:pt>
                <c:pt idx="250">
                  <c:v>-0.57357643635</c:v>
                </c:pt>
                <c:pt idx="251">
                  <c:v>-0.58070295571</c:v>
                </c:pt>
                <c:pt idx="252">
                  <c:v>-0.58778525229</c:v>
                </c:pt>
                <c:pt idx="253">
                  <c:v>-0.59482278675</c:v>
                </c:pt>
                <c:pt idx="254">
                  <c:v>-0.60181502315</c:v>
                </c:pt>
                <c:pt idx="255">
                  <c:v>-0.60876142901</c:v>
                </c:pt>
                <c:pt idx="256">
                  <c:v>-0.61566147533</c:v>
                </c:pt>
                <c:pt idx="257">
                  <c:v>-0.62251463664</c:v>
                </c:pt>
                <c:pt idx="258">
                  <c:v>-0.62932039105</c:v>
                </c:pt>
                <c:pt idx="259">
                  <c:v>-0.63607822028</c:v>
                </c:pt>
                <c:pt idx="260">
                  <c:v>-0.64278760969</c:v>
                </c:pt>
                <c:pt idx="261">
                  <c:v>-0.64944804833</c:v>
                </c:pt>
                <c:pt idx="262">
                  <c:v>-0.65605902899</c:v>
                </c:pt>
                <c:pt idx="263">
                  <c:v>-0.66262004822</c:v>
                </c:pt>
                <c:pt idx="264">
                  <c:v>-0.66913060636</c:v>
                </c:pt>
                <c:pt idx="265">
                  <c:v>-0.67559020762</c:v>
                </c:pt>
                <c:pt idx="266">
                  <c:v>-0.68199836006</c:v>
                </c:pt>
                <c:pt idx="267">
                  <c:v>-0.68835457569</c:v>
                </c:pt>
                <c:pt idx="268">
                  <c:v>-0.69465837046</c:v>
                </c:pt>
                <c:pt idx="269">
                  <c:v>-0.7009092643</c:v>
                </c:pt>
                <c:pt idx="270">
                  <c:v>-0.70710678119</c:v>
                </c:pt>
                <c:pt idx="271">
                  <c:v>-0.71325044915</c:v>
                </c:pt>
                <c:pt idx="272">
                  <c:v>-0.71933980034</c:v>
                </c:pt>
                <c:pt idx="273">
                  <c:v>-0.72537437101</c:v>
                </c:pt>
                <c:pt idx="274">
                  <c:v>-0.73135370162</c:v>
                </c:pt>
                <c:pt idx="275">
                  <c:v>-0.73727733681</c:v>
                </c:pt>
                <c:pt idx="276">
                  <c:v>-0.74314482548</c:v>
                </c:pt>
                <c:pt idx="277">
                  <c:v>-0.74895572079</c:v>
                </c:pt>
                <c:pt idx="278">
                  <c:v>-0.75470958022</c:v>
                </c:pt>
                <c:pt idx="279">
                  <c:v>-0.7604059656</c:v>
                </c:pt>
                <c:pt idx="280">
                  <c:v>-0.76604444312</c:v>
                </c:pt>
                <c:pt idx="281">
                  <c:v>-0.77162458339</c:v>
                </c:pt>
                <c:pt idx="282">
                  <c:v>-0.77714596146</c:v>
                </c:pt>
                <c:pt idx="283">
                  <c:v>-0.78260815685</c:v>
                </c:pt>
                <c:pt idx="284">
                  <c:v>-0.78801075361</c:v>
                </c:pt>
                <c:pt idx="285">
                  <c:v>-0.79335334029</c:v>
                </c:pt>
                <c:pt idx="286">
                  <c:v>-0.79863551005</c:v>
                </c:pt>
                <c:pt idx="287">
                  <c:v>-0.80385686062</c:v>
                </c:pt>
                <c:pt idx="288">
                  <c:v>-0.80901699437</c:v>
                </c:pt>
                <c:pt idx="289">
                  <c:v>-0.81411551836</c:v>
                </c:pt>
                <c:pt idx="290">
                  <c:v>-0.81915204429</c:v>
                </c:pt>
                <c:pt idx="291">
                  <c:v>-0.82412618862</c:v>
                </c:pt>
                <c:pt idx="292">
                  <c:v>-0.82903757256</c:v>
                </c:pt>
                <c:pt idx="293">
                  <c:v>-0.83388582207</c:v>
                </c:pt>
                <c:pt idx="294">
                  <c:v>-0.83867056795</c:v>
                </c:pt>
                <c:pt idx="295">
                  <c:v>-0.84339144581</c:v>
                </c:pt>
                <c:pt idx="296">
                  <c:v>-0.84804809616</c:v>
                </c:pt>
                <c:pt idx="297">
                  <c:v>-0.85264016435</c:v>
                </c:pt>
                <c:pt idx="298">
                  <c:v>-0.8571673007</c:v>
                </c:pt>
                <c:pt idx="299">
                  <c:v>-0.86162916044</c:v>
                </c:pt>
                <c:pt idx="300">
                  <c:v>-0.86602540378</c:v>
                </c:pt>
                <c:pt idx="301">
                  <c:v>-0.87035569594</c:v>
                </c:pt>
                <c:pt idx="302">
                  <c:v>-0.87461970714</c:v>
                </c:pt>
                <c:pt idx="303">
                  <c:v>-0.87881711266</c:v>
                </c:pt>
                <c:pt idx="304">
                  <c:v>-0.88294759286</c:v>
                </c:pt>
                <c:pt idx="305">
                  <c:v>-0.88701083318</c:v>
                </c:pt>
                <c:pt idx="306">
                  <c:v>-0.89100652419</c:v>
                </c:pt>
                <c:pt idx="307">
                  <c:v>-0.8949343616</c:v>
                </c:pt>
                <c:pt idx="308">
                  <c:v>-0.8987940463</c:v>
                </c:pt>
                <c:pt idx="309">
                  <c:v>-0.90258528435</c:v>
                </c:pt>
                <c:pt idx="310">
                  <c:v>-0.90630778704</c:v>
                </c:pt>
                <c:pt idx="311">
                  <c:v>-0.90996127088</c:v>
                </c:pt>
                <c:pt idx="312">
                  <c:v>-0.91354545764</c:v>
                </c:pt>
                <c:pt idx="313">
                  <c:v>-0.91706007439</c:v>
                </c:pt>
                <c:pt idx="314">
                  <c:v>-0.92050485345</c:v>
                </c:pt>
                <c:pt idx="315">
                  <c:v>-0.92387953251</c:v>
                </c:pt>
                <c:pt idx="316">
                  <c:v>-0.92718385457</c:v>
                </c:pt>
                <c:pt idx="317">
                  <c:v>-0.93041756798</c:v>
                </c:pt>
                <c:pt idx="318">
                  <c:v>-0.9335804265</c:v>
                </c:pt>
                <c:pt idx="319">
                  <c:v>-0.93667218925</c:v>
                </c:pt>
                <c:pt idx="320">
                  <c:v>-0.93969262079</c:v>
                </c:pt>
                <c:pt idx="321">
                  <c:v>-0.94264149109</c:v>
                </c:pt>
                <c:pt idx="322">
                  <c:v>-0.9455185756</c:v>
                </c:pt>
                <c:pt idx="323">
                  <c:v>-0.94832365521</c:v>
                </c:pt>
                <c:pt idx="324">
                  <c:v>-0.9510565163</c:v>
                </c:pt>
                <c:pt idx="325">
                  <c:v>-0.95371695075</c:v>
                </c:pt>
                <c:pt idx="326">
                  <c:v>-0.95630475596</c:v>
                </c:pt>
                <c:pt idx="327">
                  <c:v>-0.95881973487</c:v>
                </c:pt>
                <c:pt idx="328">
                  <c:v>-0.96126169594</c:v>
                </c:pt>
                <c:pt idx="329">
                  <c:v>-0.96363045321</c:v>
                </c:pt>
                <c:pt idx="330">
                  <c:v>-0.96592582629</c:v>
                </c:pt>
                <c:pt idx="331">
                  <c:v>-0.96814764038</c:v>
                </c:pt>
                <c:pt idx="332">
                  <c:v>-0.97029572628</c:v>
                </c:pt>
                <c:pt idx="333">
                  <c:v>-0.9723699204</c:v>
                </c:pt>
                <c:pt idx="334">
                  <c:v>-0.97437006479</c:v>
                </c:pt>
                <c:pt idx="335">
                  <c:v>-0.97629600712</c:v>
                </c:pt>
                <c:pt idx="336">
                  <c:v>-0.97814760073</c:v>
                </c:pt>
                <c:pt idx="337">
                  <c:v>-0.97992470462</c:v>
                </c:pt>
                <c:pt idx="338">
                  <c:v>-0.98162718345</c:v>
                </c:pt>
                <c:pt idx="339">
                  <c:v>-0.98325490756</c:v>
                </c:pt>
                <c:pt idx="340">
                  <c:v>-0.98480775301</c:v>
                </c:pt>
                <c:pt idx="341">
                  <c:v>-0.98628560154</c:v>
                </c:pt>
                <c:pt idx="342">
                  <c:v>-0.9876883406</c:v>
                </c:pt>
                <c:pt idx="343">
                  <c:v>-0.98901586336</c:v>
                </c:pt>
                <c:pt idx="344">
                  <c:v>-0.99026806874</c:v>
                </c:pt>
                <c:pt idx="345">
                  <c:v>-0.99144486137</c:v>
                </c:pt>
                <c:pt idx="346">
                  <c:v>-0.99254615164</c:v>
                </c:pt>
                <c:pt idx="347">
                  <c:v>-0.99357185568</c:v>
                </c:pt>
                <c:pt idx="348">
                  <c:v>-0.99452189537</c:v>
                </c:pt>
                <c:pt idx="349">
                  <c:v>-0.99539619837</c:v>
                </c:pt>
                <c:pt idx="350">
                  <c:v>-0.99619469809</c:v>
                </c:pt>
                <c:pt idx="351">
                  <c:v>-0.99691733373</c:v>
                </c:pt>
                <c:pt idx="352">
                  <c:v>-0.99756405026</c:v>
                </c:pt>
                <c:pt idx="353">
                  <c:v>-0.99813479842</c:v>
                </c:pt>
                <c:pt idx="354">
                  <c:v>-0.99862953475</c:v>
                </c:pt>
                <c:pt idx="355">
                  <c:v>-0.99904822158</c:v>
                </c:pt>
                <c:pt idx="356">
                  <c:v>-0.99939082702</c:v>
                </c:pt>
                <c:pt idx="357">
                  <c:v>-0.99965732498</c:v>
                </c:pt>
                <c:pt idx="358">
                  <c:v>-0.99984769516</c:v>
                </c:pt>
                <c:pt idx="359">
                  <c:v>-0.99996192306</c:v>
                </c:pt>
                <c:pt idx="360">
                  <c:v>-1</c:v>
                </c:pt>
                <c:pt idx="361">
                  <c:v>-0.99996192306</c:v>
                </c:pt>
                <c:pt idx="362">
                  <c:v>-0.99984769516</c:v>
                </c:pt>
                <c:pt idx="363">
                  <c:v>-0.99965732498</c:v>
                </c:pt>
                <c:pt idx="364">
                  <c:v>-0.99939082702</c:v>
                </c:pt>
                <c:pt idx="365">
                  <c:v>-0.99904822158</c:v>
                </c:pt>
                <c:pt idx="366">
                  <c:v>-0.99862953475</c:v>
                </c:pt>
                <c:pt idx="367">
                  <c:v>-0.99813479842</c:v>
                </c:pt>
                <c:pt idx="368">
                  <c:v>-0.99756405026</c:v>
                </c:pt>
                <c:pt idx="369">
                  <c:v>-0.99691733373</c:v>
                </c:pt>
                <c:pt idx="370">
                  <c:v>-0.99619469809</c:v>
                </c:pt>
                <c:pt idx="371">
                  <c:v>-0.99539619837</c:v>
                </c:pt>
                <c:pt idx="372">
                  <c:v>-0.99452189537</c:v>
                </c:pt>
                <c:pt idx="373">
                  <c:v>-0.99357185568</c:v>
                </c:pt>
                <c:pt idx="374">
                  <c:v>-0.99254615164</c:v>
                </c:pt>
                <c:pt idx="375">
                  <c:v>-0.99144486137</c:v>
                </c:pt>
                <c:pt idx="376">
                  <c:v>-0.99026806874</c:v>
                </c:pt>
                <c:pt idx="377">
                  <c:v>-0.98901586336</c:v>
                </c:pt>
                <c:pt idx="378">
                  <c:v>-0.9876883406</c:v>
                </c:pt>
                <c:pt idx="379">
                  <c:v>-0.98628560154</c:v>
                </c:pt>
                <c:pt idx="380">
                  <c:v>-0.98480775301</c:v>
                </c:pt>
                <c:pt idx="381">
                  <c:v>-0.98325490756</c:v>
                </c:pt>
                <c:pt idx="382">
                  <c:v>-0.98162718345</c:v>
                </c:pt>
                <c:pt idx="383">
                  <c:v>-0.97992470462</c:v>
                </c:pt>
                <c:pt idx="384">
                  <c:v>-0.97814760073</c:v>
                </c:pt>
                <c:pt idx="385">
                  <c:v>-0.97629600712</c:v>
                </c:pt>
                <c:pt idx="386">
                  <c:v>-0.97437006479</c:v>
                </c:pt>
                <c:pt idx="387">
                  <c:v>-0.9723699204</c:v>
                </c:pt>
                <c:pt idx="388">
                  <c:v>-0.97029572628</c:v>
                </c:pt>
                <c:pt idx="389">
                  <c:v>-0.96814764038</c:v>
                </c:pt>
                <c:pt idx="390">
                  <c:v>-0.96592582629</c:v>
                </c:pt>
                <c:pt idx="391">
                  <c:v>-0.96363045321</c:v>
                </c:pt>
                <c:pt idx="392">
                  <c:v>-0.96126169594</c:v>
                </c:pt>
                <c:pt idx="393">
                  <c:v>-0.95881973487</c:v>
                </c:pt>
                <c:pt idx="394">
                  <c:v>-0.95630475596</c:v>
                </c:pt>
                <c:pt idx="395">
                  <c:v>-0.95371695075</c:v>
                </c:pt>
                <c:pt idx="396">
                  <c:v>-0.9510565163</c:v>
                </c:pt>
                <c:pt idx="397">
                  <c:v>-0.94832365521</c:v>
                </c:pt>
                <c:pt idx="398">
                  <c:v>-0.9455185756</c:v>
                </c:pt>
                <c:pt idx="399">
                  <c:v>-0.94264149109</c:v>
                </c:pt>
                <c:pt idx="400">
                  <c:v>-0.93969262079</c:v>
                </c:pt>
                <c:pt idx="401">
                  <c:v>-0.93667218925</c:v>
                </c:pt>
                <c:pt idx="402">
                  <c:v>-0.9335804265</c:v>
                </c:pt>
                <c:pt idx="403">
                  <c:v>-0.93041756798</c:v>
                </c:pt>
                <c:pt idx="404">
                  <c:v>-0.92718385457</c:v>
                </c:pt>
                <c:pt idx="405">
                  <c:v>-0.92387953251</c:v>
                </c:pt>
                <c:pt idx="406">
                  <c:v>-0.92050485345</c:v>
                </c:pt>
                <c:pt idx="407">
                  <c:v>-0.91706007439</c:v>
                </c:pt>
                <c:pt idx="408">
                  <c:v>-0.91354545764</c:v>
                </c:pt>
                <c:pt idx="409">
                  <c:v>-0.90996127088</c:v>
                </c:pt>
                <c:pt idx="410">
                  <c:v>-0.90630778704</c:v>
                </c:pt>
                <c:pt idx="411">
                  <c:v>-0.90258528435</c:v>
                </c:pt>
                <c:pt idx="412">
                  <c:v>-0.8987940463</c:v>
                </c:pt>
                <c:pt idx="413">
                  <c:v>-0.8949343616</c:v>
                </c:pt>
                <c:pt idx="414">
                  <c:v>-0.89100652419</c:v>
                </c:pt>
                <c:pt idx="415">
                  <c:v>-0.88701083318</c:v>
                </c:pt>
                <c:pt idx="416">
                  <c:v>-0.88294759286</c:v>
                </c:pt>
                <c:pt idx="417">
                  <c:v>-0.87881711266</c:v>
                </c:pt>
                <c:pt idx="418">
                  <c:v>-0.87461970714</c:v>
                </c:pt>
                <c:pt idx="419">
                  <c:v>-0.87035569594</c:v>
                </c:pt>
                <c:pt idx="420">
                  <c:v>-0.86602540378</c:v>
                </c:pt>
                <c:pt idx="421">
                  <c:v>-0.86162916044</c:v>
                </c:pt>
                <c:pt idx="422">
                  <c:v>-0.8571673007</c:v>
                </c:pt>
                <c:pt idx="423">
                  <c:v>-0.85264016435</c:v>
                </c:pt>
                <c:pt idx="424">
                  <c:v>-0.84804809616</c:v>
                </c:pt>
                <c:pt idx="425">
                  <c:v>-0.84339144581</c:v>
                </c:pt>
                <c:pt idx="426">
                  <c:v>-0.83867056795</c:v>
                </c:pt>
                <c:pt idx="427">
                  <c:v>-0.83388582207</c:v>
                </c:pt>
                <c:pt idx="428">
                  <c:v>-0.82903757256</c:v>
                </c:pt>
                <c:pt idx="429">
                  <c:v>-0.82412618862</c:v>
                </c:pt>
                <c:pt idx="430">
                  <c:v>-0.81915204429</c:v>
                </c:pt>
                <c:pt idx="431">
                  <c:v>-0.81411551836</c:v>
                </c:pt>
                <c:pt idx="432">
                  <c:v>-0.80901699437</c:v>
                </c:pt>
                <c:pt idx="433">
                  <c:v>-0.80385686062</c:v>
                </c:pt>
                <c:pt idx="434">
                  <c:v>-0.79863551005</c:v>
                </c:pt>
                <c:pt idx="435">
                  <c:v>-0.79335334029</c:v>
                </c:pt>
                <c:pt idx="436">
                  <c:v>-0.78801075361</c:v>
                </c:pt>
                <c:pt idx="437">
                  <c:v>-0.78260815685</c:v>
                </c:pt>
                <c:pt idx="438">
                  <c:v>-0.77714596146</c:v>
                </c:pt>
                <c:pt idx="439">
                  <c:v>-0.77162458339</c:v>
                </c:pt>
                <c:pt idx="440">
                  <c:v>-0.76604444312</c:v>
                </c:pt>
                <c:pt idx="441">
                  <c:v>-0.7604059656</c:v>
                </c:pt>
                <c:pt idx="442">
                  <c:v>-0.75470958022</c:v>
                </c:pt>
                <c:pt idx="443">
                  <c:v>-0.74895572079</c:v>
                </c:pt>
                <c:pt idx="444">
                  <c:v>-0.74314482548</c:v>
                </c:pt>
                <c:pt idx="445">
                  <c:v>-0.73727733681</c:v>
                </c:pt>
                <c:pt idx="446">
                  <c:v>-0.73135370162</c:v>
                </c:pt>
                <c:pt idx="447">
                  <c:v>-0.72537437101</c:v>
                </c:pt>
                <c:pt idx="448">
                  <c:v>-0.71933980034</c:v>
                </c:pt>
                <c:pt idx="449">
                  <c:v>-0.71325044915</c:v>
                </c:pt>
                <c:pt idx="450">
                  <c:v>-0.70710678119</c:v>
                </c:pt>
                <c:pt idx="451">
                  <c:v>-0.7009092643</c:v>
                </c:pt>
                <c:pt idx="452">
                  <c:v>-0.69465837046</c:v>
                </c:pt>
                <c:pt idx="453">
                  <c:v>-0.68835457569</c:v>
                </c:pt>
                <c:pt idx="454">
                  <c:v>-0.68199836006</c:v>
                </c:pt>
                <c:pt idx="455">
                  <c:v>-0.67559020762</c:v>
                </c:pt>
                <c:pt idx="456">
                  <c:v>-0.66913060636</c:v>
                </c:pt>
                <c:pt idx="457">
                  <c:v>-0.66262004822</c:v>
                </c:pt>
                <c:pt idx="458">
                  <c:v>-0.65605902899</c:v>
                </c:pt>
                <c:pt idx="459">
                  <c:v>-0.64944804833</c:v>
                </c:pt>
                <c:pt idx="460">
                  <c:v>-0.64278760969</c:v>
                </c:pt>
                <c:pt idx="461">
                  <c:v>-0.63607822028</c:v>
                </c:pt>
                <c:pt idx="462">
                  <c:v>-0.62932039105</c:v>
                </c:pt>
                <c:pt idx="463">
                  <c:v>-0.62251463664</c:v>
                </c:pt>
                <c:pt idx="464">
                  <c:v>-0.61566147533</c:v>
                </c:pt>
                <c:pt idx="465">
                  <c:v>-0.60876142901</c:v>
                </c:pt>
                <c:pt idx="466">
                  <c:v>-0.60181502315</c:v>
                </c:pt>
                <c:pt idx="467">
                  <c:v>-0.59482278675</c:v>
                </c:pt>
                <c:pt idx="468">
                  <c:v>-0.58778525229</c:v>
                </c:pt>
                <c:pt idx="469">
                  <c:v>-0.58070295571</c:v>
                </c:pt>
                <c:pt idx="470">
                  <c:v>-0.57357643635</c:v>
                </c:pt>
                <c:pt idx="471">
                  <c:v>-0.56640623692</c:v>
                </c:pt>
                <c:pt idx="472">
                  <c:v>-0.55919290347</c:v>
                </c:pt>
                <c:pt idx="473">
                  <c:v>-0.55193698531</c:v>
                </c:pt>
                <c:pt idx="474">
                  <c:v>-0.54463903502</c:v>
                </c:pt>
                <c:pt idx="475">
                  <c:v>-0.53729960835</c:v>
                </c:pt>
                <c:pt idx="476">
                  <c:v>-0.52991926423</c:v>
                </c:pt>
                <c:pt idx="477">
                  <c:v>-0.52249856472</c:v>
                </c:pt>
                <c:pt idx="478">
                  <c:v>-0.51503807491</c:v>
                </c:pt>
                <c:pt idx="479">
                  <c:v>-0.50753836296</c:v>
                </c:pt>
                <c:pt idx="480">
                  <c:v>-0.5</c:v>
                </c:pt>
                <c:pt idx="481">
                  <c:v>-0.4924235601</c:v>
                </c:pt>
                <c:pt idx="482">
                  <c:v>-0.48480962025</c:v>
                </c:pt>
                <c:pt idx="483">
                  <c:v>-0.47715876026</c:v>
                </c:pt>
                <c:pt idx="484">
                  <c:v>-0.46947156279</c:v>
                </c:pt>
                <c:pt idx="485">
                  <c:v>-0.46174861324</c:v>
                </c:pt>
                <c:pt idx="486">
                  <c:v>-0.45399049974</c:v>
                </c:pt>
                <c:pt idx="487">
                  <c:v>-0.44619781311</c:v>
                </c:pt>
                <c:pt idx="488">
                  <c:v>-0.43837114679</c:v>
                </c:pt>
                <c:pt idx="489">
                  <c:v>-0.43051109681</c:v>
                </c:pt>
                <c:pt idx="490">
                  <c:v>-0.42261826174</c:v>
                </c:pt>
                <c:pt idx="491">
                  <c:v>-0.41469324266</c:v>
                </c:pt>
                <c:pt idx="492">
                  <c:v>-0.40673664308</c:v>
                </c:pt>
                <c:pt idx="493">
                  <c:v>-0.39874906893</c:v>
                </c:pt>
                <c:pt idx="494">
                  <c:v>-0.39073112849</c:v>
                </c:pt>
                <c:pt idx="495">
                  <c:v>-0.38268343237</c:v>
                </c:pt>
                <c:pt idx="496">
                  <c:v>-0.37460659342</c:v>
                </c:pt>
                <c:pt idx="497">
                  <c:v>-0.36650122672</c:v>
                </c:pt>
                <c:pt idx="498">
                  <c:v>-0.35836794955</c:v>
                </c:pt>
                <c:pt idx="499">
                  <c:v>-0.35020738126</c:v>
                </c:pt>
                <c:pt idx="500">
                  <c:v>-0.34202014333</c:v>
                </c:pt>
                <c:pt idx="501">
                  <c:v>-0.33380685923</c:v>
                </c:pt>
                <c:pt idx="502">
                  <c:v>-0.32556815446</c:v>
                </c:pt>
                <c:pt idx="503">
                  <c:v>-0.31730465641</c:v>
                </c:pt>
                <c:pt idx="504">
                  <c:v>-0.30901699437</c:v>
                </c:pt>
                <c:pt idx="505">
                  <c:v>-0.3007057995</c:v>
                </c:pt>
                <c:pt idx="506">
                  <c:v>-0.29237170472</c:v>
                </c:pt>
                <c:pt idx="507">
                  <c:v>-0.2840153447</c:v>
                </c:pt>
                <c:pt idx="508">
                  <c:v>-0.27563735582</c:v>
                </c:pt>
                <c:pt idx="509">
                  <c:v>-0.26723837608</c:v>
                </c:pt>
                <c:pt idx="510">
                  <c:v>-0.2588190451</c:v>
                </c:pt>
                <c:pt idx="511">
                  <c:v>-0.25038000405</c:v>
                </c:pt>
                <c:pt idx="512">
                  <c:v>-0.2419218956</c:v>
                </c:pt>
                <c:pt idx="513">
                  <c:v>-0.23344536386</c:v>
                </c:pt>
                <c:pt idx="514">
                  <c:v>-0.22495105434</c:v>
                </c:pt>
                <c:pt idx="515">
                  <c:v>-0.21643961394</c:v>
                </c:pt>
                <c:pt idx="516">
                  <c:v>-0.20791169082</c:v>
                </c:pt>
                <c:pt idx="517">
                  <c:v>-0.19936793442</c:v>
                </c:pt>
                <c:pt idx="518">
                  <c:v>-0.19080899538</c:v>
                </c:pt>
                <c:pt idx="519">
                  <c:v>-0.18223552549</c:v>
                </c:pt>
                <c:pt idx="520">
                  <c:v>-0.17364817767</c:v>
                </c:pt>
                <c:pt idx="521">
                  <c:v>-0.16504760586</c:v>
                </c:pt>
                <c:pt idx="522">
                  <c:v>-0.15643446504</c:v>
                </c:pt>
                <c:pt idx="523">
                  <c:v>-0.14780941113</c:v>
                </c:pt>
                <c:pt idx="524">
                  <c:v>-0.13917310096</c:v>
                </c:pt>
                <c:pt idx="525">
                  <c:v>-0.13052619222</c:v>
                </c:pt>
                <c:pt idx="526">
                  <c:v>-0.12186934341</c:v>
                </c:pt>
                <c:pt idx="527">
                  <c:v>-0.11320321377</c:v>
                </c:pt>
                <c:pt idx="528">
                  <c:v>-0.10452846327</c:v>
                </c:pt>
                <c:pt idx="529">
                  <c:v>-0.09584575252</c:v>
                </c:pt>
                <c:pt idx="530">
                  <c:v>-0.087155742748</c:v>
                </c:pt>
                <c:pt idx="531">
                  <c:v>-0.078459095728</c:v>
                </c:pt>
                <c:pt idx="532">
                  <c:v>-0.069756473744</c:v>
                </c:pt>
                <c:pt idx="533">
                  <c:v>-0.061048539535</c:v>
                </c:pt>
                <c:pt idx="534">
                  <c:v>-0.052335956243</c:v>
                </c:pt>
                <c:pt idx="535">
                  <c:v>-0.043619387365</c:v>
                </c:pt>
                <c:pt idx="536">
                  <c:v>-0.034899496703</c:v>
                </c:pt>
                <c:pt idx="537">
                  <c:v>-0.026176948308</c:v>
                </c:pt>
                <c:pt idx="538">
                  <c:v>-0.017452406437</c:v>
                </c:pt>
                <c:pt idx="539">
                  <c:v>-0.0087265354984</c:v>
                </c:pt>
                <c:pt idx="540">
                  <c:v>0</c:v>
                </c:pt>
                <c:pt idx="541">
                  <c:v>0.0087265354984</c:v>
                </c:pt>
                <c:pt idx="542">
                  <c:v>0.017452406437</c:v>
                </c:pt>
                <c:pt idx="543">
                  <c:v>0.026176948308</c:v>
                </c:pt>
                <c:pt idx="544">
                  <c:v>0.034899496703</c:v>
                </c:pt>
                <c:pt idx="545">
                  <c:v>0.043619387365</c:v>
                </c:pt>
                <c:pt idx="546">
                  <c:v>0.052335956243</c:v>
                </c:pt>
                <c:pt idx="547">
                  <c:v>0.061048539535</c:v>
                </c:pt>
                <c:pt idx="548">
                  <c:v>0.069756473744</c:v>
                </c:pt>
                <c:pt idx="549">
                  <c:v>0.078459095728</c:v>
                </c:pt>
                <c:pt idx="550">
                  <c:v>0.087155742748</c:v>
                </c:pt>
                <c:pt idx="551">
                  <c:v>0.09584575252</c:v>
                </c:pt>
                <c:pt idx="552">
                  <c:v>0.10452846327</c:v>
                </c:pt>
                <c:pt idx="553">
                  <c:v>0.11320321377</c:v>
                </c:pt>
                <c:pt idx="554">
                  <c:v>0.12186934341</c:v>
                </c:pt>
                <c:pt idx="555">
                  <c:v>0.13052619222</c:v>
                </c:pt>
                <c:pt idx="556">
                  <c:v>0.13917310096</c:v>
                </c:pt>
                <c:pt idx="557">
                  <c:v>0.14780941113</c:v>
                </c:pt>
                <c:pt idx="558">
                  <c:v>0.15643446504</c:v>
                </c:pt>
                <c:pt idx="559">
                  <c:v>0.16504760586</c:v>
                </c:pt>
                <c:pt idx="560">
                  <c:v>0.17364817767</c:v>
                </c:pt>
                <c:pt idx="561">
                  <c:v>0.18223552549</c:v>
                </c:pt>
                <c:pt idx="562">
                  <c:v>0.19080899538</c:v>
                </c:pt>
                <c:pt idx="563">
                  <c:v>0.19936793442</c:v>
                </c:pt>
                <c:pt idx="564">
                  <c:v>0.20791169082</c:v>
                </c:pt>
                <c:pt idx="565">
                  <c:v>0.21643961394</c:v>
                </c:pt>
                <c:pt idx="566">
                  <c:v>0.22495105434</c:v>
                </c:pt>
                <c:pt idx="567">
                  <c:v>0.23344536386</c:v>
                </c:pt>
                <c:pt idx="568">
                  <c:v>0.2419218956</c:v>
                </c:pt>
                <c:pt idx="569">
                  <c:v>0.25038000405</c:v>
                </c:pt>
                <c:pt idx="570">
                  <c:v>0.2588190451</c:v>
                </c:pt>
                <c:pt idx="571">
                  <c:v>0.26723837608</c:v>
                </c:pt>
                <c:pt idx="572">
                  <c:v>0.27563735582</c:v>
                </c:pt>
                <c:pt idx="573">
                  <c:v>0.2840153447</c:v>
                </c:pt>
                <c:pt idx="574">
                  <c:v>0.29237170472</c:v>
                </c:pt>
                <c:pt idx="575">
                  <c:v>0.3007057995</c:v>
                </c:pt>
                <c:pt idx="576">
                  <c:v>0.30901699437</c:v>
                </c:pt>
                <c:pt idx="577">
                  <c:v>0.31730465641</c:v>
                </c:pt>
                <c:pt idx="578">
                  <c:v>0.32556815446</c:v>
                </c:pt>
                <c:pt idx="579">
                  <c:v>0.33380685923</c:v>
                </c:pt>
                <c:pt idx="580">
                  <c:v>0.34202014333</c:v>
                </c:pt>
                <c:pt idx="581">
                  <c:v>0.35020738126</c:v>
                </c:pt>
                <c:pt idx="582">
                  <c:v>0.35836794955</c:v>
                </c:pt>
                <c:pt idx="583">
                  <c:v>0.36650122672</c:v>
                </c:pt>
                <c:pt idx="584">
                  <c:v>0.37460659342</c:v>
                </c:pt>
                <c:pt idx="585">
                  <c:v>0.38268343237</c:v>
                </c:pt>
                <c:pt idx="586">
                  <c:v>0.39073112849</c:v>
                </c:pt>
                <c:pt idx="587">
                  <c:v>0.39874906893</c:v>
                </c:pt>
                <c:pt idx="588">
                  <c:v>0.40673664308</c:v>
                </c:pt>
                <c:pt idx="589">
                  <c:v>0.41469324266</c:v>
                </c:pt>
                <c:pt idx="590">
                  <c:v>0.42261826174</c:v>
                </c:pt>
                <c:pt idx="591">
                  <c:v>0.43051109681</c:v>
                </c:pt>
                <c:pt idx="592">
                  <c:v>0.43837114679</c:v>
                </c:pt>
                <c:pt idx="593">
                  <c:v>0.44619781311</c:v>
                </c:pt>
                <c:pt idx="594">
                  <c:v>0.45399049974</c:v>
                </c:pt>
                <c:pt idx="595">
                  <c:v>0.46174861324</c:v>
                </c:pt>
                <c:pt idx="596">
                  <c:v>0.46947156279</c:v>
                </c:pt>
                <c:pt idx="597">
                  <c:v>0.47715876026</c:v>
                </c:pt>
                <c:pt idx="598">
                  <c:v>0.48480962025</c:v>
                </c:pt>
                <c:pt idx="599">
                  <c:v>0.4924235601</c:v>
                </c:pt>
                <c:pt idx="600">
                  <c:v>0.5</c:v>
                </c:pt>
                <c:pt idx="601">
                  <c:v>0.50753836296</c:v>
                </c:pt>
                <c:pt idx="602">
                  <c:v>0.51503807491</c:v>
                </c:pt>
                <c:pt idx="603">
                  <c:v>0.52249856472</c:v>
                </c:pt>
                <c:pt idx="604">
                  <c:v>0.52991926423</c:v>
                </c:pt>
                <c:pt idx="605">
                  <c:v>0.53729960835</c:v>
                </c:pt>
                <c:pt idx="606">
                  <c:v>0.54463903502</c:v>
                </c:pt>
                <c:pt idx="607">
                  <c:v>0.55193698531</c:v>
                </c:pt>
                <c:pt idx="608">
                  <c:v>0.55919290347</c:v>
                </c:pt>
                <c:pt idx="609">
                  <c:v>0.56640623692</c:v>
                </c:pt>
                <c:pt idx="610">
                  <c:v>0.57357643635</c:v>
                </c:pt>
                <c:pt idx="611">
                  <c:v>0.58070295571</c:v>
                </c:pt>
                <c:pt idx="612">
                  <c:v>0.58778525229</c:v>
                </c:pt>
                <c:pt idx="613">
                  <c:v>0.59482278675</c:v>
                </c:pt>
                <c:pt idx="614">
                  <c:v>0.60181502315</c:v>
                </c:pt>
                <c:pt idx="615">
                  <c:v>0.60876142901</c:v>
                </c:pt>
                <c:pt idx="616">
                  <c:v>0.61566147533</c:v>
                </c:pt>
                <c:pt idx="617">
                  <c:v>0.62251463664</c:v>
                </c:pt>
                <c:pt idx="618">
                  <c:v>0.62932039105</c:v>
                </c:pt>
                <c:pt idx="619">
                  <c:v>0.63607822028</c:v>
                </c:pt>
                <c:pt idx="620">
                  <c:v>0.64278760969</c:v>
                </c:pt>
                <c:pt idx="621">
                  <c:v>0.64944804833</c:v>
                </c:pt>
                <c:pt idx="622">
                  <c:v>0.65605902899</c:v>
                </c:pt>
                <c:pt idx="623">
                  <c:v>0.66262004822</c:v>
                </c:pt>
                <c:pt idx="624">
                  <c:v>0.66913060636</c:v>
                </c:pt>
                <c:pt idx="625">
                  <c:v>0.67559020762</c:v>
                </c:pt>
                <c:pt idx="626">
                  <c:v>0.68199836006</c:v>
                </c:pt>
                <c:pt idx="627">
                  <c:v>0.68835457569</c:v>
                </c:pt>
                <c:pt idx="628">
                  <c:v>0.69465837046</c:v>
                </c:pt>
                <c:pt idx="629">
                  <c:v>0.7009092643</c:v>
                </c:pt>
                <c:pt idx="630">
                  <c:v>0.70710678119</c:v>
                </c:pt>
                <c:pt idx="631">
                  <c:v>0.71325044915</c:v>
                </c:pt>
                <c:pt idx="632">
                  <c:v>0.71933980034</c:v>
                </c:pt>
                <c:pt idx="633">
                  <c:v>0.72537437101</c:v>
                </c:pt>
                <c:pt idx="634">
                  <c:v>0.73135370162</c:v>
                </c:pt>
                <c:pt idx="635">
                  <c:v>0.73727733681</c:v>
                </c:pt>
                <c:pt idx="636">
                  <c:v>0.74314482548</c:v>
                </c:pt>
                <c:pt idx="637">
                  <c:v>0.74895572079</c:v>
                </c:pt>
                <c:pt idx="638">
                  <c:v>0.75470958022</c:v>
                </c:pt>
                <c:pt idx="639">
                  <c:v>0.7604059656</c:v>
                </c:pt>
                <c:pt idx="640">
                  <c:v>0.76604444312</c:v>
                </c:pt>
                <c:pt idx="641">
                  <c:v>0.77162458339</c:v>
                </c:pt>
                <c:pt idx="642">
                  <c:v>0.77714596146</c:v>
                </c:pt>
                <c:pt idx="643">
                  <c:v>0.78260815685</c:v>
                </c:pt>
                <c:pt idx="644">
                  <c:v>0.78801075361</c:v>
                </c:pt>
                <c:pt idx="645">
                  <c:v>0.79335334029</c:v>
                </c:pt>
                <c:pt idx="646">
                  <c:v>0.79863551005</c:v>
                </c:pt>
                <c:pt idx="647">
                  <c:v>0.80385686062</c:v>
                </c:pt>
                <c:pt idx="648">
                  <c:v>0.80901699437</c:v>
                </c:pt>
                <c:pt idx="649">
                  <c:v>0.81411551836</c:v>
                </c:pt>
                <c:pt idx="650">
                  <c:v>0.81915204429</c:v>
                </c:pt>
                <c:pt idx="651">
                  <c:v>0.82412618862</c:v>
                </c:pt>
                <c:pt idx="652">
                  <c:v>0.82903757256</c:v>
                </c:pt>
                <c:pt idx="653">
                  <c:v>0.83388582207</c:v>
                </c:pt>
                <c:pt idx="654">
                  <c:v>0.83867056795</c:v>
                </c:pt>
                <c:pt idx="655">
                  <c:v>0.84339144581</c:v>
                </c:pt>
                <c:pt idx="656">
                  <c:v>0.84804809616</c:v>
                </c:pt>
                <c:pt idx="657">
                  <c:v>0.85264016435</c:v>
                </c:pt>
                <c:pt idx="658">
                  <c:v>0.8571673007</c:v>
                </c:pt>
                <c:pt idx="659">
                  <c:v>0.86162916044</c:v>
                </c:pt>
                <c:pt idx="660">
                  <c:v>0.86602540378</c:v>
                </c:pt>
                <c:pt idx="661">
                  <c:v>0.87035569594</c:v>
                </c:pt>
                <c:pt idx="662">
                  <c:v>0.87461970714</c:v>
                </c:pt>
                <c:pt idx="663">
                  <c:v>0.87881711266</c:v>
                </c:pt>
                <c:pt idx="664">
                  <c:v>0.88294759286</c:v>
                </c:pt>
                <c:pt idx="665">
                  <c:v>0.88701083318</c:v>
                </c:pt>
                <c:pt idx="666">
                  <c:v>0.89100652419</c:v>
                </c:pt>
                <c:pt idx="667">
                  <c:v>0.8949343616</c:v>
                </c:pt>
                <c:pt idx="668">
                  <c:v>0.8987940463</c:v>
                </c:pt>
                <c:pt idx="669">
                  <c:v>0.90258528435</c:v>
                </c:pt>
                <c:pt idx="670">
                  <c:v>0.90630778704</c:v>
                </c:pt>
                <c:pt idx="671">
                  <c:v>0.90996127088</c:v>
                </c:pt>
                <c:pt idx="672">
                  <c:v>0.91354545764</c:v>
                </c:pt>
                <c:pt idx="673">
                  <c:v>0.91706007439</c:v>
                </c:pt>
                <c:pt idx="674">
                  <c:v>0.92050485345</c:v>
                </c:pt>
                <c:pt idx="675">
                  <c:v>0.92387953251</c:v>
                </c:pt>
                <c:pt idx="676">
                  <c:v>0.92718385457</c:v>
                </c:pt>
                <c:pt idx="677">
                  <c:v>0.93041756798</c:v>
                </c:pt>
                <c:pt idx="678">
                  <c:v>0.9335804265</c:v>
                </c:pt>
                <c:pt idx="679">
                  <c:v>0.93667218925</c:v>
                </c:pt>
                <c:pt idx="680">
                  <c:v>0.93969262079</c:v>
                </c:pt>
                <c:pt idx="681">
                  <c:v>0.94264149109</c:v>
                </c:pt>
                <c:pt idx="682">
                  <c:v>0.9455185756</c:v>
                </c:pt>
                <c:pt idx="683">
                  <c:v>0.94832365521</c:v>
                </c:pt>
                <c:pt idx="684">
                  <c:v>0.9510565163</c:v>
                </c:pt>
                <c:pt idx="685">
                  <c:v>0.95371695075</c:v>
                </c:pt>
                <c:pt idx="686">
                  <c:v>0.95630475596</c:v>
                </c:pt>
                <c:pt idx="687">
                  <c:v>0.95881973487</c:v>
                </c:pt>
                <c:pt idx="688">
                  <c:v>0.96126169594</c:v>
                </c:pt>
                <c:pt idx="689">
                  <c:v>0.96363045321</c:v>
                </c:pt>
                <c:pt idx="690">
                  <c:v>0.96592582629</c:v>
                </c:pt>
                <c:pt idx="691">
                  <c:v>0.96814764038</c:v>
                </c:pt>
                <c:pt idx="692">
                  <c:v>0.97029572628</c:v>
                </c:pt>
                <c:pt idx="693">
                  <c:v>0.9723699204</c:v>
                </c:pt>
                <c:pt idx="694">
                  <c:v>0.97437006479</c:v>
                </c:pt>
                <c:pt idx="695">
                  <c:v>0.97629600712</c:v>
                </c:pt>
                <c:pt idx="696">
                  <c:v>0.97814760073</c:v>
                </c:pt>
                <c:pt idx="697">
                  <c:v>0.97992470462</c:v>
                </c:pt>
                <c:pt idx="698">
                  <c:v>0.98162718345</c:v>
                </c:pt>
                <c:pt idx="699">
                  <c:v>0.98325490756</c:v>
                </c:pt>
                <c:pt idx="700">
                  <c:v>0.98480775301</c:v>
                </c:pt>
                <c:pt idx="701">
                  <c:v>0.98628560154</c:v>
                </c:pt>
                <c:pt idx="702">
                  <c:v>0.9876883406</c:v>
                </c:pt>
                <c:pt idx="703">
                  <c:v>0.98901586336</c:v>
                </c:pt>
                <c:pt idx="704">
                  <c:v>0.99026806874</c:v>
                </c:pt>
                <c:pt idx="705">
                  <c:v>0.99144486137</c:v>
                </c:pt>
                <c:pt idx="706">
                  <c:v>0.99254615164</c:v>
                </c:pt>
                <c:pt idx="707">
                  <c:v>0.99357185568</c:v>
                </c:pt>
                <c:pt idx="708">
                  <c:v>0.99452189537</c:v>
                </c:pt>
                <c:pt idx="709">
                  <c:v>0.99539619837</c:v>
                </c:pt>
                <c:pt idx="710">
                  <c:v>0.99619469809</c:v>
                </c:pt>
                <c:pt idx="711">
                  <c:v>0.99691733373</c:v>
                </c:pt>
                <c:pt idx="712">
                  <c:v>0.99756405026</c:v>
                </c:pt>
                <c:pt idx="713">
                  <c:v>0.99813479842</c:v>
                </c:pt>
                <c:pt idx="714">
                  <c:v>0.99862953475</c:v>
                </c:pt>
                <c:pt idx="715">
                  <c:v>0.99904822158</c:v>
                </c:pt>
                <c:pt idx="716">
                  <c:v>0.99939082702</c:v>
                </c:pt>
                <c:pt idx="717">
                  <c:v>0.99965732498</c:v>
                </c:pt>
                <c:pt idx="718">
                  <c:v>0.99984769516</c:v>
                </c:pt>
                <c:pt idx="719">
                  <c:v>0.99996192306</c:v>
                </c:pt>
                <c:pt idx="720">
                  <c:v>1</c:v>
                </c:pt>
              </c:numCache>
            </c:numRef>
          </c:xVal>
          <c:yVal>
            <c:numRef>
              <c:f>'Chart Data'!$B$2:$B$722</c:f>
              <c:numCache>
                <c:formatCode>0.0</c:formatCode>
                <c:ptCount val="721"/>
                <c:pt idx="0">
                  <c:v>0.42261826174</c:v>
                </c:pt>
                <c:pt idx="1">
                  <c:v>0.43051109681</c:v>
                </c:pt>
                <c:pt idx="2">
                  <c:v>0.43837114679</c:v>
                </c:pt>
                <c:pt idx="3">
                  <c:v>0.44619781311</c:v>
                </c:pt>
                <c:pt idx="4">
                  <c:v>0.45399049974</c:v>
                </c:pt>
                <c:pt idx="5">
                  <c:v>0.46174861324</c:v>
                </c:pt>
                <c:pt idx="6">
                  <c:v>0.46947156279</c:v>
                </c:pt>
                <c:pt idx="7">
                  <c:v>0.47715876026</c:v>
                </c:pt>
                <c:pt idx="8">
                  <c:v>0.48480962025</c:v>
                </c:pt>
                <c:pt idx="9">
                  <c:v>0.4924235601</c:v>
                </c:pt>
                <c:pt idx="10">
                  <c:v>0.5</c:v>
                </c:pt>
                <c:pt idx="11">
                  <c:v>0.50753836296</c:v>
                </c:pt>
                <c:pt idx="12">
                  <c:v>0.51503807491</c:v>
                </c:pt>
                <c:pt idx="13">
                  <c:v>0.52249856472</c:v>
                </c:pt>
                <c:pt idx="14">
                  <c:v>0.52991926423</c:v>
                </c:pt>
                <c:pt idx="15">
                  <c:v>0.53729960835</c:v>
                </c:pt>
                <c:pt idx="16">
                  <c:v>0.54463903502</c:v>
                </c:pt>
                <c:pt idx="17">
                  <c:v>0.55193698531</c:v>
                </c:pt>
                <c:pt idx="18">
                  <c:v>0.55919290347</c:v>
                </c:pt>
                <c:pt idx="19">
                  <c:v>0.56640623692</c:v>
                </c:pt>
                <c:pt idx="20">
                  <c:v>0.57357643635</c:v>
                </c:pt>
                <c:pt idx="21">
                  <c:v>0.58070295571</c:v>
                </c:pt>
                <c:pt idx="22">
                  <c:v>0.58778525229</c:v>
                </c:pt>
                <c:pt idx="23">
                  <c:v>0.59482278675</c:v>
                </c:pt>
                <c:pt idx="24">
                  <c:v>0.60181502315</c:v>
                </c:pt>
                <c:pt idx="25">
                  <c:v>0.60876142901</c:v>
                </c:pt>
                <c:pt idx="26">
                  <c:v>0.61566147533</c:v>
                </c:pt>
                <c:pt idx="27">
                  <c:v>0.62251463664</c:v>
                </c:pt>
                <c:pt idx="28">
                  <c:v>0.62932039105</c:v>
                </c:pt>
                <c:pt idx="29">
                  <c:v>0.63607822028</c:v>
                </c:pt>
                <c:pt idx="30">
                  <c:v>0.64278760969</c:v>
                </c:pt>
                <c:pt idx="31">
                  <c:v>0.64944804833</c:v>
                </c:pt>
                <c:pt idx="32">
                  <c:v>0.65605902899</c:v>
                </c:pt>
                <c:pt idx="33">
                  <c:v>0.66262004822</c:v>
                </c:pt>
                <c:pt idx="34">
                  <c:v>0.66913060636</c:v>
                </c:pt>
                <c:pt idx="35">
                  <c:v>0.67559020762</c:v>
                </c:pt>
                <c:pt idx="36">
                  <c:v>0.68199836006</c:v>
                </c:pt>
                <c:pt idx="37">
                  <c:v>0.68835457569</c:v>
                </c:pt>
                <c:pt idx="38">
                  <c:v>0.69465837046</c:v>
                </c:pt>
                <c:pt idx="39">
                  <c:v>0.7009092643</c:v>
                </c:pt>
                <c:pt idx="40">
                  <c:v>0.70710678119</c:v>
                </c:pt>
                <c:pt idx="41">
                  <c:v>0.71325044915</c:v>
                </c:pt>
                <c:pt idx="42">
                  <c:v>0.71933980034</c:v>
                </c:pt>
                <c:pt idx="43">
                  <c:v>0.72537437101</c:v>
                </c:pt>
                <c:pt idx="44">
                  <c:v>0.73135370162</c:v>
                </c:pt>
                <c:pt idx="45">
                  <c:v>0.73727733681</c:v>
                </c:pt>
                <c:pt idx="46">
                  <c:v>0.74314482548</c:v>
                </c:pt>
                <c:pt idx="47">
                  <c:v>0.74895572079</c:v>
                </c:pt>
                <c:pt idx="48">
                  <c:v>0.75470958022</c:v>
                </c:pt>
                <c:pt idx="49">
                  <c:v>0.7604059656</c:v>
                </c:pt>
                <c:pt idx="50">
                  <c:v>0.76604444312</c:v>
                </c:pt>
                <c:pt idx="51">
                  <c:v>0.77162458339</c:v>
                </c:pt>
                <c:pt idx="52">
                  <c:v>0.77714596146</c:v>
                </c:pt>
                <c:pt idx="53">
                  <c:v>0.78260815685</c:v>
                </c:pt>
                <c:pt idx="54">
                  <c:v>0.78801075361</c:v>
                </c:pt>
                <c:pt idx="55">
                  <c:v>0.79335334029</c:v>
                </c:pt>
                <c:pt idx="56">
                  <c:v>0.79863551005</c:v>
                </c:pt>
                <c:pt idx="57">
                  <c:v>0.80385686062</c:v>
                </c:pt>
                <c:pt idx="58">
                  <c:v>0.80901699437</c:v>
                </c:pt>
                <c:pt idx="59">
                  <c:v>0.81411551836</c:v>
                </c:pt>
                <c:pt idx="60">
                  <c:v>0.81915204429</c:v>
                </c:pt>
                <c:pt idx="61">
                  <c:v>0.82412618862</c:v>
                </c:pt>
                <c:pt idx="62">
                  <c:v>0.82903757256</c:v>
                </c:pt>
                <c:pt idx="63">
                  <c:v>0.83388582207</c:v>
                </c:pt>
                <c:pt idx="64">
                  <c:v>0.83867056795</c:v>
                </c:pt>
                <c:pt idx="65">
                  <c:v>0.84339144581</c:v>
                </c:pt>
                <c:pt idx="66">
                  <c:v>0.84804809616</c:v>
                </c:pt>
                <c:pt idx="67">
                  <c:v>0.85264016435</c:v>
                </c:pt>
                <c:pt idx="68">
                  <c:v>0.8571673007</c:v>
                </c:pt>
                <c:pt idx="69">
                  <c:v>0.86162916044</c:v>
                </c:pt>
                <c:pt idx="70">
                  <c:v>0.86602540378</c:v>
                </c:pt>
                <c:pt idx="71">
                  <c:v>0.87035569594</c:v>
                </c:pt>
                <c:pt idx="72">
                  <c:v>0.87461970714</c:v>
                </c:pt>
                <c:pt idx="73">
                  <c:v>0.87881711266</c:v>
                </c:pt>
                <c:pt idx="74">
                  <c:v>0.88294759286</c:v>
                </c:pt>
                <c:pt idx="75">
                  <c:v>0.88701083318</c:v>
                </c:pt>
                <c:pt idx="76">
                  <c:v>0.89100652419</c:v>
                </c:pt>
                <c:pt idx="77">
                  <c:v>0.8949343616</c:v>
                </c:pt>
                <c:pt idx="78">
                  <c:v>0.8987940463</c:v>
                </c:pt>
                <c:pt idx="79">
                  <c:v>0.90258528435</c:v>
                </c:pt>
                <c:pt idx="80">
                  <c:v>0.90630778704</c:v>
                </c:pt>
                <c:pt idx="81">
                  <c:v>0.90996127088</c:v>
                </c:pt>
                <c:pt idx="82">
                  <c:v>0.91354545764</c:v>
                </c:pt>
                <c:pt idx="83">
                  <c:v>0.91706007439</c:v>
                </c:pt>
                <c:pt idx="84">
                  <c:v>0.92050485345</c:v>
                </c:pt>
                <c:pt idx="85">
                  <c:v>0.92387953251</c:v>
                </c:pt>
                <c:pt idx="86">
                  <c:v>0.92718385457</c:v>
                </c:pt>
                <c:pt idx="87">
                  <c:v>0.93041756798</c:v>
                </c:pt>
                <c:pt idx="88">
                  <c:v>0.9335804265</c:v>
                </c:pt>
                <c:pt idx="89">
                  <c:v>0.93667218925</c:v>
                </c:pt>
                <c:pt idx="90">
                  <c:v>0.93969262079</c:v>
                </c:pt>
                <c:pt idx="91">
                  <c:v>0.94264149109</c:v>
                </c:pt>
                <c:pt idx="92">
                  <c:v>0.9455185756</c:v>
                </c:pt>
                <c:pt idx="93">
                  <c:v>0.94832365521</c:v>
                </c:pt>
                <c:pt idx="94">
                  <c:v>0.9510565163</c:v>
                </c:pt>
                <c:pt idx="95">
                  <c:v>0.95371695075</c:v>
                </c:pt>
                <c:pt idx="96">
                  <c:v>0.95630475596</c:v>
                </c:pt>
                <c:pt idx="97">
                  <c:v>0.95881973487</c:v>
                </c:pt>
                <c:pt idx="98">
                  <c:v>0.96126169594</c:v>
                </c:pt>
                <c:pt idx="99">
                  <c:v>0.96363045321</c:v>
                </c:pt>
                <c:pt idx="100">
                  <c:v>0.96592582629</c:v>
                </c:pt>
                <c:pt idx="101">
                  <c:v>0.96814764038</c:v>
                </c:pt>
                <c:pt idx="102">
                  <c:v>0.97029572628</c:v>
                </c:pt>
                <c:pt idx="103">
                  <c:v>0.9723699204</c:v>
                </c:pt>
                <c:pt idx="104">
                  <c:v>0.97437006479</c:v>
                </c:pt>
                <c:pt idx="105">
                  <c:v>0.97629600712</c:v>
                </c:pt>
                <c:pt idx="106">
                  <c:v>0.97814760073</c:v>
                </c:pt>
                <c:pt idx="107">
                  <c:v>0.97992470462</c:v>
                </c:pt>
                <c:pt idx="108">
                  <c:v>0.98162718345</c:v>
                </c:pt>
                <c:pt idx="109">
                  <c:v>0.98325490756</c:v>
                </c:pt>
                <c:pt idx="110">
                  <c:v>0.98480775301</c:v>
                </c:pt>
                <c:pt idx="111">
                  <c:v>0.98628560154</c:v>
                </c:pt>
                <c:pt idx="112">
                  <c:v>0.9876883406</c:v>
                </c:pt>
                <c:pt idx="113">
                  <c:v>0.98901586336</c:v>
                </c:pt>
                <c:pt idx="114">
                  <c:v>0.99026806874</c:v>
                </c:pt>
                <c:pt idx="115">
                  <c:v>0.99144486137</c:v>
                </c:pt>
                <c:pt idx="116">
                  <c:v>0.99254615164</c:v>
                </c:pt>
                <c:pt idx="117">
                  <c:v>0.99357185568</c:v>
                </c:pt>
                <c:pt idx="118">
                  <c:v>0.99452189537</c:v>
                </c:pt>
                <c:pt idx="119">
                  <c:v>0.99539619837</c:v>
                </c:pt>
                <c:pt idx="120">
                  <c:v>0.99619469809</c:v>
                </c:pt>
                <c:pt idx="121">
                  <c:v>0.99691733373</c:v>
                </c:pt>
                <c:pt idx="122">
                  <c:v>0.99756405026</c:v>
                </c:pt>
                <c:pt idx="123">
                  <c:v>0.99813479842</c:v>
                </c:pt>
                <c:pt idx="124">
                  <c:v>0.99862953475</c:v>
                </c:pt>
                <c:pt idx="125">
                  <c:v>0.99904822158</c:v>
                </c:pt>
                <c:pt idx="126">
                  <c:v>0.99939082702</c:v>
                </c:pt>
                <c:pt idx="127">
                  <c:v>0.99965732498</c:v>
                </c:pt>
                <c:pt idx="128">
                  <c:v>0.99984769516</c:v>
                </c:pt>
                <c:pt idx="129">
                  <c:v>0.99996192306</c:v>
                </c:pt>
                <c:pt idx="130">
                  <c:v>1</c:v>
                </c:pt>
                <c:pt idx="131">
                  <c:v>0.99996192306</c:v>
                </c:pt>
                <c:pt idx="132">
                  <c:v>0.99984769516</c:v>
                </c:pt>
                <c:pt idx="133">
                  <c:v>0.99965732498</c:v>
                </c:pt>
                <c:pt idx="134">
                  <c:v>0.99939082702</c:v>
                </c:pt>
                <c:pt idx="135">
                  <c:v>0.99904822158</c:v>
                </c:pt>
                <c:pt idx="136">
                  <c:v>0.99862953475</c:v>
                </c:pt>
                <c:pt idx="137">
                  <c:v>0.99813479842</c:v>
                </c:pt>
                <c:pt idx="138">
                  <c:v>0.99756405026</c:v>
                </c:pt>
                <c:pt idx="139">
                  <c:v>0.99691733373</c:v>
                </c:pt>
                <c:pt idx="140">
                  <c:v>0.99619469809</c:v>
                </c:pt>
                <c:pt idx="141">
                  <c:v>0.99539619837</c:v>
                </c:pt>
                <c:pt idx="142">
                  <c:v>0.99452189537</c:v>
                </c:pt>
                <c:pt idx="143">
                  <c:v>0.99357185568</c:v>
                </c:pt>
                <c:pt idx="144">
                  <c:v>0.99254615164</c:v>
                </c:pt>
                <c:pt idx="145">
                  <c:v>0.99144486137</c:v>
                </c:pt>
                <c:pt idx="146">
                  <c:v>0.99026806874</c:v>
                </c:pt>
                <c:pt idx="147">
                  <c:v>0.98901586336</c:v>
                </c:pt>
                <c:pt idx="148">
                  <c:v>0.9876883406</c:v>
                </c:pt>
                <c:pt idx="149">
                  <c:v>0.98628560154</c:v>
                </c:pt>
                <c:pt idx="150">
                  <c:v>0.98480775301</c:v>
                </c:pt>
                <c:pt idx="151">
                  <c:v>0.98325490756</c:v>
                </c:pt>
                <c:pt idx="152">
                  <c:v>0.98162718345</c:v>
                </c:pt>
                <c:pt idx="153">
                  <c:v>0.97992470462</c:v>
                </c:pt>
                <c:pt idx="154">
                  <c:v>0.97814760073</c:v>
                </c:pt>
                <c:pt idx="155">
                  <c:v>0.97629600712</c:v>
                </c:pt>
                <c:pt idx="156">
                  <c:v>0.97437006479</c:v>
                </c:pt>
                <c:pt idx="157">
                  <c:v>0.9723699204</c:v>
                </c:pt>
                <c:pt idx="158">
                  <c:v>0.97029572628</c:v>
                </c:pt>
                <c:pt idx="159">
                  <c:v>0.96814764038</c:v>
                </c:pt>
                <c:pt idx="160">
                  <c:v>0.96592582629</c:v>
                </c:pt>
                <c:pt idx="161">
                  <c:v>0.96363045321</c:v>
                </c:pt>
                <c:pt idx="162">
                  <c:v>0.96126169594</c:v>
                </c:pt>
                <c:pt idx="163">
                  <c:v>0.95881973487</c:v>
                </c:pt>
                <c:pt idx="164">
                  <c:v>0.95630475596</c:v>
                </c:pt>
                <c:pt idx="165">
                  <c:v>0.95371695075</c:v>
                </c:pt>
                <c:pt idx="166">
                  <c:v>0.9510565163</c:v>
                </c:pt>
                <c:pt idx="167">
                  <c:v>0.94832365521</c:v>
                </c:pt>
                <c:pt idx="168">
                  <c:v>0.9455185756</c:v>
                </c:pt>
                <c:pt idx="169">
                  <c:v>0.94264149109</c:v>
                </c:pt>
                <c:pt idx="170">
                  <c:v>0.93969262079</c:v>
                </c:pt>
                <c:pt idx="171">
                  <c:v>0.93667218925</c:v>
                </c:pt>
                <c:pt idx="172">
                  <c:v>0.9335804265</c:v>
                </c:pt>
                <c:pt idx="173">
                  <c:v>0.93041756798</c:v>
                </c:pt>
                <c:pt idx="174">
                  <c:v>0.92718385457</c:v>
                </c:pt>
                <c:pt idx="175">
                  <c:v>0.92387953251</c:v>
                </c:pt>
                <c:pt idx="176">
                  <c:v>0.92050485345</c:v>
                </c:pt>
                <c:pt idx="177">
                  <c:v>0.91706007439</c:v>
                </c:pt>
                <c:pt idx="178">
                  <c:v>0.91354545764</c:v>
                </c:pt>
                <c:pt idx="179">
                  <c:v>0.90996127088</c:v>
                </c:pt>
                <c:pt idx="180">
                  <c:v>0.90630778704</c:v>
                </c:pt>
                <c:pt idx="181">
                  <c:v>0.90258528435</c:v>
                </c:pt>
                <c:pt idx="182">
                  <c:v>0.8987940463</c:v>
                </c:pt>
                <c:pt idx="183">
                  <c:v>0.8949343616</c:v>
                </c:pt>
                <c:pt idx="184">
                  <c:v>0.89100652419</c:v>
                </c:pt>
                <c:pt idx="185">
                  <c:v>0.88701083318</c:v>
                </c:pt>
                <c:pt idx="186">
                  <c:v>0.88294759286</c:v>
                </c:pt>
                <c:pt idx="187">
                  <c:v>0.87881711266</c:v>
                </c:pt>
                <c:pt idx="188">
                  <c:v>0.87461970714</c:v>
                </c:pt>
                <c:pt idx="189">
                  <c:v>0.87035569594</c:v>
                </c:pt>
                <c:pt idx="190">
                  <c:v>0.86602540378</c:v>
                </c:pt>
                <c:pt idx="191">
                  <c:v>0.86162916044</c:v>
                </c:pt>
                <c:pt idx="192">
                  <c:v>0.8571673007</c:v>
                </c:pt>
                <c:pt idx="193">
                  <c:v>0.85264016435</c:v>
                </c:pt>
                <c:pt idx="194">
                  <c:v>0.84804809616</c:v>
                </c:pt>
                <c:pt idx="195">
                  <c:v>0.84339144581</c:v>
                </c:pt>
                <c:pt idx="196">
                  <c:v>0.83867056795</c:v>
                </c:pt>
                <c:pt idx="197">
                  <c:v>0.83388582207</c:v>
                </c:pt>
                <c:pt idx="198">
                  <c:v>0.82903757256</c:v>
                </c:pt>
                <c:pt idx="199">
                  <c:v>0.82412618862</c:v>
                </c:pt>
                <c:pt idx="200">
                  <c:v>0.81915204429</c:v>
                </c:pt>
                <c:pt idx="201">
                  <c:v>0.81411551836</c:v>
                </c:pt>
                <c:pt idx="202">
                  <c:v>0.80901699437</c:v>
                </c:pt>
                <c:pt idx="203">
                  <c:v>0.80385686062</c:v>
                </c:pt>
                <c:pt idx="204">
                  <c:v>0.79863551005</c:v>
                </c:pt>
                <c:pt idx="205">
                  <c:v>0.79335334029</c:v>
                </c:pt>
                <c:pt idx="206">
                  <c:v>0.78801075361</c:v>
                </c:pt>
                <c:pt idx="207">
                  <c:v>0.78260815685</c:v>
                </c:pt>
                <c:pt idx="208">
                  <c:v>0.77714596146</c:v>
                </c:pt>
                <c:pt idx="209">
                  <c:v>0.77162458339</c:v>
                </c:pt>
                <c:pt idx="210">
                  <c:v>0.76604444312</c:v>
                </c:pt>
                <c:pt idx="211">
                  <c:v>0.7604059656</c:v>
                </c:pt>
                <c:pt idx="212">
                  <c:v>0.75470958022</c:v>
                </c:pt>
                <c:pt idx="213">
                  <c:v>0.74895572079</c:v>
                </c:pt>
                <c:pt idx="214">
                  <c:v>0.74314482548</c:v>
                </c:pt>
                <c:pt idx="215">
                  <c:v>0.73727733681</c:v>
                </c:pt>
                <c:pt idx="216">
                  <c:v>0.73135370162</c:v>
                </c:pt>
                <c:pt idx="217">
                  <c:v>0.72537437101</c:v>
                </c:pt>
                <c:pt idx="218">
                  <c:v>0.71933980034</c:v>
                </c:pt>
                <c:pt idx="219">
                  <c:v>0.71325044915</c:v>
                </c:pt>
                <c:pt idx="220">
                  <c:v>0.70710678119</c:v>
                </c:pt>
                <c:pt idx="221">
                  <c:v>0.7009092643</c:v>
                </c:pt>
                <c:pt idx="222">
                  <c:v>0.69465837046</c:v>
                </c:pt>
                <c:pt idx="223">
                  <c:v>0.68835457569</c:v>
                </c:pt>
                <c:pt idx="224">
                  <c:v>0.68199836006</c:v>
                </c:pt>
                <c:pt idx="225">
                  <c:v>0.67559020762</c:v>
                </c:pt>
                <c:pt idx="226">
                  <c:v>0.66913060636</c:v>
                </c:pt>
                <c:pt idx="227">
                  <c:v>0.66262004822</c:v>
                </c:pt>
                <c:pt idx="228">
                  <c:v>0.65605902899</c:v>
                </c:pt>
                <c:pt idx="229">
                  <c:v>0.64944804833</c:v>
                </c:pt>
                <c:pt idx="230">
                  <c:v>0.64278760969</c:v>
                </c:pt>
                <c:pt idx="231">
                  <c:v>0.63607822028</c:v>
                </c:pt>
                <c:pt idx="232">
                  <c:v>0.62932039105</c:v>
                </c:pt>
                <c:pt idx="233">
                  <c:v>0.62251463664</c:v>
                </c:pt>
                <c:pt idx="234">
                  <c:v>0.61566147533</c:v>
                </c:pt>
                <c:pt idx="235">
                  <c:v>0.60876142901</c:v>
                </c:pt>
                <c:pt idx="236">
                  <c:v>0.60181502315</c:v>
                </c:pt>
                <c:pt idx="237">
                  <c:v>0.59482278675</c:v>
                </c:pt>
                <c:pt idx="238">
                  <c:v>0.58778525229</c:v>
                </c:pt>
                <c:pt idx="239">
                  <c:v>0.58070295571</c:v>
                </c:pt>
                <c:pt idx="240">
                  <c:v>0.57357643635</c:v>
                </c:pt>
                <c:pt idx="241">
                  <c:v>0.56640623692</c:v>
                </c:pt>
                <c:pt idx="242">
                  <c:v>0.55919290347</c:v>
                </c:pt>
                <c:pt idx="243">
                  <c:v>0.55193698531</c:v>
                </c:pt>
                <c:pt idx="244">
                  <c:v>0.54463903502</c:v>
                </c:pt>
                <c:pt idx="245">
                  <c:v>0.53729960835</c:v>
                </c:pt>
                <c:pt idx="246">
                  <c:v>0.52991926423</c:v>
                </c:pt>
                <c:pt idx="247">
                  <c:v>0.52249856472</c:v>
                </c:pt>
                <c:pt idx="248">
                  <c:v>0.51503807491</c:v>
                </c:pt>
                <c:pt idx="249">
                  <c:v>0.50753836296</c:v>
                </c:pt>
                <c:pt idx="250">
                  <c:v>0.5</c:v>
                </c:pt>
                <c:pt idx="251">
                  <c:v>0.4924235601</c:v>
                </c:pt>
                <c:pt idx="252">
                  <c:v>0.48480962025</c:v>
                </c:pt>
                <c:pt idx="253">
                  <c:v>0.47715876026</c:v>
                </c:pt>
                <c:pt idx="254">
                  <c:v>0.46947156279</c:v>
                </c:pt>
                <c:pt idx="255">
                  <c:v>0.46174861324</c:v>
                </c:pt>
                <c:pt idx="256">
                  <c:v>0.45399049974</c:v>
                </c:pt>
                <c:pt idx="257">
                  <c:v>0.44619781311</c:v>
                </c:pt>
                <c:pt idx="258">
                  <c:v>0.43837114679</c:v>
                </c:pt>
                <c:pt idx="259">
                  <c:v>0.43051109681</c:v>
                </c:pt>
                <c:pt idx="260">
                  <c:v>0.42261826174</c:v>
                </c:pt>
                <c:pt idx="261">
                  <c:v>0.41469324266</c:v>
                </c:pt>
                <c:pt idx="262">
                  <c:v>0.40673664308</c:v>
                </c:pt>
                <c:pt idx="263">
                  <c:v>0.39874906893</c:v>
                </c:pt>
                <c:pt idx="264">
                  <c:v>0.39073112849</c:v>
                </c:pt>
                <c:pt idx="265">
                  <c:v>0.38268343237</c:v>
                </c:pt>
                <c:pt idx="266">
                  <c:v>0.37460659342</c:v>
                </c:pt>
                <c:pt idx="267">
                  <c:v>0.36650122672</c:v>
                </c:pt>
                <c:pt idx="268">
                  <c:v>0.35836794955</c:v>
                </c:pt>
                <c:pt idx="269">
                  <c:v>0.35020738126</c:v>
                </c:pt>
                <c:pt idx="270">
                  <c:v>0.34202014333</c:v>
                </c:pt>
                <c:pt idx="271">
                  <c:v>0.33380685923</c:v>
                </c:pt>
                <c:pt idx="272">
                  <c:v>0.32556815446</c:v>
                </c:pt>
                <c:pt idx="273">
                  <c:v>0.31730465641</c:v>
                </c:pt>
                <c:pt idx="274">
                  <c:v>0.30901699437</c:v>
                </c:pt>
                <c:pt idx="275">
                  <c:v>0.3007057995</c:v>
                </c:pt>
                <c:pt idx="276">
                  <c:v>0.29237170472</c:v>
                </c:pt>
                <c:pt idx="277">
                  <c:v>0.2840153447</c:v>
                </c:pt>
                <c:pt idx="278">
                  <c:v>0.27563735582</c:v>
                </c:pt>
                <c:pt idx="279">
                  <c:v>0.26723837608</c:v>
                </c:pt>
                <c:pt idx="280">
                  <c:v>0.2588190451</c:v>
                </c:pt>
                <c:pt idx="281">
                  <c:v>0.25038000405</c:v>
                </c:pt>
                <c:pt idx="282">
                  <c:v>0.2419218956</c:v>
                </c:pt>
                <c:pt idx="283">
                  <c:v>0.23344536386</c:v>
                </c:pt>
                <c:pt idx="284">
                  <c:v>0.22495105434</c:v>
                </c:pt>
                <c:pt idx="285">
                  <c:v>0.21643961394</c:v>
                </c:pt>
                <c:pt idx="286">
                  <c:v>0.20791169082</c:v>
                </c:pt>
                <c:pt idx="287">
                  <c:v>0.19936793442</c:v>
                </c:pt>
                <c:pt idx="288">
                  <c:v>0.19080899538</c:v>
                </c:pt>
                <c:pt idx="289">
                  <c:v>0.18223552549</c:v>
                </c:pt>
                <c:pt idx="290">
                  <c:v>0.17364817767</c:v>
                </c:pt>
                <c:pt idx="291">
                  <c:v>0.16504760586</c:v>
                </c:pt>
                <c:pt idx="292">
                  <c:v>0.15643446504</c:v>
                </c:pt>
                <c:pt idx="293">
                  <c:v>0.14780941113</c:v>
                </c:pt>
                <c:pt idx="294">
                  <c:v>0.13917310096</c:v>
                </c:pt>
                <c:pt idx="295">
                  <c:v>0.13052619222</c:v>
                </c:pt>
                <c:pt idx="296">
                  <c:v>0.12186934341</c:v>
                </c:pt>
                <c:pt idx="297">
                  <c:v>0.11320321377</c:v>
                </c:pt>
                <c:pt idx="298">
                  <c:v>0.10452846327</c:v>
                </c:pt>
                <c:pt idx="299">
                  <c:v>0.09584575252</c:v>
                </c:pt>
                <c:pt idx="300">
                  <c:v>0.087155742748</c:v>
                </c:pt>
                <c:pt idx="301">
                  <c:v>0.078459095728</c:v>
                </c:pt>
                <c:pt idx="302">
                  <c:v>0.069756473744</c:v>
                </c:pt>
                <c:pt idx="303">
                  <c:v>0.061048539535</c:v>
                </c:pt>
                <c:pt idx="304">
                  <c:v>0.052335956243</c:v>
                </c:pt>
                <c:pt idx="305">
                  <c:v>0.043619387365</c:v>
                </c:pt>
                <c:pt idx="306">
                  <c:v>0.034899496703</c:v>
                </c:pt>
                <c:pt idx="307">
                  <c:v>0.026176948308</c:v>
                </c:pt>
                <c:pt idx="308">
                  <c:v>0.017452406437</c:v>
                </c:pt>
                <c:pt idx="309">
                  <c:v>0.0087265354984</c:v>
                </c:pt>
                <c:pt idx="310">
                  <c:v>0</c:v>
                </c:pt>
                <c:pt idx="311">
                  <c:v>-0.0087265354984</c:v>
                </c:pt>
                <c:pt idx="312">
                  <c:v>-0.017452406437</c:v>
                </c:pt>
                <c:pt idx="313">
                  <c:v>-0.026176948308</c:v>
                </c:pt>
                <c:pt idx="314">
                  <c:v>-0.034899496703</c:v>
                </c:pt>
                <c:pt idx="315">
                  <c:v>-0.043619387365</c:v>
                </c:pt>
                <c:pt idx="316">
                  <c:v>-0.052335956243</c:v>
                </c:pt>
                <c:pt idx="317">
                  <c:v>-0.061048539535</c:v>
                </c:pt>
                <c:pt idx="318">
                  <c:v>-0.069756473744</c:v>
                </c:pt>
                <c:pt idx="319">
                  <c:v>-0.078459095728</c:v>
                </c:pt>
                <c:pt idx="320">
                  <c:v>-0.087155742748</c:v>
                </c:pt>
                <c:pt idx="321">
                  <c:v>-0.09584575252</c:v>
                </c:pt>
                <c:pt idx="322">
                  <c:v>-0.10452846327</c:v>
                </c:pt>
                <c:pt idx="323">
                  <c:v>-0.11320321377</c:v>
                </c:pt>
                <c:pt idx="324">
                  <c:v>-0.12186934341</c:v>
                </c:pt>
                <c:pt idx="325">
                  <c:v>-0.13052619222</c:v>
                </c:pt>
                <c:pt idx="326">
                  <c:v>-0.13917310096</c:v>
                </c:pt>
                <c:pt idx="327">
                  <c:v>-0.14780941113</c:v>
                </c:pt>
                <c:pt idx="328">
                  <c:v>-0.15643446504</c:v>
                </c:pt>
                <c:pt idx="329">
                  <c:v>-0.16504760586</c:v>
                </c:pt>
                <c:pt idx="330">
                  <c:v>-0.17364817767</c:v>
                </c:pt>
                <c:pt idx="331">
                  <c:v>-0.18223552549</c:v>
                </c:pt>
                <c:pt idx="332">
                  <c:v>-0.19080899538</c:v>
                </c:pt>
                <c:pt idx="333">
                  <c:v>-0.19936793442</c:v>
                </c:pt>
                <c:pt idx="334">
                  <c:v>-0.20791169082</c:v>
                </c:pt>
                <c:pt idx="335">
                  <c:v>-0.21643961394</c:v>
                </c:pt>
                <c:pt idx="336">
                  <c:v>-0.22495105434</c:v>
                </c:pt>
                <c:pt idx="337">
                  <c:v>-0.23344536386</c:v>
                </c:pt>
                <c:pt idx="338">
                  <c:v>-0.2419218956</c:v>
                </c:pt>
                <c:pt idx="339">
                  <c:v>-0.25038000405</c:v>
                </c:pt>
                <c:pt idx="340">
                  <c:v>-0.2588190451</c:v>
                </c:pt>
                <c:pt idx="341">
                  <c:v>-0.26723837608</c:v>
                </c:pt>
                <c:pt idx="342">
                  <c:v>-0.27563735582</c:v>
                </c:pt>
                <c:pt idx="343">
                  <c:v>-0.2840153447</c:v>
                </c:pt>
                <c:pt idx="344">
                  <c:v>-0.29237170472</c:v>
                </c:pt>
                <c:pt idx="345">
                  <c:v>-0.3007057995</c:v>
                </c:pt>
                <c:pt idx="346">
                  <c:v>-0.30901699437</c:v>
                </c:pt>
                <c:pt idx="347">
                  <c:v>-0.31730465641</c:v>
                </c:pt>
                <c:pt idx="348">
                  <c:v>-0.32556815446</c:v>
                </c:pt>
                <c:pt idx="349">
                  <c:v>-0.33380685923</c:v>
                </c:pt>
                <c:pt idx="350">
                  <c:v>-0.34202014333</c:v>
                </c:pt>
                <c:pt idx="351">
                  <c:v>-0.35020738126</c:v>
                </c:pt>
                <c:pt idx="352">
                  <c:v>-0.35836794955</c:v>
                </c:pt>
                <c:pt idx="353">
                  <c:v>-0.36650122672</c:v>
                </c:pt>
                <c:pt idx="354">
                  <c:v>-0.37460659342</c:v>
                </c:pt>
                <c:pt idx="355">
                  <c:v>-0.38268343237</c:v>
                </c:pt>
                <c:pt idx="356">
                  <c:v>-0.39073112849</c:v>
                </c:pt>
                <c:pt idx="357">
                  <c:v>-0.39874906893</c:v>
                </c:pt>
                <c:pt idx="358">
                  <c:v>-0.40673664308</c:v>
                </c:pt>
                <c:pt idx="359">
                  <c:v>-0.41469324266</c:v>
                </c:pt>
                <c:pt idx="360">
                  <c:v>-0.42261826174</c:v>
                </c:pt>
                <c:pt idx="361">
                  <c:v>-0.43051109681</c:v>
                </c:pt>
                <c:pt idx="362">
                  <c:v>-0.43837114679</c:v>
                </c:pt>
                <c:pt idx="363">
                  <c:v>-0.44619781311</c:v>
                </c:pt>
                <c:pt idx="364">
                  <c:v>-0.45399049974</c:v>
                </c:pt>
                <c:pt idx="365">
                  <c:v>-0.46174861324</c:v>
                </c:pt>
                <c:pt idx="366">
                  <c:v>-0.46947156279</c:v>
                </c:pt>
                <c:pt idx="367">
                  <c:v>-0.47715876026</c:v>
                </c:pt>
                <c:pt idx="368">
                  <c:v>-0.48480962025</c:v>
                </c:pt>
                <c:pt idx="369">
                  <c:v>-0.4924235601</c:v>
                </c:pt>
                <c:pt idx="370">
                  <c:v>-0.5</c:v>
                </c:pt>
                <c:pt idx="371">
                  <c:v>-0.50753836296</c:v>
                </c:pt>
                <c:pt idx="372">
                  <c:v>-0.51503807491</c:v>
                </c:pt>
                <c:pt idx="373">
                  <c:v>-0.52249856472</c:v>
                </c:pt>
                <c:pt idx="374">
                  <c:v>-0.52991926423</c:v>
                </c:pt>
                <c:pt idx="375">
                  <c:v>-0.53729960835</c:v>
                </c:pt>
                <c:pt idx="376">
                  <c:v>-0.54463903502</c:v>
                </c:pt>
                <c:pt idx="377">
                  <c:v>-0.55193698531</c:v>
                </c:pt>
                <c:pt idx="378">
                  <c:v>-0.55919290347</c:v>
                </c:pt>
                <c:pt idx="379">
                  <c:v>-0.56640623692</c:v>
                </c:pt>
                <c:pt idx="380">
                  <c:v>-0.57357643635</c:v>
                </c:pt>
                <c:pt idx="381">
                  <c:v>-0.58070295571</c:v>
                </c:pt>
                <c:pt idx="382">
                  <c:v>-0.58778525229</c:v>
                </c:pt>
                <c:pt idx="383">
                  <c:v>-0.59482278675</c:v>
                </c:pt>
                <c:pt idx="384">
                  <c:v>-0.60181502315</c:v>
                </c:pt>
                <c:pt idx="385">
                  <c:v>-0.60876142901</c:v>
                </c:pt>
                <c:pt idx="386">
                  <c:v>-0.61566147533</c:v>
                </c:pt>
                <c:pt idx="387">
                  <c:v>-0.62251463664</c:v>
                </c:pt>
                <c:pt idx="388">
                  <c:v>-0.62932039105</c:v>
                </c:pt>
                <c:pt idx="389">
                  <c:v>-0.63607822028</c:v>
                </c:pt>
                <c:pt idx="390">
                  <c:v>-0.64278760969</c:v>
                </c:pt>
                <c:pt idx="391">
                  <c:v>-0.64944804833</c:v>
                </c:pt>
                <c:pt idx="392">
                  <c:v>-0.65605902899</c:v>
                </c:pt>
                <c:pt idx="393">
                  <c:v>-0.66262004822</c:v>
                </c:pt>
                <c:pt idx="394">
                  <c:v>-0.66913060636</c:v>
                </c:pt>
                <c:pt idx="395">
                  <c:v>-0.67559020762</c:v>
                </c:pt>
                <c:pt idx="396">
                  <c:v>-0.68199836006</c:v>
                </c:pt>
                <c:pt idx="397">
                  <c:v>-0.68835457569</c:v>
                </c:pt>
                <c:pt idx="398">
                  <c:v>-0.69465837046</c:v>
                </c:pt>
                <c:pt idx="399">
                  <c:v>-0.7009092643</c:v>
                </c:pt>
                <c:pt idx="400">
                  <c:v>-0.70710678119</c:v>
                </c:pt>
                <c:pt idx="401">
                  <c:v>-0.71325044915</c:v>
                </c:pt>
                <c:pt idx="402">
                  <c:v>-0.71933980034</c:v>
                </c:pt>
                <c:pt idx="403">
                  <c:v>-0.72537437101</c:v>
                </c:pt>
                <c:pt idx="404">
                  <c:v>-0.73135370162</c:v>
                </c:pt>
                <c:pt idx="405">
                  <c:v>-0.73727733681</c:v>
                </c:pt>
                <c:pt idx="406">
                  <c:v>-0.74314482548</c:v>
                </c:pt>
                <c:pt idx="407">
                  <c:v>-0.74895572079</c:v>
                </c:pt>
                <c:pt idx="408">
                  <c:v>-0.75470958022</c:v>
                </c:pt>
                <c:pt idx="409">
                  <c:v>-0.7604059656</c:v>
                </c:pt>
                <c:pt idx="410">
                  <c:v>-0.76604444312</c:v>
                </c:pt>
                <c:pt idx="411">
                  <c:v>-0.77162458339</c:v>
                </c:pt>
                <c:pt idx="412">
                  <c:v>-0.77714596146</c:v>
                </c:pt>
                <c:pt idx="413">
                  <c:v>-0.78260815685</c:v>
                </c:pt>
                <c:pt idx="414">
                  <c:v>-0.78801075361</c:v>
                </c:pt>
                <c:pt idx="415">
                  <c:v>-0.79335334029</c:v>
                </c:pt>
                <c:pt idx="416">
                  <c:v>-0.79863551005</c:v>
                </c:pt>
                <c:pt idx="417">
                  <c:v>-0.80385686062</c:v>
                </c:pt>
                <c:pt idx="418">
                  <c:v>-0.80901699437</c:v>
                </c:pt>
                <c:pt idx="419">
                  <c:v>-0.81411551836</c:v>
                </c:pt>
                <c:pt idx="420">
                  <c:v>-0.81915204429</c:v>
                </c:pt>
                <c:pt idx="421">
                  <c:v>-0.82412618862</c:v>
                </c:pt>
                <c:pt idx="422">
                  <c:v>-0.82903757256</c:v>
                </c:pt>
                <c:pt idx="423">
                  <c:v>-0.83388582207</c:v>
                </c:pt>
                <c:pt idx="424">
                  <c:v>-0.83867056795</c:v>
                </c:pt>
                <c:pt idx="425">
                  <c:v>-0.84339144581</c:v>
                </c:pt>
                <c:pt idx="426">
                  <c:v>-0.84804809616</c:v>
                </c:pt>
                <c:pt idx="427">
                  <c:v>-0.85264016435</c:v>
                </c:pt>
                <c:pt idx="428">
                  <c:v>-0.8571673007</c:v>
                </c:pt>
                <c:pt idx="429">
                  <c:v>-0.86162916044</c:v>
                </c:pt>
                <c:pt idx="430">
                  <c:v>-0.86602540378</c:v>
                </c:pt>
                <c:pt idx="431">
                  <c:v>-0.87035569594</c:v>
                </c:pt>
                <c:pt idx="432">
                  <c:v>-0.87461970714</c:v>
                </c:pt>
                <c:pt idx="433">
                  <c:v>-0.87881711266</c:v>
                </c:pt>
                <c:pt idx="434">
                  <c:v>-0.88294759286</c:v>
                </c:pt>
                <c:pt idx="435">
                  <c:v>-0.88701083318</c:v>
                </c:pt>
                <c:pt idx="436">
                  <c:v>-0.89100652419</c:v>
                </c:pt>
                <c:pt idx="437">
                  <c:v>-0.8949343616</c:v>
                </c:pt>
                <c:pt idx="438">
                  <c:v>-0.8987940463</c:v>
                </c:pt>
                <c:pt idx="439">
                  <c:v>-0.90258528435</c:v>
                </c:pt>
                <c:pt idx="440">
                  <c:v>-0.90630778704</c:v>
                </c:pt>
                <c:pt idx="441">
                  <c:v>-0.90996127088</c:v>
                </c:pt>
                <c:pt idx="442">
                  <c:v>-0.91354545764</c:v>
                </c:pt>
                <c:pt idx="443">
                  <c:v>-0.91706007439</c:v>
                </c:pt>
                <c:pt idx="444">
                  <c:v>-0.92050485345</c:v>
                </c:pt>
                <c:pt idx="445">
                  <c:v>-0.92387953251</c:v>
                </c:pt>
                <c:pt idx="446">
                  <c:v>-0.92718385457</c:v>
                </c:pt>
                <c:pt idx="447">
                  <c:v>-0.93041756798</c:v>
                </c:pt>
                <c:pt idx="448">
                  <c:v>-0.9335804265</c:v>
                </c:pt>
                <c:pt idx="449">
                  <c:v>-0.93667218925</c:v>
                </c:pt>
                <c:pt idx="450">
                  <c:v>-0.93969262079</c:v>
                </c:pt>
                <c:pt idx="451">
                  <c:v>-0.94264149109</c:v>
                </c:pt>
                <c:pt idx="452">
                  <c:v>-0.9455185756</c:v>
                </c:pt>
                <c:pt idx="453">
                  <c:v>-0.94832365521</c:v>
                </c:pt>
                <c:pt idx="454">
                  <c:v>-0.9510565163</c:v>
                </c:pt>
                <c:pt idx="455">
                  <c:v>-0.95371695075</c:v>
                </c:pt>
                <c:pt idx="456">
                  <c:v>-0.95630475596</c:v>
                </c:pt>
                <c:pt idx="457">
                  <c:v>-0.95881973487</c:v>
                </c:pt>
                <c:pt idx="458">
                  <c:v>-0.96126169594</c:v>
                </c:pt>
                <c:pt idx="459">
                  <c:v>-0.96363045321</c:v>
                </c:pt>
                <c:pt idx="460">
                  <c:v>-0.96592582629</c:v>
                </c:pt>
                <c:pt idx="461">
                  <c:v>-0.96814764038</c:v>
                </c:pt>
                <c:pt idx="462">
                  <c:v>-0.97029572628</c:v>
                </c:pt>
                <c:pt idx="463">
                  <c:v>-0.9723699204</c:v>
                </c:pt>
                <c:pt idx="464">
                  <c:v>-0.97437006479</c:v>
                </c:pt>
                <c:pt idx="465">
                  <c:v>-0.97629600712</c:v>
                </c:pt>
                <c:pt idx="466">
                  <c:v>-0.97814760073</c:v>
                </c:pt>
                <c:pt idx="467">
                  <c:v>-0.97992470462</c:v>
                </c:pt>
                <c:pt idx="468">
                  <c:v>-0.98162718345</c:v>
                </c:pt>
                <c:pt idx="469">
                  <c:v>-0.98325490756</c:v>
                </c:pt>
                <c:pt idx="470">
                  <c:v>-0.98480775301</c:v>
                </c:pt>
                <c:pt idx="471">
                  <c:v>-0.98628560154</c:v>
                </c:pt>
                <c:pt idx="472">
                  <c:v>-0.9876883406</c:v>
                </c:pt>
                <c:pt idx="473">
                  <c:v>-0.98901586336</c:v>
                </c:pt>
                <c:pt idx="474">
                  <c:v>-0.99026806874</c:v>
                </c:pt>
                <c:pt idx="475">
                  <c:v>-0.99144486137</c:v>
                </c:pt>
                <c:pt idx="476">
                  <c:v>-0.99254615164</c:v>
                </c:pt>
                <c:pt idx="477">
                  <c:v>-0.99357185568</c:v>
                </c:pt>
                <c:pt idx="478">
                  <c:v>-0.99452189537</c:v>
                </c:pt>
                <c:pt idx="479">
                  <c:v>-0.99539619837</c:v>
                </c:pt>
                <c:pt idx="480">
                  <c:v>-0.99619469809</c:v>
                </c:pt>
                <c:pt idx="481">
                  <c:v>-0.99691733373</c:v>
                </c:pt>
                <c:pt idx="482">
                  <c:v>-0.99756405026</c:v>
                </c:pt>
                <c:pt idx="483">
                  <c:v>-0.99813479842</c:v>
                </c:pt>
                <c:pt idx="484">
                  <c:v>-0.99862953475</c:v>
                </c:pt>
                <c:pt idx="485">
                  <c:v>-0.99904822158</c:v>
                </c:pt>
                <c:pt idx="486">
                  <c:v>-0.99939082702</c:v>
                </c:pt>
                <c:pt idx="487">
                  <c:v>-0.99965732498</c:v>
                </c:pt>
                <c:pt idx="488">
                  <c:v>-0.99984769516</c:v>
                </c:pt>
                <c:pt idx="489">
                  <c:v>-0.99996192306</c:v>
                </c:pt>
                <c:pt idx="490">
                  <c:v>-1</c:v>
                </c:pt>
                <c:pt idx="491">
                  <c:v>-0.99996192306</c:v>
                </c:pt>
                <c:pt idx="492">
                  <c:v>-0.99984769516</c:v>
                </c:pt>
                <c:pt idx="493">
                  <c:v>-0.99965732498</c:v>
                </c:pt>
                <c:pt idx="494">
                  <c:v>-0.99939082702</c:v>
                </c:pt>
                <c:pt idx="495">
                  <c:v>-0.99904822158</c:v>
                </c:pt>
                <c:pt idx="496">
                  <c:v>-0.99862953475</c:v>
                </c:pt>
                <c:pt idx="497">
                  <c:v>-0.99813479842</c:v>
                </c:pt>
                <c:pt idx="498">
                  <c:v>-0.99756405026</c:v>
                </c:pt>
                <c:pt idx="499">
                  <c:v>-0.99691733373</c:v>
                </c:pt>
                <c:pt idx="500">
                  <c:v>-0.99619469809</c:v>
                </c:pt>
                <c:pt idx="501">
                  <c:v>-0.99539619837</c:v>
                </c:pt>
                <c:pt idx="502">
                  <c:v>-0.99452189537</c:v>
                </c:pt>
                <c:pt idx="503">
                  <c:v>-0.99357185568</c:v>
                </c:pt>
                <c:pt idx="504">
                  <c:v>-0.99254615164</c:v>
                </c:pt>
                <c:pt idx="505">
                  <c:v>-0.99144486137</c:v>
                </c:pt>
                <c:pt idx="506">
                  <c:v>-0.99026806874</c:v>
                </c:pt>
                <c:pt idx="507">
                  <c:v>-0.98901586336</c:v>
                </c:pt>
                <c:pt idx="508">
                  <c:v>-0.9876883406</c:v>
                </c:pt>
                <c:pt idx="509">
                  <c:v>-0.98628560154</c:v>
                </c:pt>
                <c:pt idx="510">
                  <c:v>-0.98480775301</c:v>
                </c:pt>
                <c:pt idx="511">
                  <c:v>-0.98325490756</c:v>
                </c:pt>
                <c:pt idx="512">
                  <c:v>-0.98162718345</c:v>
                </c:pt>
                <c:pt idx="513">
                  <c:v>-0.97992470462</c:v>
                </c:pt>
                <c:pt idx="514">
                  <c:v>-0.97814760073</c:v>
                </c:pt>
                <c:pt idx="515">
                  <c:v>-0.97629600712</c:v>
                </c:pt>
                <c:pt idx="516">
                  <c:v>-0.97437006479</c:v>
                </c:pt>
                <c:pt idx="517">
                  <c:v>-0.9723699204</c:v>
                </c:pt>
                <c:pt idx="518">
                  <c:v>-0.97029572628</c:v>
                </c:pt>
                <c:pt idx="519">
                  <c:v>-0.96814764038</c:v>
                </c:pt>
                <c:pt idx="520">
                  <c:v>-0.96592582629</c:v>
                </c:pt>
                <c:pt idx="521">
                  <c:v>-0.96363045321</c:v>
                </c:pt>
                <c:pt idx="522">
                  <c:v>-0.96126169594</c:v>
                </c:pt>
                <c:pt idx="523">
                  <c:v>-0.95881973487</c:v>
                </c:pt>
                <c:pt idx="524">
                  <c:v>-0.95630475596</c:v>
                </c:pt>
                <c:pt idx="525">
                  <c:v>-0.95371695075</c:v>
                </c:pt>
                <c:pt idx="526">
                  <c:v>-0.9510565163</c:v>
                </c:pt>
                <c:pt idx="527">
                  <c:v>-0.94832365521</c:v>
                </c:pt>
                <c:pt idx="528">
                  <c:v>-0.9455185756</c:v>
                </c:pt>
                <c:pt idx="529">
                  <c:v>-0.94264149109</c:v>
                </c:pt>
                <c:pt idx="530">
                  <c:v>-0.93969262079</c:v>
                </c:pt>
                <c:pt idx="531">
                  <c:v>-0.93667218925</c:v>
                </c:pt>
                <c:pt idx="532">
                  <c:v>-0.9335804265</c:v>
                </c:pt>
                <c:pt idx="533">
                  <c:v>-0.93041756798</c:v>
                </c:pt>
                <c:pt idx="534">
                  <c:v>-0.92718385457</c:v>
                </c:pt>
                <c:pt idx="535">
                  <c:v>-0.92387953251</c:v>
                </c:pt>
                <c:pt idx="536">
                  <c:v>-0.92050485345</c:v>
                </c:pt>
                <c:pt idx="537">
                  <c:v>-0.91706007439</c:v>
                </c:pt>
                <c:pt idx="538">
                  <c:v>-0.91354545764</c:v>
                </c:pt>
                <c:pt idx="539">
                  <c:v>-0.90996127088</c:v>
                </c:pt>
                <c:pt idx="540">
                  <c:v>-0.90630778704</c:v>
                </c:pt>
                <c:pt idx="541">
                  <c:v>-0.90258528435</c:v>
                </c:pt>
                <c:pt idx="542">
                  <c:v>-0.8987940463</c:v>
                </c:pt>
                <c:pt idx="543">
                  <c:v>-0.8949343616</c:v>
                </c:pt>
                <c:pt idx="544">
                  <c:v>-0.89100652419</c:v>
                </c:pt>
                <c:pt idx="545">
                  <c:v>-0.88701083318</c:v>
                </c:pt>
                <c:pt idx="546">
                  <c:v>-0.88294759286</c:v>
                </c:pt>
                <c:pt idx="547">
                  <c:v>-0.87881711266</c:v>
                </c:pt>
                <c:pt idx="548">
                  <c:v>-0.87461970714</c:v>
                </c:pt>
                <c:pt idx="549">
                  <c:v>-0.87035569594</c:v>
                </c:pt>
                <c:pt idx="550">
                  <c:v>-0.86602540378</c:v>
                </c:pt>
                <c:pt idx="551">
                  <c:v>-0.86162916044</c:v>
                </c:pt>
                <c:pt idx="552">
                  <c:v>-0.8571673007</c:v>
                </c:pt>
                <c:pt idx="553">
                  <c:v>-0.85264016435</c:v>
                </c:pt>
                <c:pt idx="554">
                  <c:v>-0.84804809616</c:v>
                </c:pt>
                <c:pt idx="555">
                  <c:v>-0.84339144581</c:v>
                </c:pt>
                <c:pt idx="556">
                  <c:v>-0.83867056795</c:v>
                </c:pt>
                <c:pt idx="557">
                  <c:v>-0.83388582207</c:v>
                </c:pt>
                <c:pt idx="558">
                  <c:v>-0.82903757256</c:v>
                </c:pt>
                <c:pt idx="559">
                  <c:v>-0.82412618862</c:v>
                </c:pt>
                <c:pt idx="560">
                  <c:v>-0.81915204429</c:v>
                </c:pt>
                <c:pt idx="561">
                  <c:v>-0.81411551836</c:v>
                </c:pt>
                <c:pt idx="562">
                  <c:v>-0.80901699437</c:v>
                </c:pt>
                <c:pt idx="563">
                  <c:v>-0.80385686062</c:v>
                </c:pt>
                <c:pt idx="564">
                  <c:v>-0.79863551005</c:v>
                </c:pt>
                <c:pt idx="565">
                  <c:v>-0.79335334029</c:v>
                </c:pt>
                <c:pt idx="566">
                  <c:v>-0.78801075361</c:v>
                </c:pt>
                <c:pt idx="567">
                  <c:v>-0.78260815685</c:v>
                </c:pt>
                <c:pt idx="568">
                  <c:v>-0.77714596146</c:v>
                </c:pt>
                <c:pt idx="569">
                  <c:v>-0.77162458339</c:v>
                </c:pt>
                <c:pt idx="570">
                  <c:v>-0.76604444312</c:v>
                </c:pt>
                <c:pt idx="571">
                  <c:v>-0.7604059656</c:v>
                </c:pt>
                <c:pt idx="572">
                  <c:v>-0.75470958022</c:v>
                </c:pt>
                <c:pt idx="573">
                  <c:v>-0.74895572079</c:v>
                </c:pt>
                <c:pt idx="574">
                  <c:v>-0.74314482548</c:v>
                </c:pt>
                <c:pt idx="575">
                  <c:v>-0.73727733681</c:v>
                </c:pt>
                <c:pt idx="576">
                  <c:v>-0.73135370162</c:v>
                </c:pt>
                <c:pt idx="577">
                  <c:v>-0.72537437101</c:v>
                </c:pt>
                <c:pt idx="578">
                  <c:v>-0.71933980034</c:v>
                </c:pt>
                <c:pt idx="579">
                  <c:v>-0.71325044915</c:v>
                </c:pt>
                <c:pt idx="580">
                  <c:v>-0.70710678119</c:v>
                </c:pt>
                <c:pt idx="581">
                  <c:v>-0.7009092643</c:v>
                </c:pt>
                <c:pt idx="582">
                  <c:v>-0.69465837046</c:v>
                </c:pt>
                <c:pt idx="583">
                  <c:v>-0.68835457569</c:v>
                </c:pt>
                <c:pt idx="584">
                  <c:v>-0.68199836006</c:v>
                </c:pt>
                <c:pt idx="585">
                  <c:v>-0.67559020762</c:v>
                </c:pt>
                <c:pt idx="586">
                  <c:v>-0.66913060636</c:v>
                </c:pt>
                <c:pt idx="587">
                  <c:v>-0.66262004822</c:v>
                </c:pt>
                <c:pt idx="588">
                  <c:v>-0.65605902899</c:v>
                </c:pt>
                <c:pt idx="589">
                  <c:v>-0.64944804833</c:v>
                </c:pt>
                <c:pt idx="590">
                  <c:v>-0.64278760969</c:v>
                </c:pt>
                <c:pt idx="591">
                  <c:v>-0.63607822028</c:v>
                </c:pt>
                <c:pt idx="592">
                  <c:v>-0.62932039105</c:v>
                </c:pt>
                <c:pt idx="593">
                  <c:v>-0.62251463664</c:v>
                </c:pt>
                <c:pt idx="594">
                  <c:v>-0.61566147533</c:v>
                </c:pt>
                <c:pt idx="595">
                  <c:v>-0.60876142901</c:v>
                </c:pt>
                <c:pt idx="596">
                  <c:v>-0.60181502315</c:v>
                </c:pt>
                <c:pt idx="597">
                  <c:v>-0.59482278675</c:v>
                </c:pt>
                <c:pt idx="598">
                  <c:v>-0.58778525229</c:v>
                </c:pt>
                <c:pt idx="599">
                  <c:v>-0.58070295571</c:v>
                </c:pt>
                <c:pt idx="600">
                  <c:v>-0.57357643635</c:v>
                </c:pt>
                <c:pt idx="601">
                  <c:v>-0.56640623692</c:v>
                </c:pt>
                <c:pt idx="602">
                  <c:v>-0.55919290347</c:v>
                </c:pt>
                <c:pt idx="603">
                  <c:v>-0.55193698531</c:v>
                </c:pt>
                <c:pt idx="604">
                  <c:v>-0.54463903502</c:v>
                </c:pt>
                <c:pt idx="605">
                  <c:v>-0.53729960835</c:v>
                </c:pt>
                <c:pt idx="606">
                  <c:v>-0.52991926423</c:v>
                </c:pt>
                <c:pt idx="607">
                  <c:v>-0.52249856472</c:v>
                </c:pt>
                <c:pt idx="608">
                  <c:v>-0.51503807491</c:v>
                </c:pt>
                <c:pt idx="609">
                  <c:v>-0.50753836296</c:v>
                </c:pt>
                <c:pt idx="610">
                  <c:v>-0.5</c:v>
                </c:pt>
                <c:pt idx="611">
                  <c:v>-0.4924235601</c:v>
                </c:pt>
                <c:pt idx="612">
                  <c:v>-0.48480962025</c:v>
                </c:pt>
                <c:pt idx="613">
                  <c:v>-0.47715876026</c:v>
                </c:pt>
                <c:pt idx="614">
                  <c:v>-0.46947156279</c:v>
                </c:pt>
                <c:pt idx="615">
                  <c:v>-0.46174861324</c:v>
                </c:pt>
                <c:pt idx="616">
                  <c:v>-0.45399049974</c:v>
                </c:pt>
                <c:pt idx="617">
                  <c:v>-0.44619781311</c:v>
                </c:pt>
                <c:pt idx="618">
                  <c:v>-0.43837114679</c:v>
                </c:pt>
                <c:pt idx="619">
                  <c:v>-0.43051109681</c:v>
                </c:pt>
                <c:pt idx="620">
                  <c:v>-0.42261826174</c:v>
                </c:pt>
                <c:pt idx="621">
                  <c:v>-0.41469324266</c:v>
                </c:pt>
                <c:pt idx="622">
                  <c:v>-0.40673664308</c:v>
                </c:pt>
                <c:pt idx="623">
                  <c:v>-0.39874906893</c:v>
                </c:pt>
                <c:pt idx="624">
                  <c:v>-0.39073112849</c:v>
                </c:pt>
                <c:pt idx="625">
                  <c:v>-0.38268343237</c:v>
                </c:pt>
                <c:pt idx="626">
                  <c:v>-0.37460659342</c:v>
                </c:pt>
                <c:pt idx="627">
                  <c:v>-0.36650122672</c:v>
                </c:pt>
                <c:pt idx="628">
                  <c:v>-0.35836794955</c:v>
                </c:pt>
                <c:pt idx="629">
                  <c:v>-0.35020738126</c:v>
                </c:pt>
                <c:pt idx="630">
                  <c:v>-0.34202014333</c:v>
                </c:pt>
                <c:pt idx="631">
                  <c:v>-0.33380685923</c:v>
                </c:pt>
                <c:pt idx="632">
                  <c:v>-0.32556815446</c:v>
                </c:pt>
                <c:pt idx="633">
                  <c:v>-0.31730465641</c:v>
                </c:pt>
                <c:pt idx="634">
                  <c:v>-0.30901699437</c:v>
                </c:pt>
                <c:pt idx="635">
                  <c:v>-0.3007057995</c:v>
                </c:pt>
                <c:pt idx="636">
                  <c:v>-0.29237170472</c:v>
                </c:pt>
                <c:pt idx="637">
                  <c:v>-0.2840153447</c:v>
                </c:pt>
                <c:pt idx="638">
                  <c:v>-0.27563735582</c:v>
                </c:pt>
                <c:pt idx="639">
                  <c:v>-0.26723837608</c:v>
                </c:pt>
                <c:pt idx="640">
                  <c:v>-0.2588190451</c:v>
                </c:pt>
                <c:pt idx="641">
                  <c:v>-0.25038000405</c:v>
                </c:pt>
                <c:pt idx="642">
                  <c:v>-0.2419218956</c:v>
                </c:pt>
                <c:pt idx="643">
                  <c:v>-0.23344536386</c:v>
                </c:pt>
                <c:pt idx="644">
                  <c:v>-0.22495105434</c:v>
                </c:pt>
                <c:pt idx="645">
                  <c:v>-0.21643961394</c:v>
                </c:pt>
                <c:pt idx="646">
                  <c:v>-0.20791169082</c:v>
                </c:pt>
                <c:pt idx="647">
                  <c:v>-0.19936793442</c:v>
                </c:pt>
                <c:pt idx="648">
                  <c:v>-0.19080899538</c:v>
                </c:pt>
                <c:pt idx="649">
                  <c:v>-0.18223552549</c:v>
                </c:pt>
                <c:pt idx="650">
                  <c:v>-0.17364817767</c:v>
                </c:pt>
                <c:pt idx="651">
                  <c:v>-0.16504760586</c:v>
                </c:pt>
                <c:pt idx="652">
                  <c:v>-0.15643446504</c:v>
                </c:pt>
                <c:pt idx="653">
                  <c:v>-0.14780941113</c:v>
                </c:pt>
                <c:pt idx="654">
                  <c:v>-0.13917310096</c:v>
                </c:pt>
                <c:pt idx="655">
                  <c:v>-0.13052619222</c:v>
                </c:pt>
                <c:pt idx="656">
                  <c:v>-0.12186934341</c:v>
                </c:pt>
                <c:pt idx="657">
                  <c:v>-0.11320321377</c:v>
                </c:pt>
                <c:pt idx="658">
                  <c:v>-0.10452846327</c:v>
                </c:pt>
                <c:pt idx="659">
                  <c:v>-0.09584575252</c:v>
                </c:pt>
                <c:pt idx="660">
                  <c:v>-0.087155742748</c:v>
                </c:pt>
                <c:pt idx="661">
                  <c:v>-0.078459095728</c:v>
                </c:pt>
                <c:pt idx="662">
                  <c:v>-0.069756473744</c:v>
                </c:pt>
                <c:pt idx="663">
                  <c:v>-0.061048539535</c:v>
                </c:pt>
                <c:pt idx="664">
                  <c:v>-0.052335956243</c:v>
                </c:pt>
                <c:pt idx="665">
                  <c:v>-0.043619387365</c:v>
                </c:pt>
                <c:pt idx="666">
                  <c:v>-0.034899496703</c:v>
                </c:pt>
                <c:pt idx="667">
                  <c:v>-0.026176948308</c:v>
                </c:pt>
                <c:pt idx="668">
                  <c:v>-0.017452406437</c:v>
                </c:pt>
                <c:pt idx="669">
                  <c:v>-0.0087265354984</c:v>
                </c:pt>
                <c:pt idx="670">
                  <c:v>0</c:v>
                </c:pt>
                <c:pt idx="671">
                  <c:v>0.0087265354984</c:v>
                </c:pt>
                <c:pt idx="672">
                  <c:v>0.017452406437</c:v>
                </c:pt>
                <c:pt idx="673">
                  <c:v>0.026176948308</c:v>
                </c:pt>
                <c:pt idx="674">
                  <c:v>0.034899496703</c:v>
                </c:pt>
                <c:pt idx="675">
                  <c:v>0.043619387365</c:v>
                </c:pt>
                <c:pt idx="676">
                  <c:v>0.052335956243</c:v>
                </c:pt>
                <c:pt idx="677">
                  <c:v>0.061048539535</c:v>
                </c:pt>
                <c:pt idx="678">
                  <c:v>0.069756473744</c:v>
                </c:pt>
                <c:pt idx="679">
                  <c:v>0.078459095728</c:v>
                </c:pt>
                <c:pt idx="680">
                  <c:v>0.087155742748</c:v>
                </c:pt>
                <c:pt idx="681">
                  <c:v>0.09584575252</c:v>
                </c:pt>
                <c:pt idx="682">
                  <c:v>0.10452846327</c:v>
                </c:pt>
                <c:pt idx="683">
                  <c:v>0.11320321377</c:v>
                </c:pt>
                <c:pt idx="684">
                  <c:v>0.12186934341</c:v>
                </c:pt>
                <c:pt idx="685">
                  <c:v>0.13052619222</c:v>
                </c:pt>
                <c:pt idx="686">
                  <c:v>0.13917310096</c:v>
                </c:pt>
                <c:pt idx="687">
                  <c:v>0.14780941113</c:v>
                </c:pt>
                <c:pt idx="688">
                  <c:v>0.15643446504</c:v>
                </c:pt>
                <c:pt idx="689">
                  <c:v>0.16504760586</c:v>
                </c:pt>
                <c:pt idx="690">
                  <c:v>0.17364817767</c:v>
                </c:pt>
                <c:pt idx="691">
                  <c:v>0.18223552549</c:v>
                </c:pt>
                <c:pt idx="692">
                  <c:v>0.19080899538</c:v>
                </c:pt>
                <c:pt idx="693">
                  <c:v>0.19936793442</c:v>
                </c:pt>
                <c:pt idx="694">
                  <c:v>0.20791169082</c:v>
                </c:pt>
                <c:pt idx="695">
                  <c:v>0.21643961394</c:v>
                </c:pt>
                <c:pt idx="696">
                  <c:v>0.22495105434</c:v>
                </c:pt>
                <c:pt idx="697">
                  <c:v>0.23344536386</c:v>
                </c:pt>
                <c:pt idx="698">
                  <c:v>0.2419218956</c:v>
                </c:pt>
                <c:pt idx="699">
                  <c:v>0.25038000405</c:v>
                </c:pt>
                <c:pt idx="700">
                  <c:v>0.2588190451</c:v>
                </c:pt>
                <c:pt idx="701">
                  <c:v>0.26723837608</c:v>
                </c:pt>
                <c:pt idx="702">
                  <c:v>0.27563735582</c:v>
                </c:pt>
                <c:pt idx="703">
                  <c:v>0.2840153447</c:v>
                </c:pt>
                <c:pt idx="704">
                  <c:v>0.29237170472</c:v>
                </c:pt>
                <c:pt idx="705">
                  <c:v>0.3007057995</c:v>
                </c:pt>
                <c:pt idx="706">
                  <c:v>0.30901699437</c:v>
                </c:pt>
                <c:pt idx="707">
                  <c:v>0.31730465641</c:v>
                </c:pt>
                <c:pt idx="708">
                  <c:v>0.32556815446</c:v>
                </c:pt>
                <c:pt idx="709">
                  <c:v>0.33380685923</c:v>
                </c:pt>
                <c:pt idx="710">
                  <c:v>0.34202014333</c:v>
                </c:pt>
                <c:pt idx="711">
                  <c:v>0.35020738126</c:v>
                </c:pt>
                <c:pt idx="712">
                  <c:v>0.35836794955</c:v>
                </c:pt>
                <c:pt idx="713">
                  <c:v>0.36650122672</c:v>
                </c:pt>
                <c:pt idx="714">
                  <c:v>0.37460659342</c:v>
                </c:pt>
                <c:pt idx="715">
                  <c:v>0.38268343237</c:v>
                </c:pt>
                <c:pt idx="716">
                  <c:v>0.39073112849</c:v>
                </c:pt>
                <c:pt idx="717">
                  <c:v>0.39874906893</c:v>
                </c:pt>
                <c:pt idx="718">
                  <c:v>0.40673664308</c:v>
                </c:pt>
                <c:pt idx="719">
                  <c:v>0.41469324266</c:v>
                </c:pt>
                <c:pt idx="720">
                  <c:v>0.42261826174</c:v>
                </c:pt>
              </c:numCache>
            </c:numRef>
          </c:yVal>
        </c:ser>
        <c:ser>
          <c:idx val="1"/>
          <c:order val="1"/>
          <c:tx>
            <c:v>補償後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Data'!$C$2:$C$722</c:f>
              <c:numCache>
                <c:formatCode>General</c:formatCode>
                <c:ptCount val="721"/>
                <c:pt idx="0">
                  <c:v>1</c:v>
                </c:pt>
                <c:pt idx="1">
                  <c:v>0.99996192306</c:v>
                </c:pt>
                <c:pt idx="2">
                  <c:v>0.99984769516</c:v>
                </c:pt>
                <c:pt idx="3">
                  <c:v>0.99965732498</c:v>
                </c:pt>
                <c:pt idx="4">
                  <c:v>0.99939082702</c:v>
                </c:pt>
                <c:pt idx="5">
                  <c:v>0.99904822158</c:v>
                </c:pt>
                <c:pt idx="6">
                  <c:v>0.99862953475</c:v>
                </c:pt>
                <c:pt idx="7">
                  <c:v>0.99813479842</c:v>
                </c:pt>
                <c:pt idx="8">
                  <c:v>0.99756405026</c:v>
                </c:pt>
                <c:pt idx="9">
                  <c:v>0.99691733373</c:v>
                </c:pt>
                <c:pt idx="10">
                  <c:v>0.99619469809</c:v>
                </c:pt>
                <c:pt idx="11">
                  <c:v>0.99539619837</c:v>
                </c:pt>
                <c:pt idx="12">
                  <c:v>0.99452189537</c:v>
                </c:pt>
                <c:pt idx="13">
                  <c:v>0.99357185568</c:v>
                </c:pt>
                <c:pt idx="14">
                  <c:v>0.99254615164</c:v>
                </c:pt>
                <c:pt idx="15">
                  <c:v>0.99144486137</c:v>
                </c:pt>
                <c:pt idx="16">
                  <c:v>0.99026806874</c:v>
                </c:pt>
                <c:pt idx="17">
                  <c:v>0.98901586336</c:v>
                </c:pt>
                <c:pt idx="18">
                  <c:v>0.9876883406</c:v>
                </c:pt>
                <c:pt idx="19">
                  <c:v>0.98628560154</c:v>
                </c:pt>
                <c:pt idx="20">
                  <c:v>0.98480775301</c:v>
                </c:pt>
                <c:pt idx="21">
                  <c:v>0.98325490756</c:v>
                </c:pt>
                <c:pt idx="22">
                  <c:v>0.98162718345</c:v>
                </c:pt>
                <c:pt idx="23">
                  <c:v>0.97992470462</c:v>
                </c:pt>
                <c:pt idx="24">
                  <c:v>0.97814760073</c:v>
                </c:pt>
                <c:pt idx="25">
                  <c:v>0.97629600712</c:v>
                </c:pt>
                <c:pt idx="26">
                  <c:v>0.97437006479</c:v>
                </c:pt>
                <c:pt idx="27">
                  <c:v>0.9723699204</c:v>
                </c:pt>
                <c:pt idx="28">
                  <c:v>0.97029572628</c:v>
                </c:pt>
                <c:pt idx="29">
                  <c:v>0.96814764038</c:v>
                </c:pt>
                <c:pt idx="30">
                  <c:v>0.96592582629</c:v>
                </c:pt>
                <c:pt idx="31">
                  <c:v>0.96363045321</c:v>
                </c:pt>
                <c:pt idx="32">
                  <c:v>0.96126169594</c:v>
                </c:pt>
                <c:pt idx="33">
                  <c:v>0.95881973487</c:v>
                </c:pt>
                <c:pt idx="34">
                  <c:v>0.95630475596</c:v>
                </c:pt>
                <c:pt idx="35">
                  <c:v>0.95371695075</c:v>
                </c:pt>
                <c:pt idx="36">
                  <c:v>0.9510565163</c:v>
                </c:pt>
                <c:pt idx="37">
                  <c:v>0.94832365521</c:v>
                </c:pt>
                <c:pt idx="38">
                  <c:v>0.9455185756</c:v>
                </c:pt>
                <c:pt idx="39">
                  <c:v>0.94264149109</c:v>
                </c:pt>
                <c:pt idx="40">
                  <c:v>0.93969262079</c:v>
                </c:pt>
                <c:pt idx="41">
                  <c:v>0.93667218925</c:v>
                </c:pt>
                <c:pt idx="42">
                  <c:v>0.9335804265</c:v>
                </c:pt>
                <c:pt idx="43">
                  <c:v>0.93041756798</c:v>
                </c:pt>
                <c:pt idx="44">
                  <c:v>0.92718385457</c:v>
                </c:pt>
                <c:pt idx="45">
                  <c:v>0.92387953251</c:v>
                </c:pt>
                <c:pt idx="46">
                  <c:v>0.92050485345</c:v>
                </c:pt>
                <c:pt idx="47">
                  <c:v>0.91706007439</c:v>
                </c:pt>
                <c:pt idx="48">
                  <c:v>0.91354545764</c:v>
                </c:pt>
                <c:pt idx="49">
                  <c:v>0.90996127088</c:v>
                </c:pt>
                <c:pt idx="50">
                  <c:v>0.90630778704</c:v>
                </c:pt>
                <c:pt idx="51">
                  <c:v>0.90258528435</c:v>
                </c:pt>
                <c:pt idx="52">
                  <c:v>0.8987940463</c:v>
                </c:pt>
                <c:pt idx="53">
                  <c:v>0.8949343616</c:v>
                </c:pt>
                <c:pt idx="54">
                  <c:v>0.89100652419</c:v>
                </c:pt>
                <c:pt idx="55">
                  <c:v>0.88701083318</c:v>
                </c:pt>
                <c:pt idx="56">
                  <c:v>0.88294759286</c:v>
                </c:pt>
                <c:pt idx="57">
                  <c:v>0.87881711266</c:v>
                </c:pt>
                <c:pt idx="58">
                  <c:v>0.87461970714</c:v>
                </c:pt>
                <c:pt idx="59">
                  <c:v>0.87035569594</c:v>
                </c:pt>
                <c:pt idx="60">
                  <c:v>0.86602540378</c:v>
                </c:pt>
                <c:pt idx="61">
                  <c:v>0.86162916044</c:v>
                </c:pt>
                <c:pt idx="62">
                  <c:v>0.8571673007</c:v>
                </c:pt>
                <c:pt idx="63">
                  <c:v>0.85264016435</c:v>
                </c:pt>
                <c:pt idx="64">
                  <c:v>0.84804809616</c:v>
                </c:pt>
                <c:pt idx="65">
                  <c:v>0.84339144581</c:v>
                </c:pt>
                <c:pt idx="66">
                  <c:v>0.83867056795</c:v>
                </c:pt>
                <c:pt idx="67">
                  <c:v>0.83388582207</c:v>
                </c:pt>
                <c:pt idx="68">
                  <c:v>0.82903757256</c:v>
                </c:pt>
                <c:pt idx="69">
                  <c:v>0.82412618862</c:v>
                </c:pt>
                <c:pt idx="70">
                  <c:v>0.81915204429</c:v>
                </c:pt>
                <c:pt idx="71">
                  <c:v>0.81411551836</c:v>
                </c:pt>
                <c:pt idx="72">
                  <c:v>0.80901699437</c:v>
                </c:pt>
                <c:pt idx="73">
                  <c:v>0.80385686062</c:v>
                </c:pt>
                <c:pt idx="74">
                  <c:v>0.79863551005</c:v>
                </c:pt>
                <c:pt idx="75">
                  <c:v>0.79335334029</c:v>
                </c:pt>
                <c:pt idx="76">
                  <c:v>0.78801075361</c:v>
                </c:pt>
                <c:pt idx="77">
                  <c:v>0.78260815685</c:v>
                </c:pt>
                <c:pt idx="78">
                  <c:v>0.77714596146</c:v>
                </c:pt>
                <c:pt idx="79">
                  <c:v>0.77162458339</c:v>
                </c:pt>
                <c:pt idx="80">
                  <c:v>0.76604444312</c:v>
                </c:pt>
                <c:pt idx="81">
                  <c:v>0.7604059656</c:v>
                </c:pt>
                <c:pt idx="82">
                  <c:v>0.75470958022</c:v>
                </c:pt>
                <c:pt idx="83">
                  <c:v>0.74895572079</c:v>
                </c:pt>
                <c:pt idx="84">
                  <c:v>0.74314482548</c:v>
                </c:pt>
                <c:pt idx="85">
                  <c:v>0.73727733681</c:v>
                </c:pt>
                <c:pt idx="86">
                  <c:v>0.73135370162</c:v>
                </c:pt>
                <c:pt idx="87">
                  <c:v>0.72537437101</c:v>
                </c:pt>
                <c:pt idx="88">
                  <c:v>0.71933980034</c:v>
                </c:pt>
                <c:pt idx="89">
                  <c:v>0.71325044915</c:v>
                </c:pt>
                <c:pt idx="90">
                  <c:v>0.70710678119</c:v>
                </c:pt>
                <c:pt idx="91">
                  <c:v>0.7009092643</c:v>
                </c:pt>
                <c:pt idx="92">
                  <c:v>0.69465837046</c:v>
                </c:pt>
                <c:pt idx="93">
                  <c:v>0.68835457569</c:v>
                </c:pt>
                <c:pt idx="94">
                  <c:v>0.68199836006</c:v>
                </c:pt>
                <c:pt idx="95">
                  <c:v>0.67559020762</c:v>
                </c:pt>
                <c:pt idx="96">
                  <c:v>0.66913060636</c:v>
                </c:pt>
                <c:pt idx="97">
                  <c:v>0.66262004822</c:v>
                </c:pt>
                <c:pt idx="98">
                  <c:v>0.65605902899</c:v>
                </c:pt>
                <c:pt idx="99">
                  <c:v>0.64944804833</c:v>
                </c:pt>
                <c:pt idx="100">
                  <c:v>0.64278760969</c:v>
                </c:pt>
                <c:pt idx="101">
                  <c:v>0.63607822028</c:v>
                </c:pt>
                <c:pt idx="102">
                  <c:v>0.62932039105</c:v>
                </c:pt>
                <c:pt idx="103">
                  <c:v>0.62251463664</c:v>
                </c:pt>
                <c:pt idx="104">
                  <c:v>0.61566147533</c:v>
                </c:pt>
                <c:pt idx="105">
                  <c:v>0.60876142901</c:v>
                </c:pt>
                <c:pt idx="106">
                  <c:v>0.60181502315</c:v>
                </c:pt>
                <c:pt idx="107">
                  <c:v>0.59482278675</c:v>
                </c:pt>
                <c:pt idx="108">
                  <c:v>0.58778525229</c:v>
                </c:pt>
                <c:pt idx="109">
                  <c:v>0.58070295571</c:v>
                </c:pt>
                <c:pt idx="110">
                  <c:v>0.57357643635</c:v>
                </c:pt>
                <c:pt idx="111">
                  <c:v>0.56640623692</c:v>
                </c:pt>
                <c:pt idx="112">
                  <c:v>0.55919290347</c:v>
                </c:pt>
                <c:pt idx="113">
                  <c:v>0.55193698531</c:v>
                </c:pt>
                <c:pt idx="114">
                  <c:v>0.54463903502</c:v>
                </c:pt>
                <c:pt idx="115">
                  <c:v>0.53729960835</c:v>
                </c:pt>
                <c:pt idx="116">
                  <c:v>0.52991926423</c:v>
                </c:pt>
                <c:pt idx="117">
                  <c:v>0.52249856472</c:v>
                </c:pt>
                <c:pt idx="118">
                  <c:v>0.51503807491</c:v>
                </c:pt>
                <c:pt idx="119">
                  <c:v>0.50753836296</c:v>
                </c:pt>
                <c:pt idx="120">
                  <c:v>0.5</c:v>
                </c:pt>
                <c:pt idx="121">
                  <c:v>0.4924235601</c:v>
                </c:pt>
                <c:pt idx="122">
                  <c:v>0.48480962025</c:v>
                </c:pt>
                <c:pt idx="123">
                  <c:v>0.47715876026</c:v>
                </c:pt>
                <c:pt idx="124">
                  <c:v>0.46947156279</c:v>
                </c:pt>
                <c:pt idx="125">
                  <c:v>0.46174861324</c:v>
                </c:pt>
                <c:pt idx="126">
                  <c:v>0.45399049974</c:v>
                </c:pt>
                <c:pt idx="127">
                  <c:v>0.44619781311</c:v>
                </c:pt>
                <c:pt idx="128">
                  <c:v>0.43837114679</c:v>
                </c:pt>
                <c:pt idx="129">
                  <c:v>0.43051109681</c:v>
                </c:pt>
                <c:pt idx="130">
                  <c:v>0.42261826174</c:v>
                </c:pt>
                <c:pt idx="131">
                  <c:v>0.41469324266</c:v>
                </c:pt>
                <c:pt idx="132">
                  <c:v>0.40673664308</c:v>
                </c:pt>
                <c:pt idx="133">
                  <c:v>0.39874906893</c:v>
                </c:pt>
                <c:pt idx="134">
                  <c:v>0.39073112849</c:v>
                </c:pt>
                <c:pt idx="135">
                  <c:v>0.38268343237</c:v>
                </c:pt>
                <c:pt idx="136">
                  <c:v>0.37460659342</c:v>
                </c:pt>
                <c:pt idx="137">
                  <c:v>0.36650122672</c:v>
                </c:pt>
                <c:pt idx="138">
                  <c:v>0.35836794955</c:v>
                </c:pt>
                <c:pt idx="139">
                  <c:v>0.35020738126</c:v>
                </c:pt>
                <c:pt idx="140">
                  <c:v>0.34202014333</c:v>
                </c:pt>
                <c:pt idx="141">
                  <c:v>0.33380685923</c:v>
                </c:pt>
                <c:pt idx="142">
                  <c:v>0.32556815446</c:v>
                </c:pt>
                <c:pt idx="143">
                  <c:v>0.31730465641</c:v>
                </c:pt>
                <c:pt idx="144">
                  <c:v>0.30901699437</c:v>
                </c:pt>
                <c:pt idx="145">
                  <c:v>0.3007057995</c:v>
                </c:pt>
                <c:pt idx="146">
                  <c:v>0.29237170472</c:v>
                </c:pt>
                <c:pt idx="147">
                  <c:v>0.2840153447</c:v>
                </c:pt>
                <c:pt idx="148">
                  <c:v>0.27563735582</c:v>
                </c:pt>
                <c:pt idx="149">
                  <c:v>0.26723837608</c:v>
                </c:pt>
                <c:pt idx="150">
                  <c:v>0.2588190451</c:v>
                </c:pt>
                <c:pt idx="151">
                  <c:v>0.25038000405</c:v>
                </c:pt>
                <c:pt idx="152">
                  <c:v>0.2419218956</c:v>
                </c:pt>
                <c:pt idx="153">
                  <c:v>0.23344536386</c:v>
                </c:pt>
                <c:pt idx="154">
                  <c:v>0.22495105434</c:v>
                </c:pt>
                <c:pt idx="155">
                  <c:v>0.21643961394</c:v>
                </c:pt>
                <c:pt idx="156">
                  <c:v>0.20791169082</c:v>
                </c:pt>
                <c:pt idx="157">
                  <c:v>0.19936793442</c:v>
                </c:pt>
                <c:pt idx="158">
                  <c:v>0.19080899538</c:v>
                </c:pt>
                <c:pt idx="159">
                  <c:v>0.18223552549</c:v>
                </c:pt>
                <c:pt idx="160">
                  <c:v>0.17364817767</c:v>
                </c:pt>
                <c:pt idx="161">
                  <c:v>0.16504760586</c:v>
                </c:pt>
                <c:pt idx="162">
                  <c:v>0.15643446504</c:v>
                </c:pt>
                <c:pt idx="163">
                  <c:v>0.14780941113</c:v>
                </c:pt>
                <c:pt idx="164">
                  <c:v>0.13917310096</c:v>
                </c:pt>
                <c:pt idx="165">
                  <c:v>0.13052619222</c:v>
                </c:pt>
                <c:pt idx="166">
                  <c:v>0.12186934341</c:v>
                </c:pt>
                <c:pt idx="167">
                  <c:v>0.11320321377</c:v>
                </c:pt>
                <c:pt idx="168">
                  <c:v>0.10452846327</c:v>
                </c:pt>
                <c:pt idx="169">
                  <c:v>0.09584575252</c:v>
                </c:pt>
                <c:pt idx="170">
                  <c:v>0.087155742748</c:v>
                </c:pt>
                <c:pt idx="171">
                  <c:v>0.078459095728</c:v>
                </c:pt>
                <c:pt idx="172">
                  <c:v>0.069756473744</c:v>
                </c:pt>
                <c:pt idx="173">
                  <c:v>0.061048539535</c:v>
                </c:pt>
                <c:pt idx="174">
                  <c:v>0.052335956243</c:v>
                </c:pt>
                <c:pt idx="175">
                  <c:v>0.043619387365</c:v>
                </c:pt>
                <c:pt idx="176">
                  <c:v>0.034899496703</c:v>
                </c:pt>
                <c:pt idx="177">
                  <c:v>0.026176948308</c:v>
                </c:pt>
                <c:pt idx="178">
                  <c:v>0.017452406437</c:v>
                </c:pt>
                <c:pt idx="179">
                  <c:v>0.0087265354984</c:v>
                </c:pt>
                <c:pt idx="180">
                  <c:v>0</c:v>
                </c:pt>
                <c:pt idx="181">
                  <c:v>-0.0087265354984</c:v>
                </c:pt>
                <c:pt idx="182">
                  <c:v>-0.017452406437</c:v>
                </c:pt>
                <c:pt idx="183">
                  <c:v>-0.026176948308</c:v>
                </c:pt>
                <c:pt idx="184">
                  <c:v>-0.034899496703</c:v>
                </c:pt>
                <c:pt idx="185">
                  <c:v>-0.043619387365</c:v>
                </c:pt>
                <c:pt idx="186">
                  <c:v>-0.052335956243</c:v>
                </c:pt>
                <c:pt idx="187">
                  <c:v>-0.061048539535</c:v>
                </c:pt>
                <c:pt idx="188">
                  <c:v>-0.069756473744</c:v>
                </c:pt>
                <c:pt idx="189">
                  <c:v>-0.078459095728</c:v>
                </c:pt>
                <c:pt idx="190">
                  <c:v>-0.087155742748</c:v>
                </c:pt>
                <c:pt idx="191">
                  <c:v>-0.09584575252</c:v>
                </c:pt>
                <c:pt idx="192">
                  <c:v>-0.10452846327</c:v>
                </c:pt>
                <c:pt idx="193">
                  <c:v>-0.11320321377</c:v>
                </c:pt>
                <c:pt idx="194">
                  <c:v>-0.12186934341</c:v>
                </c:pt>
                <c:pt idx="195">
                  <c:v>-0.13052619222</c:v>
                </c:pt>
                <c:pt idx="196">
                  <c:v>-0.13917310096</c:v>
                </c:pt>
                <c:pt idx="197">
                  <c:v>-0.14780941113</c:v>
                </c:pt>
                <c:pt idx="198">
                  <c:v>-0.15643446504</c:v>
                </c:pt>
                <c:pt idx="199">
                  <c:v>-0.16504760586</c:v>
                </c:pt>
                <c:pt idx="200">
                  <c:v>-0.17364817767</c:v>
                </c:pt>
                <c:pt idx="201">
                  <c:v>-0.18223552549</c:v>
                </c:pt>
                <c:pt idx="202">
                  <c:v>-0.19080899538</c:v>
                </c:pt>
                <c:pt idx="203">
                  <c:v>-0.19936793442</c:v>
                </c:pt>
                <c:pt idx="204">
                  <c:v>-0.20791169082</c:v>
                </c:pt>
                <c:pt idx="205">
                  <c:v>-0.21643961394</c:v>
                </c:pt>
                <c:pt idx="206">
                  <c:v>-0.22495105434</c:v>
                </c:pt>
                <c:pt idx="207">
                  <c:v>-0.23344536386</c:v>
                </c:pt>
                <c:pt idx="208">
                  <c:v>-0.2419218956</c:v>
                </c:pt>
                <c:pt idx="209">
                  <c:v>-0.25038000405</c:v>
                </c:pt>
                <c:pt idx="210">
                  <c:v>-0.2588190451</c:v>
                </c:pt>
                <c:pt idx="211">
                  <c:v>-0.26723837608</c:v>
                </c:pt>
                <c:pt idx="212">
                  <c:v>-0.27563735582</c:v>
                </c:pt>
                <c:pt idx="213">
                  <c:v>-0.2840153447</c:v>
                </c:pt>
                <c:pt idx="214">
                  <c:v>-0.29237170472</c:v>
                </c:pt>
                <c:pt idx="215">
                  <c:v>-0.3007057995</c:v>
                </c:pt>
                <c:pt idx="216">
                  <c:v>-0.30901699437</c:v>
                </c:pt>
                <c:pt idx="217">
                  <c:v>-0.31730465641</c:v>
                </c:pt>
                <c:pt idx="218">
                  <c:v>-0.32556815446</c:v>
                </c:pt>
                <c:pt idx="219">
                  <c:v>-0.33380685923</c:v>
                </c:pt>
                <c:pt idx="220">
                  <c:v>-0.34202014333</c:v>
                </c:pt>
                <c:pt idx="221">
                  <c:v>-0.35020738126</c:v>
                </c:pt>
                <c:pt idx="222">
                  <c:v>-0.35836794955</c:v>
                </c:pt>
                <c:pt idx="223">
                  <c:v>-0.36650122672</c:v>
                </c:pt>
                <c:pt idx="224">
                  <c:v>-0.37460659342</c:v>
                </c:pt>
                <c:pt idx="225">
                  <c:v>-0.38268343237</c:v>
                </c:pt>
                <c:pt idx="226">
                  <c:v>-0.39073112849</c:v>
                </c:pt>
                <c:pt idx="227">
                  <c:v>-0.39874906893</c:v>
                </c:pt>
                <c:pt idx="228">
                  <c:v>-0.40673664308</c:v>
                </c:pt>
                <c:pt idx="229">
                  <c:v>-0.41469324266</c:v>
                </c:pt>
                <c:pt idx="230">
                  <c:v>-0.42261826174</c:v>
                </c:pt>
                <c:pt idx="231">
                  <c:v>-0.43051109681</c:v>
                </c:pt>
                <c:pt idx="232">
                  <c:v>-0.43837114679</c:v>
                </c:pt>
                <c:pt idx="233">
                  <c:v>-0.44619781311</c:v>
                </c:pt>
                <c:pt idx="234">
                  <c:v>-0.45399049974</c:v>
                </c:pt>
                <c:pt idx="235">
                  <c:v>-0.46174861324</c:v>
                </c:pt>
                <c:pt idx="236">
                  <c:v>-0.46947156279</c:v>
                </c:pt>
                <c:pt idx="237">
                  <c:v>-0.47715876026</c:v>
                </c:pt>
                <c:pt idx="238">
                  <c:v>-0.48480962025</c:v>
                </c:pt>
                <c:pt idx="239">
                  <c:v>-0.4924235601</c:v>
                </c:pt>
                <c:pt idx="240">
                  <c:v>-0.5</c:v>
                </c:pt>
                <c:pt idx="241">
                  <c:v>-0.50753836296</c:v>
                </c:pt>
                <c:pt idx="242">
                  <c:v>-0.51503807491</c:v>
                </c:pt>
                <c:pt idx="243">
                  <c:v>-0.52249856472</c:v>
                </c:pt>
                <c:pt idx="244">
                  <c:v>-0.52991926423</c:v>
                </c:pt>
                <c:pt idx="245">
                  <c:v>-0.53729960835</c:v>
                </c:pt>
                <c:pt idx="246">
                  <c:v>-0.54463903502</c:v>
                </c:pt>
                <c:pt idx="247">
                  <c:v>-0.55193698531</c:v>
                </c:pt>
                <c:pt idx="248">
                  <c:v>-0.55919290347</c:v>
                </c:pt>
                <c:pt idx="249">
                  <c:v>-0.56640623692</c:v>
                </c:pt>
                <c:pt idx="250">
                  <c:v>-0.57357643635</c:v>
                </c:pt>
                <c:pt idx="251">
                  <c:v>-0.58070295571</c:v>
                </c:pt>
                <c:pt idx="252">
                  <c:v>-0.58778525229</c:v>
                </c:pt>
                <c:pt idx="253">
                  <c:v>-0.59482278675</c:v>
                </c:pt>
                <c:pt idx="254">
                  <c:v>-0.60181502315</c:v>
                </c:pt>
                <c:pt idx="255">
                  <c:v>-0.60876142901</c:v>
                </c:pt>
                <c:pt idx="256">
                  <c:v>-0.61566147533</c:v>
                </c:pt>
                <c:pt idx="257">
                  <c:v>-0.62251463664</c:v>
                </c:pt>
                <c:pt idx="258">
                  <c:v>-0.62932039105</c:v>
                </c:pt>
                <c:pt idx="259">
                  <c:v>-0.63607822028</c:v>
                </c:pt>
                <c:pt idx="260">
                  <c:v>-0.64278760969</c:v>
                </c:pt>
                <c:pt idx="261">
                  <c:v>-0.64944804833</c:v>
                </c:pt>
                <c:pt idx="262">
                  <c:v>-0.65605902899</c:v>
                </c:pt>
                <c:pt idx="263">
                  <c:v>-0.66262004822</c:v>
                </c:pt>
                <c:pt idx="264">
                  <c:v>-0.66913060636</c:v>
                </c:pt>
                <c:pt idx="265">
                  <c:v>-0.67559020762</c:v>
                </c:pt>
                <c:pt idx="266">
                  <c:v>-0.68199836006</c:v>
                </c:pt>
                <c:pt idx="267">
                  <c:v>-0.68835457569</c:v>
                </c:pt>
                <c:pt idx="268">
                  <c:v>-0.69465837046</c:v>
                </c:pt>
                <c:pt idx="269">
                  <c:v>-0.7009092643</c:v>
                </c:pt>
                <c:pt idx="270">
                  <c:v>-0.70710678119</c:v>
                </c:pt>
                <c:pt idx="271">
                  <c:v>-0.71325044915</c:v>
                </c:pt>
                <c:pt idx="272">
                  <c:v>-0.71933980034</c:v>
                </c:pt>
                <c:pt idx="273">
                  <c:v>-0.72537437101</c:v>
                </c:pt>
                <c:pt idx="274">
                  <c:v>-0.73135370162</c:v>
                </c:pt>
                <c:pt idx="275">
                  <c:v>-0.73727733681</c:v>
                </c:pt>
                <c:pt idx="276">
                  <c:v>-0.74314482548</c:v>
                </c:pt>
                <c:pt idx="277">
                  <c:v>-0.74895572079</c:v>
                </c:pt>
                <c:pt idx="278">
                  <c:v>-0.75470958022</c:v>
                </c:pt>
                <c:pt idx="279">
                  <c:v>-0.7604059656</c:v>
                </c:pt>
                <c:pt idx="280">
                  <c:v>-0.76604444312</c:v>
                </c:pt>
                <c:pt idx="281">
                  <c:v>-0.77162458339</c:v>
                </c:pt>
                <c:pt idx="282">
                  <c:v>-0.77714596146</c:v>
                </c:pt>
                <c:pt idx="283">
                  <c:v>-0.78260815685</c:v>
                </c:pt>
                <c:pt idx="284">
                  <c:v>-0.78801075361</c:v>
                </c:pt>
                <c:pt idx="285">
                  <c:v>-0.79335334029</c:v>
                </c:pt>
                <c:pt idx="286">
                  <c:v>-0.79863551005</c:v>
                </c:pt>
                <c:pt idx="287">
                  <c:v>-0.80385686062</c:v>
                </c:pt>
                <c:pt idx="288">
                  <c:v>-0.80901699437</c:v>
                </c:pt>
                <c:pt idx="289">
                  <c:v>-0.81411551836</c:v>
                </c:pt>
                <c:pt idx="290">
                  <c:v>-0.81915204429</c:v>
                </c:pt>
                <c:pt idx="291">
                  <c:v>-0.82412618862</c:v>
                </c:pt>
                <c:pt idx="292">
                  <c:v>-0.82903757256</c:v>
                </c:pt>
                <c:pt idx="293">
                  <c:v>-0.83388582207</c:v>
                </c:pt>
                <c:pt idx="294">
                  <c:v>-0.83867056795</c:v>
                </c:pt>
                <c:pt idx="295">
                  <c:v>-0.84339144581</c:v>
                </c:pt>
                <c:pt idx="296">
                  <c:v>-0.84804809616</c:v>
                </c:pt>
                <c:pt idx="297">
                  <c:v>-0.85264016435</c:v>
                </c:pt>
                <c:pt idx="298">
                  <c:v>-0.8571673007</c:v>
                </c:pt>
                <c:pt idx="299">
                  <c:v>-0.86162916044</c:v>
                </c:pt>
                <c:pt idx="300">
                  <c:v>-0.86602540378</c:v>
                </c:pt>
                <c:pt idx="301">
                  <c:v>-0.87035569594</c:v>
                </c:pt>
                <c:pt idx="302">
                  <c:v>-0.87461970714</c:v>
                </c:pt>
                <c:pt idx="303">
                  <c:v>-0.87881711266</c:v>
                </c:pt>
                <c:pt idx="304">
                  <c:v>-0.88294759286</c:v>
                </c:pt>
                <c:pt idx="305">
                  <c:v>-0.88701083318</c:v>
                </c:pt>
                <c:pt idx="306">
                  <c:v>-0.89100652419</c:v>
                </c:pt>
                <c:pt idx="307">
                  <c:v>-0.8949343616</c:v>
                </c:pt>
                <c:pt idx="308">
                  <c:v>-0.8987940463</c:v>
                </c:pt>
                <c:pt idx="309">
                  <c:v>-0.90258528435</c:v>
                </c:pt>
                <c:pt idx="310">
                  <c:v>-0.90630778704</c:v>
                </c:pt>
                <c:pt idx="311">
                  <c:v>-0.90996127088</c:v>
                </c:pt>
                <c:pt idx="312">
                  <c:v>-0.91354545764</c:v>
                </c:pt>
                <c:pt idx="313">
                  <c:v>-0.91706007439</c:v>
                </c:pt>
                <c:pt idx="314">
                  <c:v>-0.92050485345</c:v>
                </c:pt>
                <c:pt idx="315">
                  <c:v>-0.92387953251</c:v>
                </c:pt>
                <c:pt idx="316">
                  <c:v>-0.92718385457</c:v>
                </c:pt>
                <c:pt idx="317">
                  <c:v>-0.93041756798</c:v>
                </c:pt>
                <c:pt idx="318">
                  <c:v>-0.9335804265</c:v>
                </c:pt>
                <c:pt idx="319">
                  <c:v>-0.93667218925</c:v>
                </c:pt>
                <c:pt idx="320">
                  <c:v>-0.93969262079</c:v>
                </c:pt>
                <c:pt idx="321">
                  <c:v>-0.94264149109</c:v>
                </c:pt>
                <c:pt idx="322">
                  <c:v>-0.9455185756</c:v>
                </c:pt>
                <c:pt idx="323">
                  <c:v>-0.94832365521</c:v>
                </c:pt>
                <c:pt idx="324">
                  <c:v>-0.9510565163</c:v>
                </c:pt>
                <c:pt idx="325">
                  <c:v>-0.95371695075</c:v>
                </c:pt>
                <c:pt idx="326">
                  <c:v>-0.95630475596</c:v>
                </c:pt>
                <c:pt idx="327">
                  <c:v>-0.95881973487</c:v>
                </c:pt>
                <c:pt idx="328">
                  <c:v>-0.96126169594</c:v>
                </c:pt>
                <c:pt idx="329">
                  <c:v>-0.96363045321</c:v>
                </c:pt>
                <c:pt idx="330">
                  <c:v>-0.96592582629</c:v>
                </c:pt>
                <c:pt idx="331">
                  <c:v>-0.96814764038</c:v>
                </c:pt>
                <c:pt idx="332">
                  <c:v>-0.97029572628</c:v>
                </c:pt>
                <c:pt idx="333">
                  <c:v>-0.9723699204</c:v>
                </c:pt>
                <c:pt idx="334">
                  <c:v>-0.97437006479</c:v>
                </c:pt>
                <c:pt idx="335">
                  <c:v>-0.97629600712</c:v>
                </c:pt>
                <c:pt idx="336">
                  <c:v>-0.97814760073</c:v>
                </c:pt>
                <c:pt idx="337">
                  <c:v>-0.97992470462</c:v>
                </c:pt>
                <c:pt idx="338">
                  <c:v>-0.98162718345</c:v>
                </c:pt>
                <c:pt idx="339">
                  <c:v>-0.98325490756</c:v>
                </c:pt>
                <c:pt idx="340">
                  <c:v>-0.98480775301</c:v>
                </c:pt>
                <c:pt idx="341">
                  <c:v>-0.98628560154</c:v>
                </c:pt>
                <c:pt idx="342">
                  <c:v>-0.9876883406</c:v>
                </c:pt>
                <c:pt idx="343">
                  <c:v>-0.98901586336</c:v>
                </c:pt>
                <c:pt idx="344">
                  <c:v>-0.99026806874</c:v>
                </c:pt>
                <c:pt idx="345">
                  <c:v>-0.99144486137</c:v>
                </c:pt>
                <c:pt idx="346">
                  <c:v>-0.99254615164</c:v>
                </c:pt>
                <c:pt idx="347">
                  <c:v>-0.99357185568</c:v>
                </c:pt>
                <c:pt idx="348">
                  <c:v>-0.99452189537</c:v>
                </c:pt>
                <c:pt idx="349">
                  <c:v>-0.99539619837</c:v>
                </c:pt>
                <c:pt idx="350">
                  <c:v>-0.99619469809</c:v>
                </c:pt>
                <c:pt idx="351">
                  <c:v>-0.99691733373</c:v>
                </c:pt>
                <c:pt idx="352">
                  <c:v>-0.99756405026</c:v>
                </c:pt>
                <c:pt idx="353">
                  <c:v>-0.99813479842</c:v>
                </c:pt>
                <c:pt idx="354">
                  <c:v>-0.99862953475</c:v>
                </c:pt>
                <c:pt idx="355">
                  <c:v>-0.99904822158</c:v>
                </c:pt>
                <c:pt idx="356">
                  <c:v>-0.99939082702</c:v>
                </c:pt>
                <c:pt idx="357">
                  <c:v>-0.99965732498</c:v>
                </c:pt>
                <c:pt idx="358">
                  <c:v>-0.99984769516</c:v>
                </c:pt>
                <c:pt idx="359">
                  <c:v>-0.99996192306</c:v>
                </c:pt>
                <c:pt idx="360">
                  <c:v>-1</c:v>
                </c:pt>
                <c:pt idx="361">
                  <c:v>-0.99996192306</c:v>
                </c:pt>
                <c:pt idx="362">
                  <c:v>-0.99984769516</c:v>
                </c:pt>
                <c:pt idx="363">
                  <c:v>-0.99965732498</c:v>
                </c:pt>
                <c:pt idx="364">
                  <c:v>-0.99939082702</c:v>
                </c:pt>
                <c:pt idx="365">
                  <c:v>-0.99904822158</c:v>
                </c:pt>
                <c:pt idx="366">
                  <c:v>-0.99862953475</c:v>
                </c:pt>
                <c:pt idx="367">
                  <c:v>-0.99813479842</c:v>
                </c:pt>
                <c:pt idx="368">
                  <c:v>-0.99756405026</c:v>
                </c:pt>
                <c:pt idx="369">
                  <c:v>-0.99691733373</c:v>
                </c:pt>
                <c:pt idx="370">
                  <c:v>-0.99619469809</c:v>
                </c:pt>
                <c:pt idx="371">
                  <c:v>-0.99539619837</c:v>
                </c:pt>
                <c:pt idx="372">
                  <c:v>-0.99452189537</c:v>
                </c:pt>
                <c:pt idx="373">
                  <c:v>-0.99357185568</c:v>
                </c:pt>
                <c:pt idx="374">
                  <c:v>-0.99254615164</c:v>
                </c:pt>
                <c:pt idx="375">
                  <c:v>-0.99144486137</c:v>
                </c:pt>
                <c:pt idx="376">
                  <c:v>-0.99026806874</c:v>
                </c:pt>
                <c:pt idx="377">
                  <c:v>-0.98901586336</c:v>
                </c:pt>
                <c:pt idx="378">
                  <c:v>-0.9876883406</c:v>
                </c:pt>
                <c:pt idx="379">
                  <c:v>-0.98628560154</c:v>
                </c:pt>
                <c:pt idx="380">
                  <c:v>-0.98480775301</c:v>
                </c:pt>
                <c:pt idx="381">
                  <c:v>-0.98325490756</c:v>
                </c:pt>
                <c:pt idx="382">
                  <c:v>-0.98162718345</c:v>
                </c:pt>
                <c:pt idx="383">
                  <c:v>-0.97992470462</c:v>
                </c:pt>
                <c:pt idx="384">
                  <c:v>-0.97814760073</c:v>
                </c:pt>
                <c:pt idx="385">
                  <c:v>-0.97629600712</c:v>
                </c:pt>
                <c:pt idx="386">
                  <c:v>-0.97437006479</c:v>
                </c:pt>
                <c:pt idx="387">
                  <c:v>-0.9723699204</c:v>
                </c:pt>
                <c:pt idx="388">
                  <c:v>-0.97029572628</c:v>
                </c:pt>
                <c:pt idx="389">
                  <c:v>-0.96814764038</c:v>
                </c:pt>
                <c:pt idx="390">
                  <c:v>-0.96592582629</c:v>
                </c:pt>
                <c:pt idx="391">
                  <c:v>-0.96363045321</c:v>
                </c:pt>
                <c:pt idx="392">
                  <c:v>-0.96126169594</c:v>
                </c:pt>
                <c:pt idx="393">
                  <c:v>-0.95881973487</c:v>
                </c:pt>
                <c:pt idx="394">
                  <c:v>-0.95630475596</c:v>
                </c:pt>
                <c:pt idx="395">
                  <c:v>-0.95371695075</c:v>
                </c:pt>
                <c:pt idx="396">
                  <c:v>-0.9510565163</c:v>
                </c:pt>
                <c:pt idx="397">
                  <c:v>-0.94832365521</c:v>
                </c:pt>
                <c:pt idx="398">
                  <c:v>-0.9455185756</c:v>
                </c:pt>
                <c:pt idx="399">
                  <c:v>-0.94264149109</c:v>
                </c:pt>
                <c:pt idx="400">
                  <c:v>-0.93969262079</c:v>
                </c:pt>
                <c:pt idx="401">
                  <c:v>-0.93667218925</c:v>
                </c:pt>
                <c:pt idx="402">
                  <c:v>-0.9335804265</c:v>
                </c:pt>
                <c:pt idx="403">
                  <c:v>-0.93041756798</c:v>
                </c:pt>
                <c:pt idx="404">
                  <c:v>-0.92718385457</c:v>
                </c:pt>
                <c:pt idx="405">
                  <c:v>-0.92387953251</c:v>
                </c:pt>
                <c:pt idx="406">
                  <c:v>-0.92050485345</c:v>
                </c:pt>
                <c:pt idx="407">
                  <c:v>-0.91706007439</c:v>
                </c:pt>
                <c:pt idx="408">
                  <c:v>-0.91354545764</c:v>
                </c:pt>
                <c:pt idx="409">
                  <c:v>-0.90996127088</c:v>
                </c:pt>
                <c:pt idx="410">
                  <c:v>-0.90630778704</c:v>
                </c:pt>
                <c:pt idx="411">
                  <c:v>-0.90258528435</c:v>
                </c:pt>
                <c:pt idx="412">
                  <c:v>-0.8987940463</c:v>
                </c:pt>
                <c:pt idx="413">
                  <c:v>-0.8949343616</c:v>
                </c:pt>
                <c:pt idx="414">
                  <c:v>-0.89100652419</c:v>
                </c:pt>
                <c:pt idx="415">
                  <c:v>-0.88701083318</c:v>
                </c:pt>
                <c:pt idx="416">
                  <c:v>-0.88294759286</c:v>
                </c:pt>
                <c:pt idx="417">
                  <c:v>-0.87881711266</c:v>
                </c:pt>
                <c:pt idx="418">
                  <c:v>-0.87461970714</c:v>
                </c:pt>
                <c:pt idx="419">
                  <c:v>-0.87035569594</c:v>
                </c:pt>
                <c:pt idx="420">
                  <c:v>-0.86602540378</c:v>
                </c:pt>
                <c:pt idx="421">
                  <c:v>-0.86162916044</c:v>
                </c:pt>
                <c:pt idx="422">
                  <c:v>-0.8571673007</c:v>
                </c:pt>
                <c:pt idx="423">
                  <c:v>-0.85264016435</c:v>
                </c:pt>
                <c:pt idx="424">
                  <c:v>-0.84804809616</c:v>
                </c:pt>
                <c:pt idx="425">
                  <c:v>-0.84339144581</c:v>
                </c:pt>
                <c:pt idx="426">
                  <c:v>-0.83867056795</c:v>
                </c:pt>
                <c:pt idx="427">
                  <c:v>-0.83388582207</c:v>
                </c:pt>
                <c:pt idx="428">
                  <c:v>-0.82903757256</c:v>
                </c:pt>
                <c:pt idx="429">
                  <c:v>-0.82412618862</c:v>
                </c:pt>
                <c:pt idx="430">
                  <c:v>-0.81915204429</c:v>
                </c:pt>
                <c:pt idx="431">
                  <c:v>-0.81411551836</c:v>
                </c:pt>
                <c:pt idx="432">
                  <c:v>-0.80901699437</c:v>
                </c:pt>
                <c:pt idx="433">
                  <c:v>-0.80385686062</c:v>
                </c:pt>
                <c:pt idx="434">
                  <c:v>-0.79863551005</c:v>
                </c:pt>
                <c:pt idx="435">
                  <c:v>-0.79335334029</c:v>
                </c:pt>
                <c:pt idx="436">
                  <c:v>-0.78801075361</c:v>
                </c:pt>
                <c:pt idx="437">
                  <c:v>-0.78260815685</c:v>
                </c:pt>
                <c:pt idx="438">
                  <c:v>-0.77714596146</c:v>
                </c:pt>
                <c:pt idx="439">
                  <c:v>-0.77162458339</c:v>
                </c:pt>
                <c:pt idx="440">
                  <c:v>-0.76604444312</c:v>
                </c:pt>
                <c:pt idx="441">
                  <c:v>-0.7604059656</c:v>
                </c:pt>
                <c:pt idx="442">
                  <c:v>-0.75470958022</c:v>
                </c:pt>
                <c:pt idx="443">
                  <c:v>-0.74895572079</c:v>
                </c:pt>
                <c:pt idx="444">
                  <c:v>-0.74314482548</c:v>
                </c:pt>
                <c:pt idx="445">
                  <c:v>-0.73727733681</c:v>
                </c:pt>
                <c:pt idx="446">
                  <c:v>-0.73135370162</c:v>
                </c:pt>
                <c:pt idx="447">
                  <c:v>-0.72537437101</c:v>
                </c:pt>
                <c:pt idx="448">
                  <c:v>-0.71933980034</c:v>
                </c:pt>
                <c:pt idx="449">
                  <c:v>-0.71325044915</c:v>
                </c:pt>
                <c:pt idx="450">
                  <c:v>-0.70710678119</c:v>
                </c:pt>
                <c:pt idx="451">
                  <c:v>-0.7009092643</c:v>
                </c:pt>
                <c:pt idx="452">
                  <c:v>-0.69465837046</c:v>
                </c:pt>
                <c:pt idx="453">
                  <c:v>-0.68835457569</c:v>
                </c:pt>
                <c:pt idx="454">
                  <c:v>-0.68199836006</c:v>
                </c:pt>
                <c:pt idx="455">
                  <c:v>-0.67559020762</c:v>
                </c:pt>
                <c:pt idx="456">
                  <c:v>-0.66913060636</c:v>
                </c:pt>
                <c:pt idx="457">
                  <c:v>-0.66262004822</c:v>
                </c:pt>
                <c:pt idx="458">
                  <c:v>-0.65605902899</c:v>
                </c:pt>
                <c:pt idx="459">
                  <c:v>-0.64944804833</c:v>
                </c:pt>
                <c:pt idx="460">
                  <c:v>-0.64278760969</c:v>
                </c:pt>
                <c:pt idx="461">
                  <c:v>-0.63607822028</c:v>
                </c:pt>
                <c:pt idx="462">
                  <c:v>-0.62932039105</c:v>
                </c:pt>
                <c:pt idx="463">
                  <c:v>-0.62251463664</c:v>
                </c:pt>
                <c:pt idx="464">
                  <c:v>-0.61566147533</c:v>
                </c:pt>
                <c:pt idx="465">
                  <c:v>-0.60876142901</c:v>
                </c:pt>
                <c:pt idx="466">
                  <c:v>-0.60181502315</c:v>
                </c:pt>
                <c:pt idx="467">
                  <c:v>-0.59482278675</c:v>
                </c:pt>
                <c:pt idx="468">
                  <c:v>-0.58778525229</c:v>
                </c:pt>
                <c:pt idx="469">
                  <c:v>-0.58070295571</c:v>
                </c:pt>
                <c:pt idx="470">
                  <c:v>-0.57357643635</c:v>
                </c:pt>
                <c:pt idx="471">
                  <c:v>-0.56640623692</c:v>
                </c:pt>
                <c:pt idx="472">
                  <c:v>-0.55919290347</c:v>
                </c:pt>
                <c:pt idx="473">
                  <c:v>-0.55193698531</c:v>
                </c:pt>
                <c:pt idx="474">
                  <c:v>-0.54463903502</c:v>
                </c:pt>
                <c:pt idx="475">
                  <c:v>-0.53729960835</c:v>
                </c:pt>
                <c:pt idx="476">
                  <c:v>-0.52991926423</c:v>
                </c:pt>
                <c:pt idx="477">
                  <c:v>-0.52249856472</c:v>
                </c:pt>
                <c:pt idx="478">
                  <c:v>-0.51503807491</c:v>
                </c:pt>
                <c:pt idx="479">
                  <c:v>-0.50753836296</c:v>
                </c:pt>
                <c:pt idx="480">
                  <c:v>-0.5</c:v>
                </c:pt>
                <c:pt idx="481">
                  <c:v>-0.4924235601</c:v>
                </c:pt>
                <c:pt idx="482">
                  <c:v>-0.48480962025</c:v>
                </c:pt>
                <c:pt idx="483">
                  <c:v>-0.47715876026</c:v>
                </c:pt>
                <c:pt idx="484">
                  <c:v>-0.46947156279</c:v>
                </c:pt>
                <c:pt idx="485">
                  <c:v>-0.46174861324</c:v>
                </c:pt>
                <c:pt idx="486">
                  <c:v>-0.45399049974</c:v>
                </c:pt>
                <c:pt idx="487">
                  <c:v>-0.44619781311</c:v>
                </c:pt>
                <c:pt idx="488">
                  <c:v>-0.43837114679</c:v>
                </c:pt>
                <c:pt idx="489">
                  <c:v>-0.43051109681</c:v>
                </c:pt>
                <c:pt idx="490">
                  <c:v>-0.42261826174</c:v>
                </c:pt>
                <c:pt idx="491">
                  <c:v>-0.41469324266</c:v>
                </c:pt>
                <c:pt idx="492">
                  <c:v>-0.40673664308</c:v>
                </c:pt>
                <c:pt idx="493">
                  <c:v>-0.39874906893</c:v>
                </c:pt>
                <c:pt idx="494">
                  <c:v>-0.39073112849</c:v>
                </c:pt>
                <c:pt idx="495">
                  <c:v>-0.38268343237</c:v>
                </c:pt>
                <c:pt idx="496">
                  <c:v>-0.37460659342</c:v>
                </c:pt>
                <c:pt idx="497">
                  <c:v>-0.36650122672</c:v>
                </c:pt>
                <c:pt idx="498">
                  <c:v>-0.35836794955</c:v>
                </c:pt>
                <c:pt idx="499">
                  <c:v>-0.35020738126</c:v>
                </c:pt>
                <c:pt idx="500">
                  <c:v>-0.34202014333</c:v>
                </c:pt>
                <c:pt idx="501">
                  <c:v>-0.33380685923</c:v>
                </c:pt>
                <c:pt idx="502">
                  <c:v>-0.32556815446</c:v>
                </c:pt>
                <c:pt idx="503">
                  <c:v>-0.31730465641</c:v>
                </c:pt>
                <c:pt idx="504">
                  <c:v>-0.30901699437</c:v>
                </c:pt>
                <c:pt idx="505">
                  <c:v>-0.3007057995</c:v>
                </c:pt>
                <c:pt idx="506">
                  <c:v>-0.29237170472</c:v>
                </c:pt>
                <c:pt idx="507">
                  <c:v>-0.2840153447</c:v>
                </c:pt>
                <c:pt idx="508">
                  <c:v>-0.27563735582</c:v>
                </c:pt>
                <c:pt idx="509">
                  <c:v>-0.26723837608</c:v>
                </c:pt>
                <c:pt idx="510">
                  <c:v>-0.2588190451</c:v>
                </c:pt>
                <c:pt idx="511">
                  <c:v>-0.25038000405</c:v>
                </c:pt>
                <c:pt idx="512">
                  <c:v>-0.2419218956</c:v>
                </c:pt>
                <c:pt idx="513">
                  <c:v>-0.23344536386</c:v>
                </c:pt>
                <c:pt idx="514">
                  <c:v>-0.22495105434</c:v>
                </c:pt>
                <c:pt idx="515">
                  <c:v>-0.21643961394</c:v>
                </c:pt>
                <c:pt idx="516">
                  <c:v>-0.20791169082</c:v>
                </c:pt>
                <c:pt idx="517">
                  <c:v>-0.19936793442</c:v>
                </c:pt>
                <c:pt idx="518">
                  <c:v>-0.19080899538</c:v>
                </c:pt>
                <c:pt idx="519">
                  <c:v>-0.18223552549</c:v>
                </c:pt>
                <c:pt idx="520">
                  <c:v>-0.17364817767</c:v>
                </c:pt>
                <c:pt idx="521">
                  <c:v>-0.16504760586</c:v>
                </c:pt>
                <c:pt idx="522">
                  <c:v>-0.15643446504</c:v>
                </c:pt>
                <c:pt idx="523">
                  <c:v>-0.14780941113</c:v>
                </c:pt>
                <c:pt idx="524">
                  <c:v>-0.13917310096</c:v>
                </c:pt>
                <c:pt idx="525">
                  <c:v>-0.13052619222</c:v>
                </c:pt>
                <c:pt idx="526">
                  <c:v>-0.12186934341</c:v>
                </c:pt>
                <c:pt idx="527">
                  <c:v>-0.11320321377</c:v>
                </c:pt>
                <c:pt idx="528">
                  <c:v>-0.10452846327</c:v>
                </c:pt>
                <c:pt idx="529">
                  <c:v>-0.09584575252</c:v>
                </c:pt>
                <c:pt idx="530">
                  <c:v>-0.087155742748</c:v>
                </c:pt>
                <c:pt idx="531">
                  <c:v>-0.078459095728</c:v>
                </c:pt>
                <c:pt idx="532">
                  <c:v>-0.069756473744</c:v>
                </c:pt>
                <c:pt idx="533">
                  <c:v>-0.061048539535</c:v>
                </c:pt>
                <c:pt idx="534">
                  <c:v>-0.052335956243</c:v>
                </c:pt>
                <c:pt idx="535">
                  <c:v>-0.043619387365</c:v>
                </c:pt>
                <c:pt idx="536">
                  <c:v>-0.034899496703</c:v>
                </c:pt>
                <c:pt idx="537">
                  <c:v>-0.026176948308</c:v>
                </c:pt>
                <c:pt idx="538">
                  <c:v>-0.017452406437</c:v>
                </c:pt>
                <c:pt idx="539">
                  <c:v>-0.0087265354984</c:v>
                </c:pt>
                <c:pt idx="540">
                  <c:v>0</c:v>
                </c:pt>
                <c:pt idx="541">
                  <c:v>0.0087265354984</c:v>
                </c:pt>
                <c:pt idx="542">
                  <c:v>0.017452406437</c:v>
                </c:pt>
                <c:pt idx="543">
                  <c:v>0.026176948308</c:v>
                </c:pt>
                <c:pt idx="544">
                  <c:v>0.034899496703</c:v>
                </c:pt>
                <c:pt idx="545">
                  <c:v>0.043619387365</c:v>
                </c:pt>
                <c:pt idx="546">
                  <c:v>0.052335956243</c:v>
                </c:pt>
                <c:pt idx="547">
                  <c:v>0.061048539535</c:v>
                </c:pt>
                <c:pt idx="548">
                  <c:v>0.069756473744</c:v>
                </c:pt>
                <c:pt idx="549">
                  <c:v>0.078459095728</c:v>
                </c:pt>
                <c:pt idx="550">
                  <c:v>0.087155742748</c:v>
                </c:pt>
                <c:pt idx="551">
                  <c:v>0.09584575252</c:v>
                </c:pt>
                <c:pt idx="552">
                  <c:v>0.10452846327</c:v>
                </c:pt>
                <c:pt idx="553">
                  <c:v>0.11320321377</c:v>
                </c:pt>
                <c:pt idx="554">
                  <c:v>0.12186934341</c:v>
                </c:pt>
                <c:pt idx="555">
                  <c:v>0.13052619222</c:v>
                </c:pt>
                <c:pt idx="556">
                  <c:v>0.13917310096</c:v>
                </c:pt>
                <c:pt idx="557">
                  <c:v>0.14780941113</c:v>
                </c:pt>
                <c:pt idx="558">
                  <c:v>0.15643446504</c:v>
                </c:pt>
                <c:pt idx="559">
                  <c:v>0.16504760586</c:v>
                </c:pt>
                <c:pt idx="560">
                  <c:v>0.17364817767</c:v>
                </c:pt>
                <c:pt idx="561">
                  <c:v>0.18223552549</c:v>
                </c:pt>
                <c:pt idx="562">
                  <c:v>0.19080899538</c:v>
                </c:pt>
                <c:pt idx="563">
                  <c:v>0.19936793442</c:v>
                </c:pt>
                <c:pt idx="564">
                  <c:v>0.20791169082</c:v>
                </c:pt>
                <c:pt idx="565">
                  <c:v>0.21643961394</c:v>
                </c:pt>
                <c:pt idx="566">
                  <c:v>0.22495105434</c:v>
                </c:pt>
                <c:pt idx="567">
                  <c:v>0.23344536386</c:v>
                </c:pt>
                <c:pt idx="568">
                  <c:v>0.2419218956</c:v>
                </c:pt>
                <c:pt idx="569">
                  <c:v>0.25038000405</c:v>
                </c:pt>
                <c:pt idx="570">
                  <c:v>0.2588190451</c:v>
                </c:pt>
                <c:pt idx="571">
                  <c:v>0.26723837608</c:v>
                </c:pt>
                <c:pt idx="572">
                  <c:v>0.27563735582</c:v>
                </c:pt>
                <c:pt idx="573">
                  <c:v>0.2840153447</c:v>
                </c:pt>
                <c:pt idx="574">
                  <c:v>0.29237170472</c:v>
                </c:pt>
                <c:pt idx="575">
                  <c:v>0.3007057995</c:v>
                </c:pt>
                <c:pt idx="576">
                  <c:v>0.30901699437</c:v>
                </c:pt>
                <c:pt idx="577">
                  <c:v>0.31730465641</c:v>
                </c:pt>
                <c:pt idx="578">
                  <c:v>0.32556815446</c:v>
                </c:pt>
                <c:pt idx="579">
                  <c:v>0.33380685923</c:v>
                </c:pt>
                <c:pt idx="580">
                  <c:v>0.34202014333</c:v>
                </c:pt>
                <c:pt idx="581">
                  <c:v>0.35020738126</c:v>
                </c:pt>
                <c:pt idx="582">
                  <c:v>0.35836794955</c:v>
                </c:pt>
                <c:pt idx="583">
                  <c:v>0.36650122672</c:v>
                </c:pt>
                <c:pt idx="584">
                  <c:v>0.37460659342</c:v>
                </c:pt>
                <c:pt idx="585">
                  <c:v>0.38268343237</c:v>
                </c:pt>
                <c:pt idx="586">
                  <c:v>0.39073112849</c:v>
                </c:pt>
                <c:pt idx="587">
                  <c:v>0.39874906893</c:v>
                </c:pt>
                <c:pt idx="588">
                  <c:v>0.40673664308</c:v>
                </c:pt>
                <c:pt idx="589">
                  <c:v>0.41469324266</c:v>
                </c:pt>
                <c:pt idx="590">
                  <c:v>0.42261826174</c:v>
                </c:pt>
                <c:pt idx="591">
                  <c:v>0.43051109681</c:v>
                </c:pt>
                <c:pt idx="592">
                  <c:v>0.43837114679</c:v>
                </c:pt>
                <c:pt idx="593">
                  <c:v>0.44619781311</c:v>
                </c:pt>
                <c:pt idx="594">
                  <c:v>0.45399049974</c:v>
                </c:pt>
                <c:pt idx="595">
                  <c:v>0.46174861324</c:v>
                </c:pt>
                <c:pt idx="596">
                  <c:v>0.46947156279</c:v>
                </c:pt>
                <c:pt idx="597">
                  <c:v>0.47715876026</c:v>
                </c:pt>
                <c:pt idx="598">
                  <c:v>0.48480962025</c:v>
                </c:pt>
                <c:pt idx="599">
                  <c:v>0.4924235601</c:v>
                </c:pt>
                <c:pt idx="600">
                  <c:v>0.5</c:v>
                </c:pt>
                <c:pt idx="601">
                  <c:v>0.50753836296</c:v>
                </c:pt>
                <c:pt idx="602">
                  <c:v>0.51503807491</c:v>
                </c:pt>
                <c:pt idx="603">
                  <c:v>0.52249856472</c:v>
                </c:pt>
                <c:pt idx="604">
                  <c:v>0.52991926423</c:v>
                </c:pt>
                <c:pt idx="605">
                  <c:v>0.53729960835</c:v>
                </c:pt>
                <c:pt idx="606">
                  <c:v>0.54463903502</c:v>
                </c:pt>
                <c:pt idx="607">
                  <c:v>0.55193698531</c:v>
                </c:pt>
                <c:pt idx="608">
                  <c:v>0.55919290347</c:v>
                </c:pt>
                <c:pt idx="609">
                  <c:v>0.56640623692</c:v>
                </c:pt>
                <c:pt idx="610">
                  <c:v>0.57357643635</c:v>
                </c:pt>
                <c:pt idx="611">
                  <c:v>0.58070295571</c:v>
                </c:pt>
                <c:pt idx="612">
                  <c:v>0.58778525229</c:v>
                </c:pt>
                <c:pt idx="613">
                  <c:v>0.59482278675</c:v>
                </c:pt>
                <c:pt idx="614">
                  <c:v>0.60181502315</c:v>
                </c:pt>
                <c:pt idx="615">
                  <c:v>0.60876142901</c:v>
                </c:pt>
                <c:pt idx="616">
                  <c:v>0.61566147533</c:v>
                </c:pt>
                <c:pt idx="617">
                  <c:v>0.62251463664</c:v>
                </c:pt>
                <c:pt idx="618">
                  <c:v>0.62932039105</c:v>
                </c:pt>
                <c:pt idx="619">
                  <c:v>0.63607822028</c:v>
                </c:pt>
                <c:pt idx="620">
                  <c:v>0.64278760969</c:v>
                </c:pt>
                <c:pt idx="621">
                  <c:v>0.64944804833</c:v>
                </c:pt>
                <c:pt idx="622">
                  <c:v>0.65605902899</c:v>
                </c:pt>
                <c:pt idx="623">
                  <c:v>0.66262004822</c:v>
                </c:pt>
                <c:pt idx="624">
                  <c:v>0.66913060636</c:v>
                </c:pt>
                <c:pt idx="625">
                  <c:v>0.67559020762</c:v>
                </c:pt>
                <c:pt idx="626">
                  <c:v>0.68199836006</c:v>
                </c:pt>
                <c:pt idx="627">
                  <c:v>0.68835457569</c:v>
                </c:pt>
                <c:pt idx="628">
                  <c:v>0.69465837046</c:v>
                </c:pt>
                <c:pt idx="629">
                  <c:v>0.7009092643</c:v>
                </c:pt>
                <c:pt idx="630">
                  <c:v>0.70710678119</c:v>
                </c:pt>
                <c:pt idx="631">
                  <c:v>0.71325044915</c:v>
                </c:pt>
                <c:pt idx="632">
                  <c:v>0.71933980034</c:v>
                </c:pt>
                <c:pt idx="633">
                  <c:v>0.72537437101</c:v>
                </c:pt>
                <c:pt idx="634">
                  <c:v>0.73135370162</c:v>
                </c:pt>
                <c:pt idx="635">
                  <c:v>0.73727733681</c:v>
                </c:pt>
                <c:pt idx="636">
                  <c:v>0.74314482548</c:v>
                </c:pt>
                <c:pt idx="637">
                  <c:v>0.74895572079</c:v>
                </c:pt>
                <c:pt idx="638">
                  <c:v>0.75470958022</c:v>
                </c:pt>
                <c:pt idx="639">
                  <c:v>0.7604059656</c:v>
                </c:pt>
                <c:pt idx="640">
                  <c:v>0.76604444312</c:v>
                </c:pt>
                <c:pt idx="641">
                  <c:v>0.77162458339</c:v>
                </c:pt>
                <c:pt idx="642">
                  <c:v>0.77714596146</c:v>
                </c:pt>
                <c:pt idx="643">
                  <c:v>0.78260815685</c:v>
                </c:pt>
                <c:pt idx="644">
                  <c:v>0.78801075361</c:v>
                </c:pt>
                <c:pt idx="645">
                  <c:v>0.79335334029</c:v>
                </c:pt>
                <c:pt idx="646">
                  <c:v>0.79863551005</c:v>
                </c:pt>
                <c:pt idx="647">
                  <c:v>0.80385686062</c:v>
                </c:pt>
                <c:pt idx="648">
                  <c:v>0.80901699437</c:v>
                </c:pt>
                <c:pt idx="649">
                  <c:v>0.81411551836</c:v>
                </c:pt>
                <c:pt idx="650">
                  <c:v>0.81915204429</c:v>
                </c:pt>
                <c:pt idx="651">
                  <c:v>0.82412618862</c:v>
                </c:pt>
                <c:pt idx="652">
                  <c:v>0.82903757256</c:v>
                </c:pt>
                <c:pt idx="653">
                  <c:v>0.83388582207</c:v>
                </c:pt>
                <c:pt idx="654">
                  <c:v>0.83867056795</c:v>
                </c:pt>
                <c:pt idx="655">
                  <c:v>0.84339144581</c:v>
                </c:pt>
                <c:pt idx="656">
                  <c:v>0.84804809616</c:v>
                </c:pt>
                <c:pt idx="657">
                  <c:v>0.85264016435</c:v>
                </c:pt>
                <c:pt idx="658">
                  <c:v>0.8571673007</c:v>
                </c:pt>
                <c:pt idx="659">
                  <c:v>0.86162916044</c:v>
                </c:pt>
                <c:pt idx="660">
                  <c:v>0.86602540378</c:v>
                </c:pt>
                <c:pt idx="661">
                  <c:v>0.87035569594</c:v>
                </c:pt>
                <c:pt idx="662">
                  <c:v>0.87461970714</c:v>
                </c:pt>
                <c:pt idx="663">
                  <c:v>0.87881711266</c:v>
                </c:pt>
                <c:pt idx="664">
                  <c:v>0.88294759286</c:v>
                </c:pt>
                <c:pt idx="665">
                  <c:v>0.88701083318</c:v>
                </c:pt>
                <c:pt idx="666">
                  <c:v>0.89100652419</c:v>
                </c:pt>
                <c:pt idx="667">
                  <c:v>0.8949343616</c:v>
                </c:pt>
                <c:pt idx="668">
                  <c:v>0.8987940463</c:v>
                </c:pt>
                <c:pt idx="669">
                  <c:v>0.90258528435</c:v>
                </c:pt>
                <c:pt idx="670">
                  <c:v>0.90630778704</c:v>
                </c:pt>
                <c:pt idx="671">
                  <c:v>0.90996127088</c:v>
                </c:pt>
                <c:pt idx="672">
                  <c:v>0.91354545764</c:v>
                </c:pt>
                <c:pt idx="673">
                  <c:v>0.91706007439</c:v>
                </c:pt>
                <c:pt idx="674">
                  <c:v>0.92050485345</c:v>
                </c:pt>
                <c:pt idx="675">
                  <c:v>0.92387953251</c:v>
                </c:pt>
                <c:pt idx="676">
                  <c:v>0.92718385457</c:v>
                </c:pt>
                <c:pt idx="677">
                  <c:v>0.93041756798</c:v>
                </c:pt>
                <c:pt idx="678">
                  <c:v>0.9335804265</c:v>
                </c:pt>
                <c:pt idx="679">
                  <c:v>0.93667218925</c:v>
                </c:pt>
                <c:pt idx="680">
                  <c:v>0.93969262079</c:v>
                </c:pt>
                <c:pt idx="681">
                  <c:v>0.94264149109</c:v>
                </c:pt>
                <c:pt idx="682">
                  <c:v>0.9455185756</c:v>
                </c:pt>
                <c:pt idx="683">
                  <c:v>0.94832365521</c:v>
                </c:pt>
                <c:pt idx="684">
                  <c:v>0.9510565163</c:v>
                </c:pt>
                <c:pt idx="685">
                  <c:v>0.95371695075</c:v>
                </c:pt>
                <c:pt idx="686">
                  <c:v>0.95630475596</c:v>
                </c:pt>
                <c:pt idx="687">
                  <c:v>0.95881973487</c:v>
                </c:pt>
                <c:pt idx="688">
                  <c:v>0.96126169594</c:v>
                </c:pt>
                <c:pt idx="689">
                  <c:v>0.96363045321</c:v>
                </c:pt>
                <c:pt idx="690">
                  <c:v>0.96592582629</c:v>
                </c:pt>
                <c:pt idx="691">
                  <c:v>0.96814764038</c:v>
                </c:pt>
                <c:pt idx="692">
                  <c:v>0.97029572628</c:v>
                </c:pt>
                <c:pt idx="693">
                  <c:v>0.9723699204</c:v>
                </c:pt>
                <c:pt idx="694">
                  <c:v>0.97437006479</c:v>
                </c:pt>
                <c:pt idx="695">
                  <c:v>0.97629600712</c:v>
                </c:pt>
                <c:pt idx="696">
                  <c:v>0.97814760073</c:v>
                </c:pt>
                <c:pt idx="697">
                  <c:v>0.97992470462</c:v>
                </c:pt>
                <c:pt idx="698">
                  <c:v>0.98162718345</c:v>
                </c:pt>
                <c:pt idx="699">
                  <c:v>0.98325490756</c:v>
                </c:pt>
                <c:pt idx="700">
                  <c:v>0.98480775301</c:v>
                </c:pt>
                <c:pt idx="701">
                  <c:v>0.98628560154</c:v>
                </c:pt>
                <c:pt idx="702">
                  <c:v>0.9876883406</c:v>
                </c:pt>
                <c:pt idx="703">
                  <c:v>0.98901586336</c:v>
                </c:pt>
                <c:pt idx="704">
                  <c:v>0.99026806874</c:v>
                </c:pt>
                <c:pt idx="705">
                  <c:v>0.99144486137</c:v>
                </c:pt>
                <c:pt idx="706">
                  <c:v>0.99254615164</c:v>
                </c:pt>
                <c:pt idx="707">
                  <c:v>0.99357185568</c:v>
                </c:pt>
                <c:pt idx="708">
                  <c:v>0.99452189537</c:v>
                </c:pt>
                <c:pt idx="709">
                  <c:v>0.99539619837</c:v>
                </c:pt>
                <c:pt idx="710">
                  <c:v>0.99619469809</c:v>
                </c:pt>
                <c:pt idx="711">
                  <c:v>0.99691733373</c:v>
                </c:pt>
                <c:pt idx="712">
                  <c:v>0.99756405026</c:v>
                </c:pt>
                <c:pt idx="713">
                  <c:v>0.99813479842</c:v>
                </c:pt>
                <c:pt idx="714">
                  <c:v>0.99862953475</c:v>
                </c:pt>
                <c:pt idx="715">
                  <c:v>0.99904822158</c:v>
                </c:pt>
                <c:pt idx="716">
                  <c:v>0.99939082702</c:v>
                </c:pt>
                <c:pt idx="717">
                  <c:v>0.99965732498</c:v>
                </c:pt>
                <c:pt idx="718">
                  <c:v>0.99984769516</c:v>
                </c:pt>
                <c:pt idx="719">
                  <c:v>0.99996192306</c:v>
                </c:pt>
                <c:pt idx="720">
                  <c:v>1</c:v>
                </c:pt>
              </c:numCache>
            </c:numRef>
          </c:xVal>
          <c:yVal>
            <c:numRef>
              <c:f>'Chart Data'!$D$2:$D$722</c:f>
              <c:numCache>
                <c:formatCode>0.0</c:formatCode>
                <c:ptCount val="721"/>
                <c:pt idx="0">
                  <c:v>0</c:v>
                </c:pt>
                <c:pt idx="1">
                  <c:v>0.0087265354984</c:v>
                </c:pt>
                <c:pt idx="2">
                  <c:v>0.017452406437</c:v>
                </c:pt>
                <c:pt idx="3">
                  <c:v>0.026176948308</c:v>
                </c:pt>
                <c:pt idx="4">
                  <c:v>0.034899496703</c:v>
                </c:pt>
                <c:pt idx="5">
                  <c:v>0.043619387365</c:v>
                </c:pt>
                <c:pt idx="6">
                  <c:v>0.052335956243</c:v>
                </c:pt>
                <c:pt idx="7">
                  <c:v>0.061048539535</c:v>
                </c:pt>
                <c:pt idx="8">
                  <c:v>0.069756473744</c:v>
                </c:pt>
                <c:pt idx="9">
                  <c:v>0.078459095728</c:v>
                </c:pt>
                <c:pt idx="10">
                  <c:v>0.087155742748</c:v>
                </c:pt>
                <c:pt idx="11">
                  <c:v>0.09584575252</c:v>
                </c:pt>
                <c:pt idx="12">
                  <c:v>0.10452846327</c:v>
                </c:pt>
                <c:pt idx="13">
                  <c:v>0.11320321377</c:v>
                </c:pt>
                <c:pt idx="14">
                  <c:v>0.12186934341</c:v>
                </c:pt>
                <c:pt idx="15">
                  <c:v>0.13052619222</c:v>
                </c:pt>
                <c:pt idx="16">
                  <c:v>0.13917310096</c:v>
                </c:pt>
                <c:pt idx="17">
                  <c:v>0.14780941113</c:v>
                </c:pt>
                <c:pt idx="18">
                  <c:v>0.15643446504</c:v>
                </c:pt>
                <c:pt idx="19">
                  <c:v>0.16504760586</c:v>
                </c:pt>
                <c:pt idx="20">
                  <c:v>0.17364817767</c:v>
                </c:pt>
                <c:pt idx="21">
                  <c:v>0.18223552549</c:v>
                </c:pt>
                <c:pt idx="22">
                  <c:v>0.19080899538</c:v>
                </c:pt>
                <c:pt idx="23">
                  <c:v>0.19936793442</c:v>
                </c:pt>
                <c:pt idx="24">
                  <c:v>0.20791169082</c:v>
                </c:pt>
                <c:pt idx="25">
                  <c:v>0.21643961394</c:v>
                </c:pt>
                <c:pt idx="26">
                  <c:v>0.22495105434</c:v>
                </c:pt>
                <c:pt idx="27">
                  <c:v>0.23344536386</c:v>
                </c:pt>
                <c:pt idx="28">
                  <c:v>0.2419218956</c:v>
                </c:pt>
                <c:pt idx="29">
                  <c:v>0.25038000405</c:v>
                </c:pt>
                <c:pt idx="30">
                  <c:v>0.2588190451</c:v>
                </c:pt>
                <c:pt idx="31">
                  <c:v>0.26723837608</c:v>
                </c:pt>
                <c:pt idx="32">
                  <c:v>0.27563735582</c:v>
                </c:pt>
                <c:pt idx="33">
                  <c:v>0.2840153447</c:v>
                </c:pt>
                <c:pt idx="34">
                  <c:v>0.29237170472</c:v>
                </c:pt>
                <c:pt idx="35">
                  <c:v>0.3007057995</c:v>
                </c:pt>
                <c:pt idx="36">
                  <c:v>0.30901699437</c:v>
                </c:pt>
                <c:pt idx="37">
                  <c:v>0.31730465641</c:v>
                </c:pt>
                <c:pt idx="38">
                  <c:v>0.32556815446</c:v>
                </c:pt>
                <c:pt idx="39">
                  <c:v>0.33380685923</c:v>
                </c:pt>
                <c:pt idx="40">
                  <c:v>0.34202014333</c:v>
                </c:pt>
                <c:pt idx="41">
                  <c:v>0.35020738126</c:v>
                </c:pt>
                <c:pt idx="42">
                  <c:v>0.35836794955</c:v>
                </c:pt>
                <c:pt idx="43">
                  <c:v>0.36650122672</c:v>
                </c:pt>
                <c:pt idx="44">
                  <c:v>0.37460659342</c:v>
                </c:pt>
                <c:pt idx="45">
                  <c:v>0.38268343237</c:v>
                </c:pt>
                <c:pt idx="46">
                  <c:v>0.39073112849</c:v>
                </c:pt>
                <c:pt idx="47">
                  <c:v>0.39874906893</c:v>
                </c:pt>
                <c:pt idx="48">
                  <c:v>0.40673664308</c:v>
                </c:pt>
                <c:pt idx="49">
                  <c:v>0.41469324266</c:v>
                </c:pt>
                <c:pt idx="50">
                  <c:v>0.42261826174</c:v>
                </c:pt>
                <c:pt idx="51">
                  <c:v>0.43051109681</c:v>
                </c:pt>
                <c:pt idx="52">
                  <c:v>0.43837114679</c:v>
                </c:pt>
                <c:pt idx="53">
                  <c:v>0.44619781311</c:v>
                </c:pt>
                <c:pt idx="54">
                  <c:v>0.45399049974</c:v>
                </c:pt>
                <c:pt idx="55">
                  <c:v>0.46174861324</c:v>
                </c:pt>
                <c:pt idx="56">
                  <c:v>0.46947156279</c:v>
                </c:pt>
                <c:pt idx="57">
                  <c:v>0.47715876026</c:v>
                </c:pt>
                <c:pt idx="58">
                  <c:v>0.48480962025</c:v>
                </c:pt>
                <c:pt idx="59">
                  <c:v>0.4924235601</c:v>
                </c:pt>
                <c:pt idx="60">
                  <c:v>0.5</c:v>
                </c:pt>
                <c:pt idx="61">
                  <c:v>0.50753836296</c:v>
                </c:pt>
                <c:pt idx="62">
                  <c:v>0.51503807491</c:v>
                </c:pt>
                <c:pt idx="63">
                  <c:v>0.52249856472</c:v>
                </c:pt>
                <c:pt idx="64">
                  <c:v>0.52991926423</c:v>
                </c:pt>
                <c:pt idx="65">
                  <c:v>0.53729960835</c:v>
                </c:pt>
                <c:pt idx="66">
                  <c:v>0.54463903502</c:v>
                </c:pt>
                <c:pt idx="67">
                  <c:v>0.55193698531</c:v>
                </c:pt>
                <c:pt idx="68">
                  <c:v>0.55919290347</c:v>
                </c:pt>
                <c:pt idx="69">
                  <c:v>0.56640623692</c:v>
                </c:pt>
                <c:pt idx="70">
                  <c:v>0.57357643635</c:v>
                </c:pt>
                <c:pt idx="71">
                  <c:v>0.58070295571</c:v>
                </c:pt>
                <c:pt idx="72">
                  <c:v>0.58778525229</c:v>
                </c:pt>
                <c:pt idx="73">
                  <c:v>0.59482278675</c:v>
                </c:pt>
                <c:pt idx="74">
                  <c:v>0.60181502315</c:v>
                </c:pt>
                <c:pt idx="75">
                  <c:v>0.60876142901</c:v>
                </c:pt>
                <c:pt idx="76">
                  <c:v>0.61566147533</c:v>
                </c:pt>
                <c:pt idx="77">
                  <c:v>0.62251463664</c:v>
                </c:pt>
                <c:pt idx="78">
                  <c:v>0.62932039105</c:v>
                </c:pt>
                <c:pt idx="79">
                  <c:v>0.63607822028</c:v>
                </c:pt>
                <c:pt idx="80">
                  <c:v>0.64278760969</c:v>
                </c:pt>
                <c:pt idx="81">
                  <c:v>0.64944804833</c:v>
                </c:pt>
                <c:pt idx="82">
                  <c:v>0.65605902899</c:v>
                </c:pt>
                <c:pt idx="83">
                  <c:v>0.66262004822</c:v>
                </c:pt>
                <c:pt idx="84">
                  <c:v>0.66913060636</c:v>
                </c:pt>
                <c:pt idx="85">
                  <c:v>0.67559020762</c:v>
                </c:pt>
                <c:pt idx="86">
                  <c:v>0.68199836006</c:v>
                </c:pt>
                <c:pt idx="87">
                  <c:v>0.68835457569</c:v>
                </c:pt>
                <c:pt idx="88">
                  <c:v>0.69465837046</c:v>
                </c:pt>
                <c:pt idx="89">
                  <c:v>0.7009092643</c:v>
                </c:pt>
                <c:pt idx="90">
                  <c:v>0.70710678119</c:v>
                </c:pt>
                <c:pt idx="91">
                  <c:v>0.71325044915</c:v>
                </c:pt>
                <c:pt idx="92">
                  <c:v>0.71933980034</c:v>
                </c:pt>
                <c:pt idx="93">
                  <c:v>0.72537437101</c:v>
                </c:pt>
                <c:pt idx="94">
                  <c:v>0.73135370162</c:v>
                </c:pt>
                <c:pt idx="95">
                  <c:v>0.73727733681</c:v>
                </c:pt>
                <c:pt idx="96">
                  <c:v>0.74314482548</c:v>
                </c:pt>
                <c:pt idx="97">
                  <c:v>0.74895572079</c:v>
                </c:pt>
                <c:pt idx="98">
                  <c:v>0.75470958022</c:v>
                </c:pt>
                <c:pt idx="99">
                  <c:v>0.7604059656</c:v>
                </c:pt>
                <c:pt idx="100">
                  <c:v>0.76604444312</c:v>
                </c:pt>
                <c:pt idx="101">
                  <c:v>0.77162458339</c:v>
                </c:pt>
                <c:pt idx="102">
                  <c:v>0.77714596146</c:v>
                </c:pt>
                <c:pt idx="103">
                  <c:v>0.78260815685</c:v>
                </c:pt>
                <c:pt idx="104">
                  <c:v>0.78801075361</c:v>
                </c:pt>
                <c:pt idx="105">
                  <c:v>0.79335334029</c:v>
                </c:pt>
                <c:pt idx="106">
                  <c:v>0.79863551005</c:v>
                </c:pt>
                <c:pt idx="107">
                  <c:v>0.80385686062</c:v>
                </c:pt>
                <c:pt idx="108">
                  <c:v>0.80901699437</c:v>
                </c:pt>
                <c:pt idx="109">
                  <c:v>0.81411551836</c:v>
                </c:pt>
                <c:pt idx="110">
                  <c:v>0.81915204429</c:v>
                </c:pt>
                <c:pt idx="111">
                  <c:v>0.82412618862</c:v>
                </c:pt>
                <c:pt idx="112">
                  <c:v>0.82903757256</c:v>
                </c:pt>
                <c:pt idx="113">
                  <c:v>0.83388582207</c:v>
                </c:pt>
                <c:pt idx="114">
                  <c:v>0.83867056795</c:v>
                </c:pt>
                <c:pt idx="115">
                  <c:v>0.84339144581</c:v>
                </c:pt>
                <c:pt idx="116">
                  <c:v>0.84804809616</c:v>
                </c:pt>
                <c:pt idx="117">
                  <c:v>0.85264016435</c:v>
                </c:pt>
                <c:pt idx="118">
                  <c:v>0.8571673007</c:v>
                </c:pt>
                <c:pt idx="119">
                  <c:v>0.86162916044</c:v>
                </c:pt>
                <c:pt idx="120">
                  <c:v>0.86602540378</c:v>
                </c:pt>
                <c:pt idx="121">
                  <c:v>0.87035569594</c:v>
                </c:pt>
                <c:pt idx="122">
                  <c:v>0.87461970714</c:v>
                </c:pt>
                <c:pt idx="123">
                  <c:v>0.87881711266</c:v>
                </c:pt>
                <c:pt idx="124">
                  <c:v>0.88294759286</c:v>
                </c:pt>
                <c:pt idx="125">
                  <c:v>0.88701083318</c:v>
                </c:pt>
                <c:pt idx="126">
                  <c:v>0.89100652419</c:v>
                </c:pt>
                <c:pt idx="127">
                  <c:v>0.8949343616</c:v>
                </c:pt>
                <c:pt idx="128">
                  <c:v>0.8987940463</c:v>
                </c:pt>
                <c:pt idx="129">
                  <c:v>0.90258528435</c:v>
                </c:pt>
                <c:pt idx="130">
                  <c:v>0.90630778704</c:v>
                </c:pt>
                <c:pt idx="131">
                  <c:v>0.90996127088</c:v>
                </c:pt>
                <c:pt idx="132">
                  <c:v>0.91354545764</c:v>
                </c:pt>
                <c:pt idx="133">
                  <c:v>0.91706007439</c:v>
                </c:pt>
                <c:pt idx="134">
                  <c:v>0.92050485345</c:v>
                </c:pt>
                <c:pt idx="135">
                  <c:v>0.92387953251</c:v>
                </c:pt>
                <c:pt idx="136">
                  <c:v>0.92718385457</c:v>
                </c:pt>
                <c:pt idx="137">
                  <c:v>0.93041756798</c:v>
                </c:pt>
                <c:pt idx="138">
                  <c:v>0.9335804265</c:v>
                </c:pt>
                <c:pt idx="139">
                  <c:v>0.93667218925</c:v>
                </c:pt>
                <c:pt idx="140">
                  <c:v>0.93969262079</c:v>
                </c:pt>
                <c:pt idx="141">
                  <c:v>0.94264149109</c:v>
                </c:pt>
                <c:pt idx="142">
                  <c:v>0.9455185756</c:v>
                </c:pt>
                <c:pt idx="143">
                  <c:v>0.94832365521</c:v>
                </c:pt>
                <c:pt idx="144">
                  <c:v>0.9510565163</c:v>
                </c:pt>
                <c:pt idx="145">
                  <c:v>0.95371695075</c:v>
                </c:pt>
                <c:pt idx="146">
                  <c:v>0.95630475596</c:v>
                </c:pt>
                <c:pt idx="147">
                  <c:v>0.95881973487</c:v>
                </c:pt>
                <c:pt idx="148">
                  <c:v>0.96126169594</c:v>
                </c:pt>
                <c:pt idx="149">
                  <c:v>0.96363045321</c:v>
                </c:pt>
                <c:pt idx="150">
                  <c:v>0.96592582629</c:v>
                </c:pt>
                <c:pt idx="151">
                  <c:v>0.96814764038</c:v>
                </c:pt>
                <c:pt idx="152">
                  <c:v>0.97029572628</c:v>
                </c:pt>
                <c:pt idx="153">
                  <c:v>0.9723699204</c:v>
                </c:pt>
                <c:pt idx="154">
                  <c:v>0.97437006479</c:v>
                </c:pt>
                <c:pt idx="155">
                  <c:v>0.97629600712</c:v>
                </c:pt>
                <c:pt idx="156">
                  <c:v>0.97814760073</c:v>
                </c:pt>
                <c:pt idx="157">
                  <c:v>0.97992470462</c:v>
                </c:pt>
                <c:pt idx="158">
                  <c:v>0.98162718345</c:v>
                </c:pt>
                <c:pt idx="159">
                  <c:v>0.98325490756</c:v>
                </c:pt>
                <c:pt idx="160">
                  <c:v>0.98480775301</c:v>
                </c:pt>
                <c:pt idx="161">
                  <c:v>0.98628560154</c:v>
                </c:pt>
                <c:pt idx="162">
                  <c:v>0.9876883406</c:v>
                </c:pt>
                <c:pt idx="163">
                  <c:v>0.98901586336</c:v>
                </c:pt>
                <c:pt idx="164">
                  <c:v>0.99026806874</c:v>
                </c:pt>
                <c:pt idx="165">
                  <c:v>0.99144486137</c:v>
                </c:pt>
                <c:pt idx="166">
                  <c:v>0.99254615164</c:v>
                </c:pt>
                <c:pt idx="167">
                  <c:v>0.99357185568</c:v>
                </c:pt>
                <c:pt idx="168">
                  <c:v>0.99452189537</c:v>
                </c:pt>
                <c:pt idx="169">
                  <c:v>0.99539619837</c:v>
                </c:pt>
                <c:pt idx="170">
                  <c:v>0.99619469809</c:v>
                </c:pt>
                <c:pt idx="171">
                  <c:v>0.99691733373</c:v>
                </c:pt>
                <c:pt idx="172">
                  <c:v>0.99756405026</c:v>
                </c:pt>
                <c:pt idx="173">
                  <c:v>0.99813479842</c:v>
                </c:pt>
                <c:pt idx="174">
                  <c:v>0.99862953475</c:v>
                </c:pt>
                <c:pt idx="175">
                  <c:v>0.99904822158</c:v>
                </c:pt>
                <c:pt idx="176">
                  <c:v>0.99939082702</c:v>
                </c:pt>
                <c:pt idx="177">
                  <c:v>0.99965732498</c:v>
                </c:pt>
                <c:pt idx="178">
                  <c:v>0.99984769516</c:v>
                </c:pt>
                <c:pt idx="179">
                  <c:v>0.99996192306</c:v>
                </c:pt>
                <c:pt idx="180">
                  <c:v>1</c:v>
                </c:pt>
                <c:pt idx="181">
                  <c:v>0.99996192306</c:v>
                </c:pt>
                <c:pt idx="182">
                  <c:v>0.99984769516</c:v>
                </c:pt>
                <c:pt idx="183">
                  <c:v>0.99965732498</c:v>
                </c:pt>
                <c:pt idx="184">
                  <c:v>0.99939082702</c:v>
                </c:pt>
                <c:pt idx="185">
                  <c:v>0.99904822158</c:v>
                </c:pt>
                <c:pt idx="186">
                  <c:v>0.99862953475</c:v>
                </c:pt>
                <c:pt idx="187">
                  <c:v>0.99813479842</c:v>
                </c:pt>
                <c:pt idx="188">
                  <c:v>0.99756405026</c:v>
                </c:pt>
                <c:pt idx="189">
                  <c:v>0.99691733373</c:v>
                </c:pt>
                <c:pt idx="190">
                  <c:v>0.99619469809</c:v>
                </c:pt>
                <c:pt idx="191">
                  <c:v>0.99539619837</c:v>
                </c:pt>
                <c:pt idx="192">
                  <c:v>0.99452189537</c:v>
                </c:pt>
                <c:pt idx="193">
                  <c:v>0.99357185568</c:v>
                </c:pt>
                <c:pt idx="194">
                  <c:v>0.99254615164</c:v>
                </c:pt>
                <c:pt idx="195">
                  <c:v>0.99144486137</c:v>
                </c:pt>
                <c:pt idx="196">
                  <c:v>0.99026806874</c:v>
                </c:pt>
                <c:pt idx="197">
                  <c:v>0.98901586336</c:v>
                </c:pt>
                <c:pt idx="198">
                  <c:v>0.9876883406</c:v>
                </c:pt>
                <c:pt idx="199">
                  <c:v>0.98628560154</c:v>
                </c:pt>
                <c:pt idx="200">
                  <c:v>0.98480775301</c:v>
                </c:pt>
                <c:pt idx="201">
                  <c:v>0.98325490756</c:v>
                </c:pt>
                <c:pt idx="202">
                  <c:v>0.98162718345</c:v>
                </c:pt>
                <c:pt idx="203">
                  <c:v>0.97992470462</c:v>
                </c:pt>
                <c:pt idx="204">
                  <c:v>0.97814760073</c:v>
                </c:pt>
                <c:pt idx="205">
                  <c:v>0.97629600712</c:v>
                </c:pt>
                <c:pt idx="206">
                  <c:v>0.97437006479</c:v>
                </c:pt>
                <c:pt idx="207">
                  <c:v>0.9723699204</c:v>
                </c:pt>
                <c:pt idx="208">
                  <c:v>0.97029572628</c:v>
                </c:pt>
                <c:pt idx="209">
                  <c:v>0.96814764038</c:v>
                </c:pt>
                <c:pt idx="210">
                  <c:v>0.96592582629</c:v>
                </c:pt>
                <c:pt idx="211">
                  <c:v>0.96363045321</c:v>
                </c:pt>
                <c:pt idx="212">
                  <c:v>0.96126169594</c:v>
                </c:pt>
                <c:pt idx="213">
                  <c:v>0.95881973487</c:v>
                </c:pt>
                <c:pt idx="214">
                  <c:v>0.95630475596</c:v>
                </c:pt>
                <c:pt idx="215">
                  <c:v>0.95371695075</c:v>
                </c:pt>
                <c:pt idx="216">
                  <c:v>0.9510565163</c:v>
                </c:pt>
                <c:pt idx="217">
                  <c:v>0.94832365521</c:v>
                </c:pt>
                <c:pt idx="218">
                  <c:v>0.9455185756</c:v>
                </c:pt>
                <c:pt idx="219">
                  <c:v>0.94264149109</c:v>
                </c:pt>
                <c:pt idx="220">
                  <c:v>0.93969262079</c:v>
                </c:pt>
                <c:pt idx="221">
                  <c:v>0.93667218925</c:v>
                </c:pt>
                <c:pt idx="222">
                  <c:v>0.9335804265</c:v>
                </c:pt>
                <c:pt idx="223">
                  <c:v>0.93041756798</c:v>
                </c:pt>
                <c:pt idx="224">
                  <c:v>0.92718385457</c:v>
                </c:pt>
                <c:pt idx="225">
                  <c:v>0.92387953251</c:v>
                </c:pt>
                <c:pt idx="226">
                  <c:v>0.92050485345</c:v>
                </c:pt>
                <c:pt idx="227">
                  <c:v>0.91706007439</c:v>
                </c:pt>
                <c:pt idx="228">
                  <c:v>0.91354545764</c:v>
                </c:pt>
                <c:pt idx="229">
                  <c:v>0.90996127088</c:v>
                </c:pt>
                <c:pt idx="230">
                  <c:v>0.90630778704</c:v>
                </c:pt>
                <c:pt idx="231">
                  <c:v>0.90258528435</c:v>
                </c:pt>
                <c:pt idx="232">
                  <c:v>0.8987940463</c:v>
                </c:pt>
                <c:pt idx="233">
                  <c:v>0.8949343616</c:v>
                </c:pt>
                <c:pt idx="234">
                  <c:v>0.89100652419</c:v>
                </c:pt>
                <c:pt idx="235">
                  <c:v>0.88701083318</c:v>
                </c:pt>
                <c:pt idx="236">
                  <c:v>0.88294759286</c:v>
                </c:pt>
                <c:pt idx="237">
                  <c:v>0.87881711266</c:v>
                </c:pt>
                <c:pt idx="238">
                  <c:v>0.87461970714</c:v>
                </c:pt>
                <c:pt idx="239">
                  <c:v>0.87035569594</c:v>
                </c:pt>
                <c:pt idx="240">
                  <c:v>0.86602540378</c:v>
                </c:pt>
                <c:pt idx="241">
                  <c:v>0.86162916044</c:v>
                </c:pt>
                <c:pt idx="242">
                  <c:v>0.8571673007</c:v>
                </c:pt>
                <c:pt idx="243">
                  <c:v>0.85264016435</c:v>
                </c:pt>
                <c:pt idx="244">
                  <c:v>0.84804809616</c:v>
                </c:pt>
                <c:pt idx="245">
                  <c:v>0.84339144581</c:v>
                </c:pt>
                <c:pt idx="246">
                  <c:v>0.83867056795</c:v>
                </c:pt>
                <c:pt idx="247">
                  <c:v>0.83388582207</c:v>
                </c:pt>
                <c:pt idx="248">
                  <c:v>0.82903757256</c:v>
                </c:pt>
                <c:pt idx="249">
                  <c:v>0.82412618862</c:v>
                </c:pt>
                <c:pt idx="250">
                  <c:v>0.81915204429</c:v>
                </c:pt>
                <c:pt idx="251">
                  <c:v>0.81411551836</c:v>
                </c:pt>
                <c:pt idx="252">
                  <c:v>0.80901699437</c:v>
                </c:pt>
                <c:pt idx="253">
                  <c:v>0.80385686062</c:v>
                </c:pt>
                <c:pt idx="254">
                  <c:v>0.79863551005</c:v>
                </c:pt>
                <c:pt idx="255">
                  <c:v>0.79335334029</c:v>
                </c:pt>
                <c:pt idx="256">
                  <c:v>0.78801075361</c:v>
                </c:pt>
                <c:pt idx="257">
                  <c:v>0.78260815685</c:v>
                </c:pt>
                <c:pt idx="258">
                  <c:v>0.77714596146</c:v>
                </c:pt>
                <c:pt idx="259">
                  <c:v>0.77162458339</c:v>
                </c:pt>
                <c:pt idx="260">
                  <c:v>0.76604444312</c:v>
                </c:pt>
                <c:pt idx="261">
                  <c:v>0.7604059656</c:v>
                </c:pt>
                <c:pt idx="262">
                  <c:v>0.75470958022</c:v>
                </c:pt>
                <c:pt idx="263">
                  <c:v>0.74895572079</c:v>
                </c:pt>
                <c:pt idx="264">
                  <c:v>0.74314482548</c:v>
                </c:pt>
                <c:pt idx="265">
                  <c:v>0.73727733681</c:v>
                </c:pt>
                <c:pt idx="266">
                  <c:v>0.73135370162</c:v>
                </c:pt>
                <c:pt idx="267">
                  <c:v>0.72537437101</c:v>
                </c:pt>
                <c:pt idx="268">
                  <c:v>0.71933980034</c:v>
                </c:pt>
                <c:pt idx="269">
                  <c:v>0.71325044915</c:v>
                </c:pt>
                <c:pt idx="270">
                  <c:v>0.70710678119</c:v>
                </c:pt>
                <c:pt idx="271">
                  <c:v>0.7009092643</c:v>
                </c:pt>
                <c:pt idx="272">
                  <c:v>0.69465837046</c:v>
                </c:pt>
                <c:pt idx="273">
                  <c:v>0.68835457569</c:v>
                </c:pt>
                <c:pt idx="274">
                  <c:v>0.68199836006</c:v>
                </c:pt>
                <c:pt idx="275">
                  <c:v>0.67559020762</c:v>
                </c:pt>
                <c:pt idx="276">
                  <c:v>0.66913060636</c:v>
                </c:pt>
                <c:pt idx="277">
                  <c:v>0.66262004822</c:v>
                </c:pt>
                <c:pt idx="278">
                  <c:v>0.65605902899</c:v>
                </c:pt>
                <c:pt idx="279">
                  <c:v>0.64944804833</c:v>
                </c:pt>
                <c:pt idx="280">
                  <c:v>0.64278760969</c:v>
                </c:pt>
                <c:pt idx="281">
                  <c:v>0.63607822028</c:v>
                </c:pt>
                <c:pt idx="282">
                  <c:v>0.62932039105</c:v>
                </c:pt>
                <c:pt idx="283">
                  <c:v>0.62251463664</c:v>
                </c:pt>
                <c:pt idx="284">
                  <c:v>0.61566147533</c:v>
                </c:pt>
                <c:pt idx="285">
                  <c:v>0.60876142901</c:v>
                </c:pt>
                <c:pt idx="286">
                  <c:v>0.60181502315</c:v>
                </c:pt>
                <c:pt idx="287">
                  <c:v>0.59482278675</c:v>
                </c:pt>
                <c:pt idx="288">
                  <c:v>0.58778525229</c:v>
                </c:pt>
                <c:pt idx="289">
                  <c:v>0.58070295571</c:v>
                </c:pt>
                <c:pt idx="290">
                  <c:v>0.57357643635</c:v>
                </c:pt>
                <c:pt idx="291">
                  <c:v>0.56640623692</c:v>
                </c:pt>
                <c:pt idx="292">
                  <c:v>0.55919290347</c:v>
                </c:pt>
                <c:pt idx="293">
                  <c:v>0.55193698531</c:v>
                </c:pt>
                <c:pt idx="294">
                  <c:v>0.54463903502</c:v>
                </c:pt>
                <c:pt idx="295">
                  <c:v>0.53729960835</c:v>
                </c:pt>
                <c:pt idx="296">
                  <c:v>0.52991926423</c:v>
                </c:pt>
                <c:pt idx="297">
                  <c:v>0.52249856472</c:v>
                </c:pt>
                <c:pt idx="298">
                  <c:v>0.51503807491</c:v>
                </c:pt>
                <c:pt idx="299">
                  <c:v>0.50753836296</c:v>
                </c:pt>
                <c:pt idx="300">
                  <c:v>0.5</c:v>
                </c:pt>
                <c:pt idx="301">
                  <c:v>0.4924235601</c:v>
                </c:pt>
                <c:pt idx="302">
                  <c:v>0.48480962025</c:v>
                </c:pt>
                <c:pt idx="303">
                  <c:v>0.47715876026</c:v>
                </c:pt>
                <c:pt idx="304">
                  <c:v>0.46947156279</c:v>
                </c:pt>
                <c:pt idx="305">
                  <c:v>0.46174861324</c:v>
                </c:pt>
                <c:pt idx="306">
                  <c:v>0.45399049974</c:v>
                </c:pt>
                <c:pt idx="307">
                  <c:v>0.44619781311</c:v>
                </c:pt>
                <c:pt idx="308">
                  <c:v>0.43837114679</c:v>
                </c:pt>
                <c:pt idx="309">
                  <c:v>0.43051109681</c:v>
                </c:pt>
                <c:pt idx="310">
                  <c:v>0.42261826174</c:v>
                </c:pt>
                <c:pt idx="311">
                  <c:v>0.41469324266</c:v>
                </c:pt>
                <c:pt idx="312">
                  <c:v>0.40673664308</c:v>
                </c:pt>
                <c:pt idx="313">
                  <c:v>0.39874906893</c:v>
                </c:pt>
                <c:pt idx="314">
                  <c:v>0.39073112849</c:v>
                </c:pt>
                <c:pt idx="315">
                  <c:v>0.38268343237</c:v>
                </c:pt>
                <c:pt idx="316">
                  <c:v>0.37460659342</c:v>
                </c:pt>
                <c:pt idx="317">
                  <c:v>0.36650122672</c:v>
                </c:pt>
                <c:pt idx="318">
                  <c:v>0.35836794955</c:v>
                </c:pt>
                <c:pt idx="319">
                  <c:v>0.35020738126</c:v>
                </c:pt>
                <c:pt idx="320">
                  <c:v>0.34202014333</c:v>
                </c:pt>
                <c:pt idx="321">
                  <c:v>0.33380685923</c:v>
                </c:pt>
                <c:pt idx="322">
                  <c:v>0.32556815446</c:v>
                </c:pt>
                <c:pt idx="323">
                  <c:v>0.31730465641</c:v>
                </c:pt>
                <c:pt idx="324">
                  <c:v>0.30901699437</c:v>
                </c:pt>
                <c:pt idx="325">
                  <c:v>0.3007057995</c:v>
                </c:pt>
                <c:pt idx="326">
                  <c:v>0.29237170472</c:v>
                </c:pt>
                <c:pt idx="327">
                  <c:v>0.2840153447</c:v>
                </c:pt>
                <c:pt idx="328">
                  <c:v>0.27563735582</c:v>
                </c:pt>
                <c:pt idx="329">
                  <c:v>0.26723837608</c:v>
                </c:pt>
                <c:pt idx="330">
                  <c:v>0.2588190451</c:v>
                </c:pt>
                <c:pt idx="331">
                  <c:v>0.25038000405</c:v>
                </c:pt>
                <c:pt idx="332">
                  <c:v>0.2419218956</c:v>
                </c:pt>
                <c:pt idx="333">
                  <c:v>0.23344536386</c:v>
                </c:pt>
                <c:pt idx="334">
                  <c:v>0.22495105434</c:v>
                </c:pt>
                <c:pt idx="335">
                  <c:v>0.21643961394</c:v>
                </c:pt>
                <c:pt idx="336">
                  <c:v>0.20791169082</c:v>
                </c:pt>
                <c:pt idx="337">
                  <c:v>0.19936793442</c:v>
                </c:pt>
                <c:pt idx="338">
                  <c:v>0.19080899538</c:v>
                </c:pt>
                <c:pt idx="339">
                  <c:v>0.18223552549</c:v>
                </c:pt>
                <c:pt idx="340">
                  <c:v>0.17364817767</c:v>
                </c:pt>
                <c:pt idx="341">
                  <c:v>0.16504760586</c:v>
                </c:pt>
                <c:pt idx="342">
                  <c:v>0.15643446504</c:v>
                </c:pt>
                <c:pt idx="343">
                  <c:v>0.14780941113</c:v>
                </c:pt>
                <c:pt idx="344">
                  <c:v>0.13917310096</c:v>
                </c:pt>
                <c:pt idx="345">
                  <c:v>0.13052619222</c:v>
                </c:pt>
                <c:pt idx="346">
                  <c:v>0.12186934341</c:v>
                </c:pt>
                <c:pt idx="347">
                  <c:v>0.11320321377</c:v>
                </c:pt>
                <c:pt idx="348">
                  <c:v>0.10452846327</c:v>
                </c:pt>
                <c:pt idx="349">
                  <c:v>0.09584575252</c:v>
                </c:pt>
                <c:pt idx="350">
                  <c:v>0.087155742748</c:v>
                </c:pt>
                <c:pt idx="351">
                  <c:v>0.078459095728</c:v>
                </c:pt>
                <c:pt idx="352">
                  <c:v>0.069756473744</c:v>
                </c:pt>
                <c:pt idx="353">
                  <c:v>0.061048539535</c:v>
                </c:pt>
                <c:pt idx="354">
                  <c:v>0.052335956243</c:v>
                </c:pt>
                <c:pt idx="355">
                  <c:v>0.043619387365</c:v>
                </c:pt>
                <c:pt idx="356">
                  <c:v>0.034899496703</c:v>
                </c:pt>
                <c:pt idx="357">
                  <c:v>0.026176948308</c:v>
                </c:pt>
                <c:pt idx="358">
                  <c:v>0.017452406437</c:v>
                </c:pt>
                <c:pt idx="359">
                  <c:v>0.0087265354984</c:v>
                </c:pt>
                <c:pt idx="360">
                  <c:v>0</c:v>
                </c:pt>
                <c:pt idx="361">
                  <c:v>-0.0087265354984</c:v>
                </c:pt>
                <c:pt idx="362">
                  <c:v>-0.017452406437</c:v>
                </c:pt>
                <c:pt idx="363">
                  <c:v>-0.026176948308</c:v>
                </c:pt>
                <c:pt idx="364">
                  <c:v>-0.034899496703</c:v>
                </c:pt>
                <c:pt idx="365">
                  <c:v>-0.043619387365</c:v>
                </c:pt>
                <c:pt idx="366">
                  <c:v>-0.052335956243</c:v>
                </c:pt>
                <c:pt idx="367">
                  <c:v>-0.061048539535</c:v>
                </c:pt>
                <c:pt idx="368">
                  <c:v>-0.069756473744</c:v>
                </c:pt>
                <c:pt idx="369">
                  <c:v>-0.078459095728</c:v>
                </c:pt>
                <c:pt idx="370">
                  <c:v>-0.087155742748</c:v>
                </c:pt>
                <c:pt idx="371">
                  <c:v>-0.09584575252</c:v>
                </c:pt>
                <c:pt idx="372">
                  <c:v>-0.10452846327</c:v>
                </c:pt>
                <c:pt idx="373">
                  <c:v>-0.11320321377</c:v>
                </c:pt>
                <c:pt idx="374">
                  <c:v>-0.12186934341</c:v>
                </c:pt>
                <c:pt idx="375">
                  <c:v>-0.13052619222</c:v>
                </c:pt>
                <c:pt idx="376">
                  <c:v>-0.13917310096</c:v>
                </c:pt>
                <c:pt idx="377">
                  <c:v>-0.14780941113</c:v>
                </c:pt>
                <c:pt idx="378">
                  <c:v>-0.15643446504</c:v>
                </c:pt>
                <c:pt idx="379">
                  <c:v>-0.16504760586</c:v>
                </c:pt>
                <c:pt idx="380">
                  <c:v>-0.17364817767</c:v>
                </c:pt>
                <c:pt idx="381">
                  <c:v>-0.18223552549</c:v>
                </c:pt>
                <c:pt idx="382">
                  <c:v>-0.19080899538</c:v>
                </c:pt>
                <c:pt idx="383">
                  <c:v>-0.19936793442</c:v>
                </c:pt>
                <c:pt idx="384">
                  <c:v>-0.20791169082</c:v>
                </c:pt>
                <c:pt idx="385">
                  <c:v>-0.21643961394</c:v>
                </c:pt>
                <c:pt idx="386">
                  <c:v>-0.22495105434</c:v>
                </c:pt>
                <c:pt idx="387">
                  <c:v>-0.23344536386</c:v>
                </c:pt>
                <c:pt idx="388">
                  <c:v>-0.2419218956</c:v>
                </c:pt>
                <c:pt idx="389">
                  <c:v>-0.25038000405</c:v>
                </c:pt>
                <c:pt idx="390">
                  <c:v>-0.2588190451</c:v>
                </c:pt>
                <c:pt idx="391">
                  <c:v>-0.26723837608</c:v>
                </c:pt>
                <c:pt idx="392">
                  <c:v>-0.27563735582</c:v>
                </c:pt>
                <c:pt idx="393">
                  <c:v>-0.2840153447</c:v>
                </c:pt>
                <c:pt idx="394">
                  <c:v>-0.29237170472</c:v>
                </c:pt>
                <c:pt idx="395">
                  <c:v>-0.3007057995</c:v>
                </c:pt>
                <c:pt idx="396">
                  <c:v>-0.30901699437</c:v>
                </c:pt>
                <c:pt idx="397">
                  <c:v>-0.31730465641</c:v>
                </c:pt>
                <c:pt idx="398">
                  <c:v>-0.32556815446</c:v>
                </c:pt>
                <c:pt idx="399">
                  <c:v>-0.33380685923</c:v>
                </c:pt>
                <c:pt idx="400">
                  <c:v>-0.34202014333</c:v>
                </c:pt>
                <c:pt idx="401">
                  <c:v>-0.35020738126</c:v>
                </c:pt>
                <c:pt idx="402">
                  <c:v>-0.35836794955</c:v>
                </c:pt>
                <c:pt idx="403">
                  <c:v>-0.36650122672</c:v>
                </c:pt>
                <c:pt idx="404">
                  <c:v>-0.37460659342</c:v>
                </c:pt>
                <c:pt idx="405">
                  <c:v>-0.38268343237</c:v>
                </c:pt>
                <c:pt idx="406">
                  <c:v>-0.39073112849</c:v>
                </c:pt>
                <c:pt idx="407">
                  <c:v>-0.39874906893</c:v>
                </c:pt>
                <c:pt idx="408">
                  <c:v>-0.40673664308</c:v>
                </c:pt>
                <c:pt idx="409">
                  <c:v>-0.41469324266</c:v>
                </c:pt>
                <c:pt idx="410">
                  <c:v>-0.42261826174</c:v>
                </c:pt>
                <c:pt idx="411">
                  <c:v>-0.43051109681</c:v>
                </c:pt>
                <c:pt idx="412">
                  <c:v>-0.43837114679</c:v>
                </c:pt>
                <c:pt idx="413">
                  <c:v>-0.44619781311</c:v>
                </c:pt>
                <c:pt idx="414">
                  <c:v>-0.45399049974</c:v>
                </c:pt>
                <c:pt idx="415">
                  <c:v>-0.46174861324</c:v>
                </c:pt>
                <c:pt idx="416">
                  <c:v>-0.46947156279</c:v>
                </c:pt>
                <c:pt idx="417">
                  <c:v>-0.47715876026</c:v>
                </c:pt>
                <c:pt idx="418">
                  <c:v>-0.48480962025</c:v>
                </c:pt>
                <c:pt idx="419">
                  <c:v>-0.4924235601</c:v>
                </c:pt>
                <c:pt idx="420">
                  <c:v>-0.5</c:v>
                </c:pt>
                <c:pt idx="421">
                  <c:v>-0.50753836296</c:v>
                </c:pt>
                <c:pt idx="422">
                  <c:v>-0.51503807491</c:v>
                </c:pt>
                <c:pt idx="423">
                  <c:v>-0.52249856472</c:v>
                </c:pt>
                <c:pt idx="424">
                  <c:v>-0.52991926423</c:v>
                </c:pt>
                <c:pt idx="425">
                  <c:v>-0.53729960835</c:v>
                </c:pt>
                <c:pt idx="426">
                  <c:v>-0.54463903502</c:v>
                </c:pt>
                <c:pt idx="427">
                  <c:v>-0.55193698531</c:v>
                </c:pt>
                <c:pt idx="428">
                  <c:v>-0.55919290347</c:v>
                </c:pt>
                <c:pt idx="429">
                  <c:v>-0.56640623692</c:v>
                </c:pt>
                <c:pt idx="430">
                  <c:v>-0.57357643635</c:v>
                </c:pt>
                <c:pt idx="431">
                  <c:v>-0.58070295571</c:v>
                </c:pt>
                <c:pt idx="432">
                  <c:v>-0.58778525229</c:v>
                </c:pt>
                <c:pt idx="433">
                  <c:v>-0.59482278675</c:v>
                </c:pt>
                <c:pt idx="434">
                  <c:v>-0.60181502315</c:v>
                </c:pt>
                <c:pt idx="435">
                  <c:v>-0.60876142901</c:v>
                </c:pt>
                <c:pt idx="436">
                  <c:v>-0.61566147533</c:v>
                </c:pt>
                <c:pt idx="437">
                  <c:v>-0.62251463664</c:v>
                </c:pt>
                <c:pt idx="438">
                  <c:v>-0.62932039105</c:v>
                </c:pt>
                <c:pt idx="439">
                  <c:v>-0.63607822028</c:v>
                </c:pt>
                <c:pt idx="440">
                  <c:v>-0.64278760969</c:v>
                </c:pt>
                <c:pt idx="441">
                  <c:v>-0.64944804833</c:v>
                </c:pt>
                <c:pt idx="442">
                  <c:v>-0.65605902899</c:v>
                </c:pt>
                <c:pt idx="443">
                  <c:v>-0.66262004822</c:v>
                </c:pt>
                <c:pt idx="444">
                  <c:v>-0.66913060636</c:v>
                </c:pt>
                <c:pt idx="445">
                  <c:v>-0.67559020762</c:v>
                </c:pt>
                <c:pt idx="446">
                  <c:v>-0.68199836006</c:v>
                </c:pt>
                <c:pt idx="447">
                  <c:v>-0.68835457569</c:v>
                </c:pt>
                <c:pt idx="448">
                  <c:v>-0.69465837046</c:v>
                </c:pt>
                <c:pt idx="449">
                  <c:v>-0.7009092643</c:v>
                </c:pt>
                <c:pt idx="450">
                  <c:v>-0.70710678119</c:v>
                </c:pt>
                <c:pt idx="451">
                  <c:v>-0.71325044915</c:v>
                </c:pt>
                <c:pt idx="452">
                  <c:v>-0.71933980034</c:v>
                </c:pt>
                <c:pt idx="453">
                  <c:v>-0.72537437101</c:v>
                </c:pt>
                <c:pt idx="454">
                  <c:v>-0.73135370162</c:v>
                </c:pt>
                <c:pt idx="455">
                  <c:v>-0.73727733681</c:v>
                </c:pt>
                <c:pt idx="456">
                  <c:v>-0.74314482548</c:v>
                </c:pt>
                <c:pt idx="457">
                  <c:v>-0.74895572079</c:v>
                </c:pt>
                <c:pt idx="458">
                  <c:v>-0.75470958022</c:v>
                </c:pt>
                <c:pt idx="459">
                  <c:v>-0.7604059656</c:v>
                </c:pt>
                <c:pt idx="460">
                  <c:v>-0.76604444312</c:v>
                </c:pt>
                <c:pt idx="461">
                  <c:v>-0.77162458339</c:v>
                </c:pt>
                <c:pt idx="462">
                  <c:v>-0.77714596146</c:v>
                </c:pt>
                <c:pt idx="463">
                  <c:v>-0.78260815685</c:v>
                </c:pt>
                <c:pt idx="464">
                  <c:v>-0.78801075361</c:v>
                </c:pt>
                <c:pt idx="465">
                  <c:v>-0.79335334029</c:v>
                </c:pt>
                <c:pt idx="466">
                  <c:v>-0.79863551005</c:v>
                </c:pt>
                <c:pt idx="467">
                  <c:v>-0.80385686062</c:v>
                </c:pt>
                <c:pt idx="468">
                  <c:v>-0.80901699437</c:v>
                </c:pt>
                <c:pt idx="469">
                  <c:v>-0.81411551836</c:v>
                </c:pt>
                <c:pt idx="470">
                  <c:v>-0.81915204429</c:v>
                </c:pt>
                <c:pt idx="471">
                  <c:v>-0.82412618862</c:v>
                </c:pt>
                <c:pt idx="472">
                  <c:v>-0.82903757256</c:v>
                </c:pt>
                <c:pt idx="473">
                  <c:v>-0.83388582207</c:v>
                </c:pt>
                <c:pt idx="474">
                  <c:v>-0.83867056795</c:v>
                </c:pt>
                <c:pt idx="475">
                  <c:v>-0.84339144581</c:v>
                </c:pt>
                <c:pt idx="476">
                  <c:v>-0.84804809616</c:v>
                </c:pt>
                <c:pt idx="477">
                  <c:v>-0.85264016435</c:v>
                </c:pt>
                <c:pt idx="478">
                  <c:v>-0.8571673007</c:v>
                </c:pt>
                <c:pt idx="479">
                  <c:v>-0.86162916044</c:v>
                </c:pt>
                <c:pt idx="480">
                  <c:v>-0.86602540378</c:v>
                </c:pt>
                <c:pt idx="481">
                  <c:v>-0.87035569594</c:v>
                </c:pt>
                <c:pt idx="482">
                  <c:v>-0.87461970714</c:v>
                </c:pt>
                <c:pt idx="483">
                  <c:v>-0.87881711266</c:v>
                </c:pt>
                <c:pt idx="484">
                  <c:v>-0.88294759286</c:v>
                </c:pt>
                <c:pt idx="485">
                  <c:v>-0.88701083318</c:v>
                </c:pt>
                <c:pt idx="486">
                  <c:v>-0.89100652419</c:v>
                </c:pt>
                <c:pt idx="487">
                  <c:v>-0.8949343616</c:v>
                </c:pt>
                <c:pt idx="488">
                  <c:v>-0.8987940463</c:v>
                </c:pt>
                <c:pt idx="489">
                  <c:v>-0.90258528435</c:v>
                </c:pt>
                <c:pt idx="490">
                  <c:v>-0.90630778704</c:v>
                </c:pt>
                <c:pt idx="491">
                  <c:v>-0.90996127088</c:v>
                </c:pt>
                <c:pt idx="492">
                  <c:v>-0.91354545764</c:v>
                </c:pt>
                <c:pt idx="493">
                  <c:v>-0.91706007439</c:v>
                </c:pt>
                <c:pt idx="494">
                  <c:v>-0.92050485345</c:v>
                </c:pt>
                <c:pt idx="495">
                  <c:v>-0.92387953251</c:v>
                </c:pt>
                <c:pt idx="496">
                  <c:v>-0.92718385457</c:v>
                </c:pt>
                <c:pt idx="497">
                  <c:v>-0.93041756798</c:v>
                </c:pt>
                <c:pt idx="498">
                  <c:v>-0.9335804265</c:v>
                </c:pt>
                <c:pt idx="499">
                  <c:v>-0.93667218925</c:v>
                </c:pt>
                <c:pt idx="500">
                  <c:v>-0.93969262079</c:v>
                </c:pt>
                <c:pt idx="501">
                  <c:v>-0.94264149109</c:v>
                </c:pt>
                <c:pt idx="502">
                  <c:v>-0.9455185756</c:v>
                </c:pt>
                <c:pt idx="503">
                  <c:v>-0.94832365521</c:v>
                </c:pt>
                <c:pt idx="504">
                  <c:v>-0.9510565163</c:v>
                </c:pt>
                <c:pt idx="505">
                  <c:v>-0.95371695075</c:v>
                </c:pt>
                <c:pt idx="506">
                  <c:v>-0.95630475596</c:v>
                </c:pt>
                <c:pt idx="507">
                  <c:v>-0.95881973487</c:v>
                </c:pt>
                <c:pt idx="508">
                  <c:v>-0.96126169594</c:v>
                </c:pt>
                <c:pt idx="509">
                  <c:v>-0.96363045321</c:v>
                </c:pt>
                <c:pt idx="510">
                  <c:v>-0.96592582629</c:v>
                </c:pt>
                <c:pt idx="511">
                  <c:v>-0.96814764038</c:v>
                </c:pt>
                <c:pt idx="512">
                  <c:v>-0.97029572628</c:v>
                </c:pt>
                <c:pt idx="513">
                  <c:v>-0.9723699204</c:v>
                </c:pt>
                <c:pt idx="514">
                  <c:v>-0.97437006479</c:v>
                </c:pt>
                <c:pt idx="515">
                  <c:v>-0.97629600712</c:v>
                </c:pt>
                <c:pt idx="516">
                  <c:v>-0.97814760073</c:v>
                </c:pt>
                <c:pt idx="517">
                  <c:v>-0.97992470462</c:v>
                </c:pt>
                <c:pt idx="518">
                  <c:v>-0.98162718345</c:v>
                </c:pt>
                <c:pt idx="519">
                  <c:v>-0.98325490756</c:v>
                </c:pt>
                <c:pt idx="520">
                  <c:v>-0.98480775301</c:v>
                </c:pt>
                <c:pt idx="521">
                  <c:v>-0.98628560154</c:v>
                </c:pt>
                <c:pt idx="522">
                  <c:v>-0.9876883406</c:v>
                </c:pt>
                <c:pt idx="523">
                  <c:v>-0.98901586336</c:v>
                </c:pt>
                <c:pt idx="524">
                  <c:v>-0.99026806874</c:v>
                </c:pt>
                <c:pt idx="525">
                  <c:v>-0.99144486137</c:v>
                </c:pt>
                <c:pt idx="526">
                  <c:v>-0.99254615164</c:v>
                </c:pt>
                <c:pt idx="527">
                  <c:v>-0.99357185568</c:v>
                </c:pt>
                <c:pt idx="528">
                  <c:v>-0.99452189537</c:v>
                </c:pt>
                <c:pt idx="529">
                  <c:v>-0.99539619837</c:v>
                </c:pt>
                <c:pt idx="530">
                  <c:v>-0.99619469809</c:v>
                </c:pt>
                <c:pt idx="531">
                  <c:v>-0.99691733373</c:v>
                </c:pt>
                <c:pt idx="532">
                  <c:v>-0.99756405026</c:v>
                </c:pt>
                <c:pt idx="533">
                  <c:v>-0.99813479842</c:v>
                </c:pt>
                <c:pt idx="534">
                  <c:v>-0.99862953475</c:v>
                </c:pt>
                <c:pt idx="535">
                  <c:v>-0.99904822158</c:v>
                </c:pt>
                <c:pt idx="536">
                  <c:v>-0.99939082702</c:v>
                </c:pt>
                <c:pt idx="537">
                  <c:v>-0.99965732498</c:v>
                </c:pt>
                <c:pt idx="538">
                  <c:v>-0.99984769516</c:v>
                </c:pt>
                <c:pt idx="539">
                  <c:v>-0.99996192306</c:v>
                </c:pt>
                <c:pt idx="540">
                  <c:v>-1</c:v>
                </c:pt>
                <c:pt idx="541">
                  <c:v>-0.99996192306</c:v>
                </c:pt>
                <c:pt idx="542">
                  <c:v>-0.99984769516</c:v>
                </c:pt>
                <c:pt idx="543">
                  <c:v>-0.99965732498</c:v>
                </c:pt>
                <c:pt idx="544">
                  <c:v>-0.99939082702</c:v>
                </c:pt>
                <c:pt idx="545">
                  <c:v>-0.99904822158</c:v>
                </c:pt>
                <c:pt idx="546">
                  <c:v>-0.99862953475</c:v>
                </c:pt>
                <c:pt idx="547">
                  <c:v>-0.99813479842</c:v>
                </c:pt>
                <c:pt idx="548">
                  <c:v>-0.99756405026</c:v>
                </c:pt>
                <c:pt idx="549">
                  <c:v>-0.99691733373</c:v>
                </c:pt>
                <c:pt idx="550">
                  <c:v>-0.99619469809</c:v>
                </c:pt>
                <c:pt idx="551">
                  <c:v>-0.99539619837</c:v>
                </c:pt>
                <c:pt idx="552">
                  <c:v>-0.99452189537</c:v>
                </c:pt>
                <c:pt idx="553">
                  <c:v>-0.99357185568</c:v>
                </c:pt>
                <c:pt idx="554">
                  <c:v>-0.99254615164</c:v>
                </c:pt>
                <c:pt idx="555">
                  <c:v>-0.99144486137</c:v>
                </c:pt>
                <c:pt idx="556">
                  <c:v>-0.99026806874</c:v>
                </c:pt>
                <c:pt idx="557">
                  <c:v>-0.98901586336</c:v>
                </c:pt>
                <c:pt idx="558">
                  <c:v>-0.9876883406</c:v>
                </c:pt>
                <c:pt idx="559">
                  <c:v>-0.98628560154</c:v>
                </c:pt>
                <c:pt idx="560">
                  <c:v>-0.98480775301</c:v>
                </c:pt>
                <c:pt idx="561">
                  <c:v>-0.98325490756</c:v>
                </c:pt>
                <c:pt idx="562">
                  <c:v>-0.98162718345</c:v>
                </c:pt>
                <c:pt idx="563">
                  <c:v>-0.97992470462</c:v>
                </c:pt>
                <c:pt idx="564">
                  <c:v>-0.97814760073</c:v>
                </c:pt>
                <c:pt idx="565">
                  <c:v>-0.97629600712</c:v>
                </c:pt>
                <c:pt idx="566">
                  <c:v>-0.97437006479</c:v>
                </c:pt>
                <c:pt idx="567">
                  <c:v>-0.9723699204</c:v>
                </c:pt>
                <c:pt idx="568">
                  <c:v>-0.97029572628</c:v>
                </c:pt>
                <c:pt idx="569">
                  <c:v>-0.96814764038</c:v>
                </c:pt>
                <c:pt idx="570">
                  <c:v>-0.96592582629</c:v>
                </c:pt>
                <c:pt idx="571">
                  <c:v>-0.96363045321</c:v>
                </c:pt>
                <c:pt idx="572">
                  <c:v>-0.96126169594</c:v>
                </c:pt>
                <c:pt idx="573">
                  <c:v>-0.95881973487</c:v>
                </c:pt>
                <c:pt idx="574">
                  <c:v>-0.95630475596</c:v>
                </c:pt>
                <c:pt idx="575">
                  <c:v>-0.95371695075</c:v>
                </c:pt>
                <c:pt idx="576">
                  <c:v>-0.9510565163</c:v>
                </c:pt>
                <c:pt idx="577">
                  <c:v>-0.94832365521</c:v>
                </c:pt>
                <c:pt idx="578">
                  <c:v>-0.9455185756</c:v>
                </c:pt>
                <c:pt idx="579">
                  <c:v>-0.94264149109</c:v>
                </c:pt>
                <c:pt idx="580">
                  <c:v>-0.93969262079</c:v>
                </c:pt>
                <c:pt idx="581">
                  <c:v>-0.93667218925</c:v>
                </c:pt>
                <c:pt idx="582">
                  <c:v>-0.9335804265</c:v>
                </c:pt>
                <c:pt idx="583">
                  <c:v>-0.93041756798</c:v>
                </c:pt>
                <c:pt idx="584">
                  <c:v>-0.92718385457</c:v>
                </c:pt>
                <c:pt idx="585">
                  <c:v>-0.92387953251</c:v>
                </c:pt>
                <c:pt idx="586">
                  <c:v>-0.92050485345</c:v>
                </c:pt>
                <c:pt idx="587">
                  <c:v>-0.91706007439</c:v>
                </c:pt>
                <c:pt idx="588">
                  <c:v>-0.91354545764</c:v>
                </c:pt>
                <c:pt idx="589">
                  <c:v>-0.90996127088</c:v>
                </c:pt>
                <c:pt idx="590">
                  <c:v>-0.90630778704</c:v>
                </c:pt>
                <c:pt idx="591">
                  <c:v>-0.90258528435</c:v>
                </c:pt>
                <c:pt idx="592">
                  <c:v>-0.8987940463</c:v>
                </c:pt>
                <c:pt idx="593">
                  <c:v>-0.8949343616</c:v>
                </c:pt>
                <c:pt idx="594">
                  <c:v>-0.89100652419</c:v>
                </c:pt>
                <c:pt idx="595">
                  <c:v>-0.88701083318</c:v>
                </c:pt>
                <c:pt idx="596">
                  <c:v>-0.88294759286</c:v>
                </c:pt>
                <c:pt idx="597">
                  <c:v>-0.87881711266</c:v>
                </c:pt>
                <c:pt idx="598">
                  <c:v>-0.87461970714</c:v>
                </c:pt>
                <c:pt idx="599">
                  <c:v>-0.87035569594</c:v>
                </c:pt>
                <c:pt idx="600">
                  <c:v>-0.86602540378</c:v>
                </c:pt>
                <c:pt idx="601">
                  <c:v>-0.86162916044</c:v>
                </c:pt>
                <c:pt idx="602">
                  <c:v>-0.8571673007</c:v>
                </c:pt>
                <c:pt idx="603">
                  <c:v>-0.85264016435</c:v>
                </c:pt>
                <c:pt idx="604">
                  <c:v>-0.84804809616</c:v>
                </c:pt>
                <c:pt idx="605">
                  <c:v>-0.84339144581</c:v>
                </c:pt>
                <c:pt idx="606">
                  <c:v>-0.83867056795</c:v>
                </c:pt>
                <c:pt idx="607">
                  <c:v>-0.83388582207</c:v>
                </c:pt>
                <c:pt idx="608">
                  <c:v>-0.82903757256</c:v>
                </c:pt>
                <c:pt idx="609">
                  <c:v>-0.82412618862</c:v>
                </c:pt>
                <c:pt idx="610">
                  <c:v>-0.81915204429</c:v>
                </c:pt>
                <c:pt idx="611">
                  <c:v>-0.81411551836</c:v>
                </c:pt>
                <c:pt idx="612">
                  <c:v>-0.80901699437</c:v>
                </c:pt>
                <c:pt idx="613">
                  <c:v>-0.80385686062</c:v>
                </c:pt>
                <c:pt idx="614">
                  <c:v>-0.79863551005</c:v>
                </c:pt>
                <c:pt idx="615">
                  <c:v>-0.79335334029</c:v>
                </c:pt>
                <c:pt idx="616">
                  <c:v>-0.78801075361</c:v>
                </c:pt>
                <c:pt idx="617">
                  <c:v>-0.78260815685</c:v>
                </c:pt>
                <c:pt idx="618">
                  <c:v>-0.77714596146</c:v>
                </c:pt>
                <c:pt idx="619">
                  <c:v>-0.77162458339</c:v>
                </c:pt>
                <c:pt idx="620">
                  <c:v>-0.76604444312</c:v>
                </c:pt>
                <c:pt idx="621">
                  <c:v>-0.7604059656</c:v>
                </c:pt>
                <c:pt idx="622">
                  <c:v>-0.75470958022</c:v>
                </c:pt>
                <c:pt idx="623">
                  <c:v>-0.74895572079</c:v>
                </c:pt>
                <c:pt idx="624">
                  <c:v>-0.74314482548</c:v>
                </c:pt>
                <c:pt idx="625">
                  <c:v>-0.73727733681</c:v>
                </c:pt>
                <c:pt idx="626">
                  <c:v>-0.73135370162</c:v>
                </c:pt>
                <c:pt idx="627">
                  <c:v>-0.72537437101</c:v>
                </c:pt>
                <c:pt idx="628">
                  <c:v>-0.71933980034</c:v>
                </c:pt>
                <c:pt idx="629">
                  <c:v>-0.71325044915</c:v>
                </c:pt>
                <c:pt idx="630">
                  <c:v>-0.70710678119</c:v>
                </c:pt>
                <c:pt idx="631">
                  <c:v>-0.7009092643</c:v>
                </c:pt>
                <c:pt idx="632">
                  <c:v>-0.69465837046</c:v>
                </c:pt>
                <c:pt idx="633">
                  <c:v>-0.68835457569</c:v>
                </c:pt>
                <c:pt idx="634">
                  <c:v>-0.68199836006</c:v>
                </c:pt>
                <c:pt idx="635">
                  <c:v>-0.67559020762</c:v>
                </c:pt>
                <c:pt idx="636">
                  <c:v>-0.66913060636</c:v>
                </c:pt>
                <c:pt idx="637">
                  <c:v>-0.66262004822</c:v>
                </c:pt>
                <c:pt idx="638">
                  <c:v>-0.65605902899</c:v>
                </c:pt>
                <c:pt idx="639">
                  <c:v>-0.64944804833</c:v>
                </c:pt>
                <c:pt idx="640">
                  <c:v>-0.64278760969</c:v>
                </c:pt>
                <c:pt idx="641">
                  <c:v>-0.63607822028</c:v>
                </c:pt>
                <c:pt idx="642">
                  <c:v>-0.62932039105</c:v>
                </c:pt>
                <c:pt idx="643">
                  <c:v>-0.62251463664</c:v>
                </c:pt>
                <c:pt idx="644">
                  <c:v>-0.61566147533</c:v>
                </c:pt>
                <c:pt idx="645">
                  <c:v>-0.60876142901</c:v>
                </c:pt>
                <c:pt idx="646">
                  <c:v>-0.60181502315</c:v>
                </c:pt>
                <c:pt idx="647">
                  <c:v>-0.59482278675</c:v>
                </c:pt>
                <c:pt idx="648">
                  <c:v>-0.58778525229</c:v>
                </c:pt>
                <c:pt idx="649">
                  <c:v>-0.58070295571</c:v>
                </c:pt>
                <c:pt idx="650">
                  <c:v>-0.57357643635</c:v>
                </c:pt>
                <c:pt idx="651">
                  <c:v>-0.56640623692</c:v>
                </c:pt>
                <c:pt idx="652">
                  <c:v>-0.55919290347</c:v>
                </c:pt>
                <c:pt idx="653">
                  <c:v>-0.55193698531</c:v>
                </c:pt>
                <c:pt idx="654">
                  <c:v>-0.54463903502</c:v>
                </c:pt>
                <c:pt idx="655">
                  <c:v>-0.53729960835</c:v>
                </c:pt>
                <c:pt idx="656">
                  <c:v>-0.52991926423</c:v>
                </c:pt>
                <c:pt idx="657">
                  <c:v>-0.52249856472</c:v>
                </c:pt>
                <c:pt idx="658">
                  <c:v>-0.51503807491</c:v>
                </c:pt>
                <c:pt idx="659">
                  <c:v>-0.50753836296</c:v>
                </c:pt>
                <c:pt idx="660">
                  <c:v>-0.5</c:v>
                </c:pt>
                <c:pt idx="661">
                  <c:v>-0.4924235601</c:v>
                </c:pt>
                <c:pt idx="662">
                  <c:v>-0.48480962025</c:v>
                </c:pt>
                <c:pt idx="663">
                  <c:v>-0.47715876026</c:v>
                </c:pt>
                <c:pt idx="664">
                  <c:v>-0.46947156279</c:v>
                </c:pt>
                <c:pt idx="665">
                  <c:v>-0.46174861324</c:v>
                </c:pt>
                <c:pt idx="666">
                  <c:v>-0.45399049974</c:v>
                </c:pt>
                <c:pt idx="667">
                  <c:v>-0.44619781311</c:v>
                </c:pt>
                <c:pt idx="668">
                  <c:v>-0.43837114679</c:v>
                </c:pt>
                <c:pt idx="669">
                  <c:v>-0.43051109681</c:v>
                </c:pt>
                <c:pt idx="670">
                  <c:v>-0.42261826174</c:v>
                </c:pt>
                <c:pt idx="671">
                  <c:v>-0.41469324266</c:v>
                </c:pt>
                <c:pt idx="672">
                  <c:v>-0.40673664308</c:v>
                </c:pt>
                <c:pt idx="673">
                  <c:v>-0.39874906893</c:v>
                </c:pt>
                <c:pt idx="674">
                  <c:v>-0.39073112849</c:v>
                </c:pt>
                <c:pt idx="675">
                  <c:v>-0.38268343237</c:v>
                </c:pt>
                <c:pt idx="676">
                  <c:v>-0.37460659342</c:v>
                </c:pt>
                <c:pt idx="677">
                  <c:v>-0.36650122672</c:v>
                </c:pt>
                <c:pt idx="678">
                  <c:v>-0.35836794955</c:v>
                </c:pt>
                <c:pt idx="679">
                  <c:v>-0.35020738126</c:v>
                </c:pt>
                <c:pt idx="680">
                  <c:v>-0.34202014333</c:v>
                </c:pt>
                <c:pt idx="681">
                  <c:v>-0.33380685923</c:v>
                </c:pt>
                <c:pt idx="682">
                  <c:v>-0.32556815446</c:v>
                </c:pt>
                <c:pt idx="683">
                  <c:v>-0.31730465641</c:v>
                </c:pt>
                <c:pt idx="684">
                  <c:v>-0.30901699437</c:v>
                </c:pt>
                <c:pt idx="685">
                  <c:v>-0.3007057995</c:v>
                </c:pt>
                <c:pt idx="686">
                  <c:v>-0.29237170472</c:v>
                </c:pt>
                <c:pt idx="687">
                  <c:v>-0.2840153447</c:v>
                </c:pt>
                <c:pt idx="688">
                  <c:v>-0.27563735582</c:v>
                </c:pt>
                <c:pt idx="689">
                  <c:v>-0.26723837608</c:v>
                </c:pt>
                <c:pt idx="690">
                  <c:v>-0.2588190451</c:v>
                </c:pt>
                <c:pt idx="691">
                  <c:v>-0.25038000405</c:v>
                </c:pt>
                <c:pt idx="692">
                  <c:v>-0.2419218956</c:v>
                </c:pt>
                <c:pt idx="693">
                  <c:v>-0.23344536386</c:v>
                </c:pt>
                <c:pt idx="694">
                  <c:v>-0.22495105434</c:v>
                </c:pt>
                <c:pt idx="695">
                  <c:v>-0.21643961394</c:v>
                </c:pt>
                <c:pt idx="696">
                  <c:v>-0.20791169082</c:v>
                </c:pt>
                <c:pt idx="697">
                  <c:v>-0.19936793442</c:v>
                </c:pt>
                <c:pt idx="698">
                  <c:v>-0.19080899538</c:v>
                </c:pt>
                <c:pt idx="699">
                  <c:v>-0.18223552549</c:v>
                </c:pt>
                <c:pt idx="700">
                  <c:v>-0.17364817767</c:v>
                </c:pt>
                <c:pt idx="701">
                  <c:v>-0.16504760586</c:v>
                </c:pt>
                <c:pt idx="702">
                  <c:v>-0.15643446504</c:v>
                </c:pt>
                <c:pt idx="703">
                  <c:v>-0.14780941113</c:v>
                </c:pt>
                <c:pt idx="704">
                  <c:v>-0.13917310096</c:v>
                </c:pt>
                <c:pt idx="705">
                  <c:v>-0.13052619222</c:v>
                </c:pt>
                <c:pt idx="706">
                  <c:v>-0.12186934341</c:v>
                </c:pt>
                <c:pt idx="707">
                  <c:v>-0.11320321377</c:v>
                </c:pt>
                <c:pt idx="708">
                  <c:v>-0.10452846327</c:v>
                </c:pt>
                <c:pt idx="709">
                  <c:v>-0.09584575252</c:v>
                </c:pt>
                <c:pt idx="710">
                  <c:v>-0.087155742748</c:v>
                </c:pt>
                <c:pt idx="711">
                  <c:v>-0.078459095728</c:v>
                </c:pt>
                <c:pt idx="712">
                  <c:v>-0.069756473744</c:v>
                </c:pt>
                <c:pt idx="713">
                  <c:v>-0.061048539535</c:v>
                </c:pt>
                <c:pt idx="714">
                  <c:v>-0.052335956243</c:v>
                </c:pt>
                <c:pt idx="715">
                  <c:v>-0.043619387365</c:v>
                </c:pt>
                <c:pt idx="716">
                  <c:v>-0.034899496703</c:v>
                </c:pt>
                <c:pt idx="717">
                  <c:v>-0.026176948308</c:v>
                </c:pt>
                <c:pt idx="718">
                  <c:v>-0.017452406437</c:v>
                </c:pt>
                <c:pt idx="719">
                  <c:v>-0.0087265354984</c:v>
                </c:pt>
                <c:pt idx="72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1"/>
        <c:axPos val="l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</c:valAx>
      <c:valAx>
        <c:axId val="48650112"/>
        <c:scaling>
          <c:orientation val="minMax"/>
          <c:max val="1.65"/>
          <c:min val="-1.65"/>
        </c:scaling>
        <c:delete val="1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目標 q_ref=1</c:v>
          </c:tx>
          <c:spPr>
            <a:ln xmlns:a="http://schemas.openxmlformats.org/drawingml/2006/main" w="20955">
              <a:solidFill>
                <a:srgbClr val="949FAA"/>
              </a:solidFill>
              <a:prstDash val="solid"/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360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目前平方和</c:v>
          </c:tx>
          <c:spPr>
            <a:ln xmlns:a="http://schemas.openxmlformats.org/drawingml/2006/main" w="2857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Data'!$D$2:$D$182</c:f>
              <c:numCache>
                <c:formatCode>0.0</c:formatCode>
                <c:ptCount val="181"/>
                <c:pt idx="0">
                  <c:v>1.8521489964</c:v>
                </c:pt>
                <c:pt idx="1">
                  <c:v>1.8537881053</c:v>
                </c:pt>
                <c:pt idx="2">
                  <c:v>1.8530306365</c:v>
                </c:pt>
                <c:pt idx="3">
                  <c:v>1.8498532028</c:v>
                </c:pt>
                <c:pt idx="4">
                  <c:v>1.8442425623</c:v>
                </c:pt>
                <c:pt idx="5">
                  <c:v>1.8361957176</c:v>
                </c:pt>
                <c:pt idx="6">
                  <c:v>1.8257199672</c:v>
                </c:pt>
                <c:pt idx="7">
                  <c:v>1.812832909</c:v>
                </c:pt>
                <c:pt idx="8">
                  <c:v>1.7975623953</c:v>
                </c:pt>
                <c:pt idx="9">
                  <c:v>1.7799464396</c:v>
                </c:pt>
                <c:pt idx="10">
                  <c:v>1.7600330759</c:v>
                </c:pt>
                <c:pt idx="11">
                  <c:v>1.7378801703</c:v>
                </c:pt>
                <c:pt idx="12">
                  <c:v>1.7135551874</c:v>
                </c:pt>
                <c:pt idx="13">
                  <c:v>1.6871349103</c:v>
                </c:pt>
                <c:pt idx="14">
                  <c:v>1.6587051179</c:v>
                </c:pt>
                <c:pt idx="15">
                  <c:v>1.6283602188</c:v>
                </c:pt>
                <c:pt idx="16">
                  <c:v>1.5962028455</c:v>
                </c:pt>
                <c:pt idx="17">
                  <c:v>1.5623434092</c:v>
                </c:pt>
                <c:pt idx="18">
                  <c:v>1.5268996184</c:v>
                </c:pt>
                <c:pt idx="19">
                  <c:v>1.4899959628</c:v>
                </c:pt>
                <c:pt idx="20">
                  <c:v>1.4517631657</c:v>
                </c:pt>
                <c:pt idx="21">
                  <c:v>1.412337607</c:v>
                </c:pt>
                <c:pt idx="22">
                  <c:v>1.3718607192</c:v>
                </c:pt>
                <c:pt idx="23">
                  <c:v>1.3304783604</c:v>
                </c:pt>
                <c:pt idx="24">
                  <c:v>1.288340166</c:v>
                </c:pt>
                <c:pt idx="25">
                  <c:v>1.2455988832</c:v>
                </c:pt>
                <c:pt idx="26">
                  <c:v>1.2024096907</c:v>
                </c:pt>
                <c:pt idx="27">
                  <c:v>1.1589295075</c:v>
                </c:pt>
                <c:pt idx="28">
                  <c:v>1.1153162934</c:v>
                </c:pt>
                <c:pt idx="29">
                  <c:v>1.0717283451</c:v>
                </c:pt>
                <c:pt idx="30">
                  <c:v>1.0283235911</c:v>
                </c:pt>
                <c:pt idx="31">
                  <c:v>0.98525888864</c:v>
                </c:pt>
                <c:pt idx="32">
                  <c:v>0.94268932582</c:v>
                </c:pt>
                <c:pt idx="33">
                  <c:v>0.90076753287</c:v>
                </c:pt>
                <c:pt idx="34">
                  <c:v>0.8596430052</c:v>
                </c:pt>
                <c:pt idx="35">
                  <c:v>0.81946144183</c:v>
                </c:pt>
                <c:pt idx="36">
                  <c:v>0.78036410208</c:v>
                </c:pt>
                <c:pt idx="37">
                  <c:v>0.74248718383</c:v>
                </c:pt>
                <c:pt idx="38">
                  <c:v>0.70596122604</c:v>
                </c:pt>
                <c:pt idx="39">
                  <c:v>0.67091053865</c:v>
                </c:pt>
                <c:pt idx="40">
                  <c:v>0.63745266222</c:v>
                </c:pt>
                <c:pt idx="41">
                  <c:v>0.6056978602</c:v>
                </c:pt>
                <c:pt idx="42">
                  <c:v>0.57574864592</c:v>
                </c:pt>
                <c:pt idx="43">
                  <c:v>0.54769934683</c:v>
                </c:pt>
                <c:pt idx="44">
                  <c:v>0.52163570772</c:v>
                </c:pt>
                <c:pt idx="45">
                  <c:v>0.49763453504</c:v>
                </c:pt>
                <c:pt idx="46">
                  <c:v>0.4757633838</c:v>
                </c:pt>
                <c:pt idx="47">
                  <c:v>0.45608028866</c:v>
                </c:pt>
                <c:pt idx="48">
                  <c:v>0.43863354027</c:v>
                </c:pt>
                <c:pt idx="49">
                  <c:v>0.42346150801</c:v>
                </c:pt>
                <c:pt idx="50">
                  <c:v>0.41059250983</c:v>
                </c:pt>
                <c:pt idx="51">
                  <c:v>0.40004472992</c:v>
                </c:pt>
                <c:pt idx="52">
                  <c:v>0.39182618429</c:v>
                </c:pt>
                <c:pt idx="53">
                  <c:v>0.38593473458</c:v>
                </c:pt>
                <c:pt idx="54">
                  <c:v>0.38235814984</c:v>
                </c:pt>
                <c:pt idx="55">
                  <c:v>0.38107421604</c:v>
                </c:pt>
                <c:pt idx="56">
                  <c:v>0.38205089255</c:v>
                </c:pt>
                <c:pt idx="57">
                  <c:v>0.38524651489</c:v>
                </c:pt>
                <c:pt idx="58">
                  <c:v>0.39061004271</c:v>
                </c:pt>
                <c:pt idx="59">
                  <c:v>0.39808135166</c:v>
                </c:pt>
                <c:pt idx="60">
                  <c:v>0.4075915677</c:v>
                </c:pt>
                <c:pt idx="61">
                  <c:v>0.41906344224</c:v>
                </c:pt>
                <c:pt idx="62">
                  <c:v>0.43241176617</c:v>
                </c:pt>
                <c:pt idx="63">
                  <c:v>0.44754382066</c:v>
                </c:pt>
                <c:pt idx="64">
                  <c:v>0.46435986265</c:v>
                </c:pt>
                <c:pt idx="65">
                  <c:v>0.48275364247</c:v>
                </c:pt>
                <c:pt idx="66">
                  <c:v>0.50261295113</c:v>
                </c:pt>
                <c:pt idx="67">
                  <c:v>0.52382019452</c:v>
                </c:pt>
                <c:pt idx="68">
                  <c:v>0.54625299167</c:v>
                </c:pt>
                <c:pt idx="69">
                  <c:v>0.56978479426</c:v>
                </c:pt>
                <c:pt idx="70">
                  <c:v>0.59428552415</c:v>
                </c:pt>
                <c:pt idx="71">
                  <c:v>0.61962222589</c:v>
                </c:pt>
                <c:pt idx="72">
                  <c:v>0.64565973106</c:v>
                </c:pt>
                <c:pt idx="73">
                  <c:v>0.67226133106</c:v>
                </c:pt>
                <c:pt idx="74">
                  <c:v>0.69928945516</c:v>
                </c:pt>
                <c:pt idx="75">
                  <c:v>0.72660635047</c:v>
                </c:pt>
                <c:pt idx="76">
                  <c:v>0.7540747604</c:v>
                </c:pt>
                <c:pt idx="77">
                  <c:v>0.78155859848</c:v>
                </c:pt>
                <c:pt idx="78">
                  <c:v>0.80892361413</c:v>
                </c:pt>
                <c:pt idx="79">
                  <c:v>0.8360380471</c:v>
                </c:pt>
                <c:pt idx="80">
                  <c:v>0.86277326755</c:v>
                </c:pt>
                <c:pt idx="81">
                  <c:v>0.88900439842</c:v>
                </c:pt>
                <c:pt idx="82">
                  <c:v>0.91461091737</c:v>
                </c:pt>
                <c:pt idx="83">
                  <c:v>0.93947723498</c:v>
                </c:pt>
                <c:pt idx="84">
                  <c:v>0.96349324682</c:v>
                </c:pt>
                <c:pt idx="85">
                  <c:v>0.98655485637</c:v>
                </c:pt>
                <c:pt idx="86">
                  <c:v>1.0085644664</c:v>
                </c:pt>
                <c:pt idx="87">
                  <c:v>1.0294314367</c:v>
                </c:pt>
                <c:pt idx="88">
                  <c:v>1.049072505</c:v>
                </c:pt>
                <c:pt idx="89">
                  <c:v>1.0674121707</c:v>
                </c:pt>
                <c:pt idx="90">
                  <c:v>1.0843830379</c:v>
                </c:pt>
                <c:pt idx="91">
                  <c:v>1.0999261168</c:v>
                </c:pt>
                <c:pt idx="92">
                  <c:v>1.1139910826</c:v>
                </c:pt>
                <c:pt idx="93">
                  <c:v>1.1265364895</c:v>
                </c:pt>
                <c:pt idx="94">
                  <c:v>1.1375299395</c:v>
                </c:pt>
                <c:pt idx="95">
                  <c:v>1.1469482058</c:v>
                </c:pt>
                <c:pt idx="96">
                  <c:v>1.1547773083</c:v>
                </c:pt>
                <c:pt idx="97">
                  <c:v>1.1610125433</c:v>
                </c:pt>
                <c:pt idx="98">
                  <c:v>1.1656584655</c:v>
                </c:pt>
                <c:pt idx="99">
                  <c:v>1.1687288234</c:v>
                </c:pt>
                <c:pt idx="100">
                  <c:v>1.1702464476</c:v>
                </c:pt>
                <c:pt idx="101">
                  <c:v>1.1702430943</c:v>
                </c:pt>
                <c:pt idx="102">
                  <c:v>1.1687592419</c:v>
                </c:pt>
                <c:pt idx="103">
                  <c:v>1.1658438453</c:v>
                </c:pt>
                <c:pt idx="104">
                  <c:v>1.1615540462</c:v>
                </c:pt>
                <c:pt idx="105">
                  <c:v>1.1559548425</c:v>
                </c:pt>
                <c:pt idx="106">
                  <c:v>1.1491187177</c:v>
                </c:pt>
                <c:pt idx="107">
                  <c:v>1.141125233</c:v>
                </c:pt>
                <c:pt idx="108">
                  <c:v>1.1320605833</c:v>
                </c:pt>
                <c:pt idx="109">
                  <c:v>1.1220171193</c:v>
                </c:pt>
                <c:pt idx="110">
                  <c:v>1.1110928395</c:v>
                </c:pt>
                <c:pt idx="111">
                  <c:v>1.0993908523</c:v>
                </c:pt>
                <c:pt idx="112">
                  <c:v>1.0870188134</c:v>
                </c:pt>
                <c:pt idx="113">
                  <c:v>1.0740883395</c:v>
                </c:pt>
                <c:pt idx="114">
                  <c:v>1.0607144018</c:v>
                </c:pt>
                <c:pt idx="115">
                  <c:v>1.0470147025</c:v>
                </c:pt>
                <c:pt idx="116">
                  <c:v>1.0331090379</c:v>
                </c:pt>
                <c:pt idx="117">
                  <c:v>1.0191186493</c:v>
                </c:pt>
                <c:pt idx="118">
                  <c:v>1.0051655677</c:v>
                </c:pt>
                <c:pt idx="119">
                  <c:v>0.99137195371</c:v>
                </c:pt>
                <c:pt idx="120">
                  <c:v>0.97785943592</c:v>
                </c:pt>
                <c:pt idx="121">
                  <c:v>0.96474845242</c:v>
                </c:pt>
                <c:pt idx="122">
                  <c:v>0.95215759737</c:v>
                </c:pt>
                <c:pt idx="123">
                  <c:v>0.94020297656</c:v>
                </c:pt>
                <c:pt idx="124">
                  <c:v>0.92899757502</c:v>
                </c:pt>
                <c:pt idx="125">
                  <c:v>0.91865063992</c:v>
                </c:pt>
                <c:pt idx="126">
                  <c:v>0.90926708168</c:v>
                </c:pt>
                <c:pt idx="127">
                  <c:v>0.90094689651</c:v>
                </c:pt>
                <c:pt idx="128">
                  <c:v>0.89378461306</c:v>
                </c:pt>
                <c:pt idx="129">
                  <c:v>0.88786876613</c:v>
                </c:pt>
                <c:pt idx="130">
                  <c:v>0.88328139999</c:v>
                </c:pt>
                <c:pt idx="131">
                  <c:v>0.8800976038</c:v>
                </c:pt>
                <c:pt idx="132">
                  <c:v>0.87838508155</c:v>
                </c:pt>
                <c:pt idx="133">
                  <c:v>0.8782037586</c:v>
                </c:pt>
                <c:pt idx="134">
                  <c:v>0.87960542691</c:v>
                </c:pt>
                <c:pt idx="135">
                  <c:v>0.88263343068</c:v>
                </c:pt>
                <c:pt idx="136">
                  <c:v>0.88732239406</c:v>
                </c:pt>
                <c:pt idx="137">
                  <c:v>0.89369799228</c:v>
                </c:pt>
                <c:pt idx="138">
                  <c:v>0.90177676748</c:v>
                </c:pt>
                <c:pt idx="139">
                  <c:v>0.91156599012</c:v>
                </c:pt>
                <c:pt idx="140">
                  <c:v>0.92306356673</c:v>
                </c:pt>
                <c:pt idx="141">
                  <c:v>0.93625799457</c:v>
                </c:pt>
                <c:pt idx="142">
                  <c:v>0.95112836342</c:v>
                </c:pt>
                <c:pt idx="143">
                  <c:v>0.96764440463</c:v>
                </c:pt>
                <c:pt idx="144">
                  <c:v>0.98576658719</c:v>
                </c:pt>
                <c:pt idx="145">
                  <c:v>1.0054462605</c:v>
                </c:pt>
                <c:pt idx="146">
                  <c:v>1.0266258429</c:v>
                </c:pt>
                <c:pt idx="147">
                  <c:v>1.0492390558</c:v>
                </c:pt>
                <c:pt idx="148">
                  <c:v>1.0732112016</c:v>
                </c:pt>
                <c:pt idx="149">
                  <c:v>1.0984594842</c:v>
                </c:pt>
                <c:pt idx="150">
                  <c:v>1.124893371</c:v>
                </c:pt>
                <c:pt idx="151">
                  <c:v>1.1524149945</c:v>
                </c:pt>
                <c:pt idx="152">
                  <c:v>1.1809195916</c:v>
                </c:pt>
                <c:pt idx="153">
                  <c:v>1.2102959777</c:v>
                </c:pt>
                <c:pt idx="154">
                  <c:v>1.2404270553</c:v>
                </c:pt>
                <c:pt idx="155">
                  <c:v>1.2711903523</c:v>
                </c:pt>
                <c:pt idx="156">
                  <c:v>1.3024585896</c:v>
                </c:pt>
                <c:pt idx="157">
                  <c:v>1.3341002729</c:v>
                </c:pt>
                <c:pt idx="158">
                  <c:v>1.3659803084</c:v>
                </c:pt>
                <c:pt idx="159">
                  <c:v>1.397960638</c:v>
                </c:pt>
                <c:pt idx="160">
                  <c:v>1.4299008901</c:v>
                </c:pt>
                <c:pt idx="161">
                  <c:v>1.4616590455</c:v>
                </c:pt>
                <c:pt idx="162">
                  <c:v>1.4930921122</c:v>
                </c:pt>
                <c:pt idx="163">
                  <c:v>1.5240568079</c:v>
                </c:pt>
                <c:pt idx="164">
                  <c:v>1.5544102461</c:v>
                </c:pt>
                <c:pt idx="165">
                  <c:v>1.5840106225</c:v>
                </c:pt>
                <c:pt idx="166">
                  <c:v>1.6127178985</c:v>
                </c:pt>
                <c:pt idx="167">
                  <c:v>1.6403944783</c:v>
                </c:pt>
                <c:pt idx="168">
                  <c:v>1.6669058764</c:v>
                </c:pt>
                <c:pt idx="169">
                  <c:v>1.6921213727</c:v>
                </c:pt>
                <c:pt idx="170">
                  <c:v>1.7159146507</c:v>
                </c:pt>
                <c:pt idx="171">
                  <c:v>1.7381644178</c:v>
                </c:pt>
                <c:pt idx="172">
                  <c:v>1.7587550023</c:v>
                </c:pt>
                <c:pt idx="173">
                  <c:v>1.7775769259</c:v>
                </c:pt>
                <c:pt idx="174">
                  <c:v>1.7945274484</c:v>
                </c:pt>
                <c:pt idx="175">
                  <c:v>1.8095110814</c:v>
                </c:pt>
                <c:pt idx="176">
                  <c:v>1.8224400696</c:v>
                </c:pt>
                <c:pt idx="177">
                  <c:v>1.8332348358</c:v>
                </c:pt>
                <c:pt idx="178">
                  <c:v>1.8418243896</c:v>
                </c:pt>
                <c:pt idx="179">
                  <c:v>1.8481466946</c:v>
                </c:pt>
                <c:pt idx="180">
                  <c:v>1.8521489964</c:v>
                </c:pt>
              </c:numCache>
            </c:numRef>
          </c:yVal>
        </c:ser>
        <c:ser>
          <c:idx val="2"/>
          <c:order val="2"/>
          <c:tx>
            <c:v>positive 殘差觀察點</c:v>
          </c:tx>
          <c:spPr>
            <a:ln xmlns:a="http://schemas.openxmlformats.org/drawingml/2006/main" w="0">
              <a:solidFill>
                <a:srgbClr val="AC8325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C8325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90</c:v>
                </c:pt>
              </c:numCache>
            </c:numRef>
          </c:xVal>
          <c:yVal>
            <c:numRef>
              <c:f>'Chart Data'!$F$2:$F$2</c:f>
              <c:numCache>
                <c:formatCode>0.0</c:formatCode>
                <c:ptCount val="1"/>
                <c:pt idx="0">
                  <c:v>0.49763453504</c:v>
                </c:pt>
              </c:numCache>
            </c:numRef>
          </c:yVal>
        </c:ser>
        <c:ser>
          <c:idx val="3"/>
          <c:order val="3"/>
          <c:tx>
            <c:v>positive 殘差線段</c:v>
          </c:tx>
          <c:spPr>
            <a:ln xmlns:a="http://schemas.openxmlformats.org/drawingml/2006/main" w="23813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90</c:v>
                </c:pt>
                <c:pt idx="1">
                  <c:v>90</c:v>
                </c:pt>
              </c:numCache>
            </c:numRef>
          </c:xVal>
          <c:yVal>
            <c:numRef>
              <c:f>'Chart Data'!$H$2:$H$3</c:f>
              <c:numCache>
                <c:formatCode>0.0</c:formatCode>
                <c:ptCount val="2"/>
                <c:pt idx="0">
                  <c:v>0.49763453504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tx>
            <c:v>positive 殘差箭頭端</c:v>
          </c:tx>
          <c:spPr>
            <a:ln xmlns:a="http://schemas.openxmlformats.org/drawingml/2006/main" w="23813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86</c:v>
                </c:pt>
                <c:pt idx="1">
                  <c:v>90</c:v>
                </c:pt>
                <c:pt idx="2">
                  <c:v>94</c:v>
                </c:pt>
              </c:numCache>
            </c:numRef>
          </c:xVal>
          <c:yVal>
            <c:numRef>
              <c:f>'Chart Data'!$J$2:$J$4</c:f>
              <c:numCache>
                <c:formatCode>0.0</c:formatCode>
                <c:ptCount val="3"/>
                <c:pt idx="0">
                  <c:v>0.94</c:v>
                </c:pt>
                <c:pt idx="1">
                  <c:v>1</c:v>
                </c:pt>
                <c:pt idx="2">
                  <c:v>0.94</c:v>
                </c:pt>
              </c:numCache>
            </c:numRef>
          </c:yVal>
        </c:ser>
        <c:ser>
          <c:idx val="5"/>
          <c:order val="5"/>
          <c:tx>
            <c:v>negative 殘差觀察點</c:v>
          </c:tx>
          <c:spPr>
            <a:ln xmlns:a="http://schemas.openxmlformats.org/drawingml/2006/main" w="0">
              <a:solidFill>
                <a:srgbClr val="AC8325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C8325"/>
              </a:solidFill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330</c:v>
                </c:pt>
              </c:numCache>
            </c:numRef>
          </c:xVal>
          <c:yVal>
            <c:numRef>
              <c:f>'Chart Data'!$L$2:$L$2</c:f>
              <c:numCache>
                <c:formatCode>0.0</c:formatCode>
                <c:ptCount val="1"/>
                <c:pt idx="0">
                  <c:v>1.5840106225</c:v>
                </c:pt>
              </c:numCache>
            </c:numRef>
          </c:yVal>
        </c:ser>
        <c:ser>
          <c:idx val="6"/>
          <c:order val="6"/>
          <c:tx>
            <c:v>negative 殘差線段</c:v>
          </c:tx>
          <c:spPr>
            <a:ln xmlns:a="http://schemas.openxmlformats.org/drawingml/2006/main" w="23813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330</c:v>
                </c:pt>
                <c:pt idx="1">
                  <c:v>330</c:v>
                </c:pt>
              </c:numCache>
            </c:numRef>
          </c:xVal>
          <c:yVal>
            <c:numRef>
              <c:f>'Chart Data'!$N$2:$N$3</c:f>
              <c:numCache>
                <c:formatCode>0.0</c:formatCode>
                <c:ptCount val="2"/>
                <c:pt idx="0">
                  <c:v>1.5840106225</c:v>
                </c:pt>
                <c:pt idx="1">
                  <c:v>1</c:v>
                </c:pt>
              </c:numCache>
            </c:numRef>
          </c:yVal>
        </c:ser>
        <c:ser>
          <c:idx val="7"/>
          <c:order val="7"/>
          <c:tx>
            <c:v>negative 殘差箭頭端</c:v>
          </c:tx>
          <c:spPr>
            <a:ln xmlns:a="http://schemas.openxmlformats.org/drawingml/2006/main" w="23813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Data'!$O$2:$O$4</c:f>
              <c:numCache>
                <c:formatCode>General</c:formatCode>
                <c:ptCount val="3"/>
                <c:pt idx="0">
                  <c:v>326</c:v>
                </c:pt>
                <c:pt idx="1">
                  <c:v>330</c:v>
                </c:pt>
                <c:pt idx="2">
                  <c:v>334</c:v>
                </c:pt>
              </c:numCache>
            </c:numRef>
          </c:xVal>
          <c:yVal>
            <c:numRef>
              <c:f>'Chart Data'!$P$2:$P$4</c:f>
              <c:numCache>
                <c:formatCode>0.0</c:formatCode>
                <c:ptCount val="3"/>
                <c:pt idx="0">
                  <c:v>1.06</c:v>
                </c:pt>
                <c:pt idx="1">
                  <c:v>1</c:v>
                </c:pt>
                <c:pt idx="2">
                  <c:v>1.06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 路偏移：餘弦 1×</c:v>
          </c:tx>
          <c:spPr>
            <a:ln xmlns:a="http://schemas.openxmlformats.org/drawingml/2006/main" w="24765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0.16</c:v>
                </c:pt>
                <c:pt idx="1">
                  <c:v>0.15990253232</c:v>
                </c:pt>
                <c:pt idx="2">
                  <c:v>0.15961024804</c:v>
                </c:pt>
                <c:pt idx="3">
                  <c:v>0.15912350326</c:v>
                </c:pt>
                <c:pt idx="4">
                  <c:v>0.158442891</c:v>
                </c:pt>
                <c:pt idx="5">
                  <c:v>0.15756924048</c:v>
                </c:pt>
                <c:pt idx="6">
                  <c:v>0.15650361612</c:v>
                </c:pt>
                <c:pt idx="7">
                  <c:v>0.1552473162</c:v>
                </c:pt>
                <c:pt idx="8">
                  <c:v>0.15380187135</c:v>
                </c:pt>
                <c:pt idx="9">
                  <c:v>0.15216904261</c:v>
                </c:pt>
                <c:pt idx="10">
                  <c:v>0.15035081933</c:v>
                </c:pt>
                <c:pt idx="11">
                  <c:v>0.14834941673</c:v>
                </c:pt>
                <c:pt idx="12">
                  <c:v>0.14616727322</c:v>
                </c:pt>
                <c:pt idx="13">
                  <c:v>0.14380704741</c:v>
                </c:pt>
                <c:pt idx="14">
                  <c:v>0.14127161486</c:v>
                </c:pt>
                <c:pt idx="15">
                  <c:v>0.13856406461</c:v>
                </c:pt>
                <c:pt idx="16">
                  <c:v>0.13568769539</c:v>
                </c:pt>
                <c:pt idx="17">
                  <c:v>0.13264601161</c:v>
                </c:pt>
                <c:pt idx="18">
                  <c:v>0.1294427191</c:v>
                </c:pt>
                <c:pt idx="19">
                  <c:v>0.12608172058</c:v>
                </c:pt>
                <c:pt idx="20">
                  <c:v>0.1225671109</c:v>
                </c:pt>
                <c:pt idx="21">
                  <c:v>0.11890317208</c:v>
                </c:pt>
                <c:pt idx="22">
                  <c:v>0.11509436805</c:v>
                </c:pt>
                <c:pt idx="23">
                  <c:v>0.11114533927</c:v>
                </c:pt>
                <c:pt idx="24">
                  <c:v>0.10706089702</c:v>
                </c:pt>
                <c:pt idx="25">
                  <c:v>0.10284601755</c:v>
                </c:pt>
                <c:pt idx="26">
                  <c:v>0.098505836052</c:v>
                </c:pt>
                <c:pt idx="27">
                  <c:v>0.094045640367</c:v>
                </c:pt>
                <c:pt idx="28">
                  <c:v>0.089470864555</c:v>
                </c:pt>
                <c:pt idx="29">
                  <c:v>0.084787082277</c:v>
                </c:pt>
                <c:pt idx="30">
                  <c:v>0.08</c:v>
                </c:pt>
                <c:pt idx="31">
                  <c:v>0.075115450046</c:v>
                </c:pt>
                <c:pt idx="32">
                  <c:v>0.070139383486</c:v>
                </c:pt>
                <c:pt idx="33">
                  <c:v>0.065077862892</c:v>
                </c:pt>
                <c:pt idx="34">
                  <c:v>0.059937054947</c:v>
                </c:pt>
                <c:pt idx="35">
                  <c:v>0.054723222932</c:v>
                </c:pt>
                <c:pt idx="36">
                  <c:v>0.0494427191</c:v>
                </c:pt>
                <c:pt idx="37">
                  <c:v>0.044101976931</c:v>
                </c:pt>
                <c:pt idx="38">
                  <c:v>0.038707503296</c:v>
                </c:pt>
                <c:pt idx="39">
                  <c:v>0.033265870531</c:v>
                </c:pt>
                <c:pt idx="40">
                  <c:v>0.027783708427</c:v>
                </c:pt>
                <c:pt idx="41">
                  <c:v>0.022267696154</c:v>
                </c:pt>
                <c:pt idx="42">
                  <c:v>0.016724554123</c:v>
                </c:pt>
                <c:pt idx="43">
                  <c:v>0.011161035799</c:v>
                </c:pt>
                <c:pt idx="44">
                  <c:v>0.0055839194724</c:v>
                </c:pt>
                <c:pt idx="45">
                  <c:v>0</c:v>
                </c:pt>
                <c:pt idx="46">
                  <c:v>-0.0055839194724</c:v>
                </c:pt>
                <c:pt idx="47">
                  <c:v>-0.011161035799</c:v>
                </c:pt>
                <c:pt idx="48">
                  <c:v>-0.016724554123</c:v>
                </c:pt>
                <c:pt idx="49">
                  <c:v>-0.022267696154</c:v>
                </c:pt>
                <c:pt idx="50">
                  <c:v>-0.027783708427</c:v>
                </c:pt>
                <c:pt idx="51">
                  <c:v>-0.033265870531</c:v>
                </c:pt>
                <c:pt idx="52">
                  <c:v>-0.038707503296</c:v>
                </c:pt>
                <c:pt idx="53">
                  <c:v>-0.044101976931</c:v>
                </c:pt>
                <c:pt idx="54">
                  <c:v>-0.0494427191</c:v>
                </c:pt>
                <c:pt idx="55">
                  <c:v>-0.054723222932</c:v>
                </c:pt>
                <c:pt idx="56">
                  <c:v>-0.059937054947</c:v>
                </c:pt>
                <c:pt idx="57">
                  <c:v>-0.065077862892</c:v>
                </c:pt>
                <c:pt idx="58">
                  <c:v>-0.070139383486</c:v>
                </c:pt>
                <c:pt idx="59">
                  <c:v>-0.075115450046</c:v>
                </c:pt>
                <c:pt idx="60">
                  <c:v>-0.08</c:v>
                </c:pt>
                <c:pt idx="61">
                  <c:v>-0.084787082277</c:v>
                </c:pt>
                <c:pt idx="62">
                  <c:v>-0.089470864555</c:v>
                </c:pt>
                <c:pt idx="63">
                  <c:v>-0.094045640367</c:v>
                </c:pt>
                <c:pt idx="64">
                  <c:v>-0.098505836052</c:v>
                </c:pt>
                <c:pt idx="65">
                  <c:v>-0.10284601755</c:v>
                </c:pt>
                <c:pt idx="66">
                  <c:v>-0.10706089702</c:v>
                </c:pt>
                <c:pt idx="67">
                  <c:v>-0.11114533927</c:v>
                </c:pt>
                <c:pt idx="68">
                  <c:v>-0.11509436805</c:v>
                </c:pt>
                <c:pt idx="69">
                  <c:v>-0.11890317208</c:v>
                </c:pt>
                <c:pt idx="70">
                  <c:v>-0.1225671109</c:v>
                </c:pt>
                <c:pt idx="71">
                  <c:v>-0.12608172058</c:v>
                </c:pt>
                <c:pt idx="72">
                  <c:v>-0.1294427191</c:v>
                </c:pt>
                <c:pt idx="73">
                  <c:v>-0.13264601161</c:v>
                </c:pt>
                <c:pt idx="74">
                  <c:v>-0.13568769539</c:v>
                </c:pt>
                <c:pt idx="75">
                  <c:v>-0.13856406461</c:v>
                </c:pt>
                <c:pt idx="76">
                  <c:v>-0.14127161486</c:v>
                </c:pt>
                <c:pt idx="77">
                  <c:v>-0.14380704741</c:v>
                </c:pt>
                <c:pt idx="78">
                  <c:v>-0.14616727322</c:v>
                </c:pt>
                <c:pt idx="79">
                  <c:v>-0.14834941673</c:v>
                </c:pt>
                <c:pt idx="80">
                  <c:v>-0.15035081933</c:v>
                </c:pt>
                <c:pt idx="81">
                  <c:v>-0.15216904261</c:v>
                </c:pt>
                <c:pt idx="82">
                  <c:v>-0.15380187135</c:v>
                </c:pt>
                <c:pt idx="83">
                  <c:v>-0.1552473162</c:v>
                </c:pt>
                <c:pt idx="84">
                  <c:v>-0.15650361612</c:v>
                </c:pt>
                <c:pt idx="85">
                  <c:v>-0.15756924048</c:v>
                </c:pt>
                <c:pt idx="86">
                  <c:v>-0.158442891</c:v>
                </c:pt>
                <c:pt idx="87">
                  <c:v>-0.15912350326</c:v>
                </c:pt>
                <c:pt idx="88">
                  <c:v>-0.15961024804</c:v>
                </c:pt>
                <c:pt idx="89">
                  <c:v>-0.15990253232</c:v>
                </c:pt>
                <c:pt idx="90">
                  <c:v>-0.16</c:v>
                </c:pt>
                <c:pt idx="91">
                  <c:v>-0.15990253232</c:v>
                </c:pt>
                <c:pt idx="92">
                  <c:v>-0.15961024804</c:v>
                </c:pt>
                <c:pt idx="93">
                  <c:v>-0.15912350326</c:v>
                </c:pt>
                <c:pt idx="94">
                  <c:v>-0.158442891</c:v>
                </c:pt>
                <c:pt idx="95">
                  <c:v>-0.15756924048</c:v>
                </c:pt>
                <c:pt idx="96">
                  <c:v>-0.15650361612</c:v>
                </c:pt>
                <c:pt idx="97">
                  <c:v>-0.1552473162</c:v>
                </c:pt>
                <c:pt idx="98">
                  <c:v>-0.15380187135</c:v>
                </c:pt>
                <c:pt idx="99">
                  <c:v>-0.15216904261</c:v>
                </c:pt>
                <c:pt idx="100">
                  <c:v>-0.15035081933</c:v>
                </c:pt>
                <c:pt idx="101">
                  <c:v>-0.14834941673</c:v>
                </c:pt>
                <c:pt idx="102">
                  <c:v>-0.14616727322</c:v>
                </c:pt>
                <c:pt idx="103">
                  <c:v>-0.14380704741</c:v>
                </c:pt>
                <c:pt idx="104">
                  <c:v>-0.14127161486</c:v>
                </c:pt>
                <c:pt idx="105">
                  <c:v>-0.13856406461</c:v>
                </c:pt>
                <c:pt idx="106">
                  <c:v>-0.13568769539</c:v>
                </c:pt>
                <c:pt idx="107">
                  <c:v>-0.13264601161</c:v>
                </c:pt>
                <c:pt idx="108">
                  <c:v>-0.1294427191</c:v>
                </c:pt>
                <c:pt idx="109">
                  <c:v>-0.12608172058</c:v>
                </c:pt>
                <c:pt idx="110">
                  <c:v>-0.1225671109</c:v>
                </c:pt>
                <c:pt idx="111">
                  <c:v>-0.11890317208</c:v>
                </c:pt>
                <c:pt idx="112">
                  <c:v>-0.11509436805</c:v>
                </c:pt>
                <c:pt idx="113">
                  <c:v>-0.11114533927</c:v>
                </c:pt>
                <c:pt idx="114">
                  <c:v>-0.10706089702</c:v>
                </c:pt>
                <c:pt idx="115">
                  <c:v>-0.10284601755</c:v>
                </c:pt>
                <c:pt idx="116">
                  <c:v>-0.098505836052</c:v>
                </c:pt>
                <c:pt idx="117">
                  <c:v>-0.094045640367</c:v>
                </c:pt>
                <c:pt idx="118">
                  <c:v>-0.089470864555</c:v>
                </c:pt>
                <c:pt idx="119">
                  <c:v>-0.084787082277</c:v>
                </c:pt>
                <c:pt idx="120">
                  <c:v>-0.08</c:v>
                </c:pt>
                <c:pt idx="121">
                  <c:v>-0.075115450046</c:v>
                </c:pt>
                <c:pt idx="122">
                  <c:v>-0.070139383486</c:v>
                </c:pt>
                <c:pt idx="123">
                  <c:v>-0.065077862892</c:v>
                </c:pt>
                <c:pt idx="124">
                  <c:v>-0.059937054947</c:v>
                </c:pt>
                <c:pt idx="125">
                  <c:v>-0.054723222932</c:v>
                </c:pt>
                <c:pt idx="126">
                  <c:v>-0.0494427191</c:v>
                </c:pt>
                <c:pt idx="127">
                  <c:v>-0.044101976931</c:v>
                </c:pt>
                <c:pt idx="128">
                  <c:v>-0.038707503296</c:v>
                </c:pt>
                <c:pt idx="129">
                  <c:v>-0.033265870531</c:v>
                </c:pt>
                <c:pt idx="130">
                  <c:v>-0.027783708427</c:v>
                </c:pt>
                <c:pt idx="131">
                  <c:v>-0.022267696154</c:v>
                </c:pt>
                <c:pt idx="132">
                  <c:v>-0.016724554123</c:v>
                </c:pt>
                <c:pt idx="133">
                  <c:v>-0.011161035799</c:v>
                </c:pt>
                <c:pt idx="134">
                  <c:v>-0.0055839194724</c:v>
                </c:pt>
                <c:pt idx="135">
                  <c:v>0</c:v>
                </c:pt>
                <c:pt idx="136">
                  <c:v>0.0055839194724</c:v>
                </c:pt>
                <c:pt idx="137">
                  <c:v>0.011161035799</c:v>
                </c:pt>
                <c:pt idx="138">
                  <c:v>0.016724554123</c:v>
                </c:pt>
                <c:pt idx="139">
                  <c:v>0.022267696154</c:v>
                </c:pt>
                <c:pt idx="140">
                  <c:v>0.027783708427</c:v>
                </c:pt>
                <c:pt idx="141">
                  <c:v>0.033265870531</c:v>
                </c:pt>
                <c:pt idx="142">
                  <c:v>0.038707503296</c:v>
                </c:pt>
                <c:pt idx="143">
                  <c:v>0.044101976931</c:v>
                </c:pt>
                <c:pt idx="144">
                  <c:v>0.0494427191</c:v>
                </c:pt>
                <c:pt idx="145">
                  <c:v>0.054723222932</c:v>
                </c:pt>
                <c:pt idx="146">
                  <c:v>0.059937054947</c:v>
                </c:pt>
                <c:pt idx="147">
                  <c:v>0.065077862892</c:v>
                </c:pt>
                <c:pt idx="148">
                  <c:v>0.070139383486</c:v>
                </c:pt>
                <c:pt idx="149">
                  <c:v>0.075115450046</c:v>
                </c:pt>
                <c:pt idx="150">
                  <c:v>0.08</c:v>
                </c:pt>
                <c:pt idx="151">
                  <c:v>0.084787082277</c:v>
                </c:pt>
                <c:pt idx="152">
                  <c:v>0.089470864555</c:v>
                </c:pt>
                <c:pt idx="153">
                  <c:v>0.094045640367</c:v>
                </c:pt>
                <c:pt idx="154">
                  <c:v>0.098505836052</c:v>
                </c:pt>
                <c:pt idx="155">
                  <c:v>0.10284601755</c:v>
                </c:pt>
                <c:pt idx="156">
                  <c:v>0.10706089702</c:v>
                </c:pt>
                <c:pt idx="157">
                  <c:v>0.11114533927</c:v>
                </c:pt>
                <c:pt idx="158">
                  <c:v>0.11509436805</c:v>
                </c:pt>
                <c:pt idx="159">
                  <c:v>0.11890317208</c:v>
                </c:pt>
                <c:pt idx="160">
                  <c:v>0.1225671109</c:v>
                </c:pt>
                <c:pt idx="161">
                  <c:v>0.12608172058</c:v>
                </c:pt>
                <c:pt idx="162">
                  <c:v>0.1294427191</c:v>
                </c:pt>
                <c:pt idx="163">
                  <c:v>0.13264601161</c:v>
                </c:pt>
                <c:pt idx="164">
                  <c:v>0.13568769539</c:v>
                </c:pt>
                <c:pt idx="165">
                  <c:v>0.13856406461</c:v>
                </c:pt>
                <c:pt idx="166">
                  <c:v>0.14127161486</c:v>
                </c:pt>
                <c:pt idx="167">
                  <c:v>0.14380704741</c:v>
                </c:pt>
                <c:pt idx="168">
                  <c:v>0.14616727322</c:v>
                </c:pt>
                <c:pt idx="169">
                  <c:v>0.14834941673</c:v>
                </c:pt>
                <c:pt idx="170">
                  <c:v>0.15035081933</c:v>
                </c:pt>
                <c:pt idx="171">
                  <c:v>0.15216904261</c:v>
                </c:pt>
                <c:pt idx="172">
                  <c:v>0.15380187135</c:v>
                </c:pt>
                <c:pt idx="173">
                  <c:v>0.1552473162</c:v>
                </c:pt>
                <c:pt idx="174">
                  <c:v>0.15650361612</c:v>
                </c:pt>
                <c:pt idx="175">
                  <c:v>0.15756924048</c:v>
                </c:pt>
                <c:pt idx="176">
                  <c:v>0.158442891</c:v>
                </c:pt>
                <c:pt idx="177">
                  <c:v>0.15912350326</c:v>
                </c:pt>
                <c:pt idx="178">
                  <c:v>0.15961024804</c:v>
                </c:pt>
                <c:pt idx="179">
                  <c:v>0.15990253232</c:v>
                </c:pt>
                <c:pt idx="180">
                  <c:v>0.16</c:v>
                </c:pt>
              </c:numCache>
            </c:numRef>
          </c:yVal>
        </c:ser>
        <c:ser>
          <c:idx val="1"/>
          <c:order val="1"/>
          <c:tx>
            <c:v>b 路偏移：正弦 1×</c:v>
          </c:tx>
          <c:spPr>
            <a:ln xmlns:a="http://schemas.openxmlformats.org/drawingml/2006/main" w="24765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Data'!$D$2:$D$182</c:f>
              <c:numCache>
                <c:formatCode>0.0</c:formatCode>
                <c:ptCount val="181"/>
                <c:pt idx="0">
                  <c:v>0</c:v>
                </c:pt>
                <c:pt idx="1">
                  <c:v>0.0055839194724</c:v>
                </c:pt>
                <c:pt idx="2">
                  <c:v>0.011161035799</c:v>
                </c:pt>
                <c:pt idx="3">
                  <c:v>0.016724554123</c:v>
                </c:pt>
                <c:pt idx="4">
                  <c:v>0.022267696154</c:v>
                </c:pt>
                <c:pt idx="5">
                  <c:v>0.027783708427</c:v>
                </c:pt>
                <c:pt idx="6">
                  <c:v>0.033265870531</c:v>
                </c:pt>
                <c:pt idx="7">
                  <c:v>0.038707503296</c:v>
                </c:pt>
                <c:pt idx="8">
                  <c:v>0.044101976931</c:v>
                </c:pt>
                <c:pt idx="9">
                  <c:v>0.0494427191</c:v>
                </c:pt>
                <c:pt idx="10">
                  <c:v>0.054723222932</c:v>
                </c:pt>
                <c:pt idx="11">
                  <c:v>0.059937054947</c:v>
                </c:pt>
                <c:pt idx="12">
                  <c:v>0.065077862892</c:v>
                </c:pt>
                <c:pt idx="13">
                  <c:v>0.070139383486</c:v>
                </c:pt>
                <c:pt idx="14">
                  <c:v>0.075115450046</c:v>
                </c:pt>
                <c:pt idx="15">
                  <c:v>0.08</c:v>
                </c:pt>
                <c:pt idx="16">
                  <c:v>0.084787082277</c:v>
                </c:pt>
                <c:pt idx="17">
                  <c:v>0.089470864555</c:v>
                </c:pt>
                <c:pt idx="18">
                  <c:v>0.094045640367</c:v>
                </c:pt>
                <c:pt idx="19">
                  <c:v>0.098505836052</c:v>
                </c:pt>
                <c:pt idx="20">
                  <c:v>0.10284601755</c:v>
                </c:pt>
                <c:pt idx="21">
                  <c:v>0.10706089702</c:v>
                </c:pt>
                <c:pt idx="22">
                  <c:v>0.11114533927</c:v>
                </c:pt>
                <c:pt idx="23">
                  <c:v>0.11509436805</c:v>
                </c:pt>
                <c:pt idx="24">
                  <c:v>0.11890317208</c:v>
                </c:pt>
                <c:pt idx="25">
                  <c:v>0.1225671109</c:v>
                </c:pt>
                <c:pt idx="26">
                  <c:v>0.12608172058</c:v>
                </c:pt>
                <c:pt idx="27">
                  <c:v>0.1294427191</c:v>
                </c:pt>
                <c:pt idx="28">
                  <c:v>0.13264601161</c:v>
                </c:pt>
                <c:pt idx="29">
                  <c:v>0.13568769539</c:v>
                </c:pt>
                <c:pt idx="30">
                  <c:v>0.13856406461</c:v>
                </c:pt>
                <c:pt idx="31">
                  <c:v>0.14127161486</c:v>
                </c:pt>
                <c:pt idx="32">
                  <c:v>0.14380704741</c:v>
                </c:pt>
                <c:pt idx="33">
                  <c:v>0.14616727322</c:v>
                </c:pt>
                <c:pt idx="34">
                  <c:v>0.14834941673</c:v>
                </c:pt>
                <c:pt idx="35">
                  <c:v>0.15035081933</c:v>
                </c:pt>
                <c:pt idx="36">
                  <c:v>0.15216904261</c:v>
                </c:pt>
                <c:pt idx="37">
                  <c:v>0.15380187135</c:v>
                </c:pt>
                <c:pt idx="38">
                  <c:v>0.1552473162</c:v>
                </c:pt>
                <c:pt idx="39">
                  <c:v>0.15650361612</c:v>
                </c:pt>
                <c:pt idx="40">
                  <c:v>0.15756924048</c:v>
                </c:pt>
                <c:pt idx="41">
                  <c:v>0.158442891</c:v>
                </c:pt>
                <c:pt idx="42">
                  <c:v>0.15912350326</c:v>
                </c:pt>
                <c:pt idx="43">
                  <c:v>0.15961024804</c:v>
                </c:pt>
                <c:pt idx="44">
                  <c:v>0.15990253232</c:v>
                </c:pt>
                <c:pt idx="45">
                  <c:v>0.16</c:v>
                </c:pt>
                <c:pt idx="46">
                  <c:v>0.15990253232</c:v>
                </c:pt>
                <c:pt idx="47">
                  <c:v>0.15961024804</c:v>
                </c:pt>
                <c:pt idx="48">
                  <c:v>0.15912350326</c:v>
                </c:pt>
                <c:pt idx="49">
                  <c:v>0.158442891</c:v>
                </c:pt>
                <c:pt idx="50">
                  <c:v>0.15756924048</c:v>
                </c:pt>
                <c:pt idx="51">
                  <c:v>0.15650361612</c:v>
                </c:pt>
                <c:pt idx="52">
                  <c:v>0.1552473162</c:v>
                </c:pt>
                <c:pt idx="53">
                  <c:v>0.15380187135</c:v>
                </c:pt>
                <c:pt idx="54">
                  <c:v>0.15216904261</c:v>
                </c:pt>
                <c:pt idx="55">
                  <c:v>0.15035081933</c:v>
                </c:pt>
                <c:pt idx="56">
                  <c:v>0.14834941673</c:v>
                </c:pt>
                <c:pt idx="57">
                  <c:v>0.14616727322</c:v>
                </c:pt>
                <c:pt idx="58">
                  <c:v>0.14380704741</c:v>
                </c:pt>
                <c:pt idx="59">
                  <c:v>0.14127161486</c:v>
                </c:pt>
                <c:pt idx="60">
                  <c:v>0.13856406461</c:v>
                </c:pt>
                <c:pt idx="61">
                  <c:v>0.13568769539</c:v>
                </c:pt>
                <c:pt idx="62">
                  <c:v>0.13264601161</c:v>
                </c:pt>
                <c:pt idx="63">
                  <c:v>0.1294427191</c:v>
                </c:pt>
                <c:pt idx="64">
                  <c:v>0.12608172058</c:v>
                </c:pt>
                <c:pt idx="65">
                  <c:v>0.1225671109</c:v>
                </c:pt>
                <c:pt idx="66">
                  <c:v>0.11890317208</c:v>
                </c:pt>
                <c:pt idx="67">
                  <c:v>0.11509436805</c:v>
                </c:pt>
                <c:pt idx="68">
                  <c:v>0.11114533927</c:v>
                </c:pt>
                <c:pt idx="69">
                  <c:v>0.10706089702</c:v>
                </c:pt>
                <c:pt idx="70">
                  <c:v>0.10284601755</c:v>
                </c:pt>
                <c:pt idx="71">
                  <c:v>0.098505836052</c:v>
                </c:pt>
                <c:pt idx="72">
                  <c:v>0.094045640367</c:v>
                </c:pt>
                <c:pt idx="73">
                  <c:v>0.089470864555</c:v>
                </c:pt>
                <c:pt idx="74">
                  <c:v>0.084787082277</c:v>
                </c:pt>
                <c:pt idx="75">
                  <c:v>0.08</c:v>
                </c:pt>
                <c:pt idx="76">
                  <c:v>0.075115450046</c:v>
                </c:pt>
                <c:pt idx="77">
                  <c:v>0.070139383486</c:v>
                </c:pt>
                <c:pt idx="78">
                  <c:v>0.065077862892</c:v>
                </c:pt>
                <c:pt idx="79">
                  <c:v>0.059937054947</c:v>
                </c:pt>
                <c:pt idx="80">
                  <c:v>0.054723222932</c:v>
                </c:pt>
                <c:pt idx="81">
                  <c:v>0.0494427191</c:v>
                </c:pt>
                <c:pt idx="82">
                  <c:v>0.044101976931</c:v>
                </c:pt>
                <c:pt idx="83">
                  <c:v>0.038707503296</c:v>
                </c:pt>
                <c:pt idx="84">
                  <c:v>0.033265870531</c:v>
                </c:pt>
                <c:pt idx="85">
                  <c:v>0.027783708427</c:v>
                </c:pt>
                <c:pt idx="86">
                  <c:v>0.022267696154</c:v>
                </c:pt>
                <c:pt idx="87">
                  <c:v>0.016724554123</c:v>
                </c:pt>
                <c:pt idx="88">
                  <c:v>0.011161035799</c:v>
                </c:pt>
                <c:pt idx="89">
                  <c:v>0.0055839194724</c:v>
                </c:pt>
                <c:pt idx="90">
                  <c:v>0</c:v>
                </c:pt>
                <c:pt idx="91">
                  <c:v>-0.0055839194724</c:v>
                </c:pt>
                <c:pt idx="92">
                  <c:v>-0.011161035799</c:v>
                </c:pt>
                <c:pt idx="93">
                  <c:v>-0.016724554123</c:v>
                </c:pt>
                <c:pt idx="94">
                  <c:v>-0.022267696154</c:v>
                </c:pt>
                <c:pt idx="95">
                  <c:v>-0.027783708427</c:v>
                </c:pt>
                <c:pt idx="96">
                  <c:v>-0.033265870531</c:v>
                </c:pt>
                <c:pt idx="97">
                  <c:v>-0.038707503296</c:v>
                </c:pt>
                <c:pt idx="98">
                  <c:v>-0.044101976931</c:v>
                </c:pt>
                <c:pt idx="99">
                  <c:v>-0.0494427191</c:v>
                </c:pt>
                <c:pt idx="100">
                  <c:v>-0.054723222932</c:v>
                </c:pt>
                <c:pt idx="101">
                  <c:v>-0.059937054947</c:v>
                </c:pt>
                <c:pt idx="102">
                  <c:v>-0.065077862892</c:v>
                </c:pt>
                <c:pt idx="103">
                  <c:v>-0.070139383486</c:v>
                </c:pt>
                <c:pt idx="104">
                  <c:v>-0.075115450046</c:v>
                </c:pt>
                <c:pt idx="105">
                  <c:v>-0.08</c:v>
                </c:pt>
                <c:pt idx="106">
                  <c:v>-0.084787082277</c:v>
                </c:pt>
                <c:pt idx="107">
                  <c:v>-0.089470864555</c:v>
                </c:pt>
                <c:pt idx="108">
                  <c:v>-0.094045640367</c:v>
                </c:pt>
                <c:pt idx="109">
                  <c:v>-0.098505836052</c:v>
                </c:pt>
                <c:pt idx="110">
                  <c:v>-0.10284601755</c:v>
                </c:pt>
                <c:pt idx="111">
                  <c:v>-0.10706089702</c:v>
                </c:pt>
                <c:pt idx="112">
                  <c:v>-0.11114533927</c:v>
                </c:pt>
                <c:pt idx="113">
                  <c:v>-0.11509436805</c:v>
                </c:pt>
                <c:pt idx="114">
                  <c:v>-0.11890317208</c:v>
                </c:pt>
                <c:pt idx="115">
                  <c:v>-0.1225671109</c:v>
                </c:pt>
                <c:pt idx="116">
                  <c:v>-0.12608172058</c:v>
                </c:pt>
                <c:pt idx="117">
                  <c:v>-0.1294427191</c:v>
                </c:pt>
                <c:pt idx="118">
                  <c:v>-0.13264601161</c:v>
                </c:pt>
                <c:pt idx="119">
                  <c:v>-0.13568769539</c:v>
                </c:pt>
                <c:pt idx="120">
                  <c:v>-0.13856406461</c:v>
                </c:pt>
                <c:pt idx="121">
                  <c:v>-0.14127161486</c:v>
                </c:pt>
                <c:pt idx="122">
                  <c:v>-0.14380704741</c:v>
                </c:pt>
                <c:pt idx="123">
                  <c:v>-0.14616727322</c:v>
                </c:pt>
                <c:pt idx="124">
                  <c:v>-0.14834941673</c:v>
                </c:pt>
                <c:pt idx="125">
                  <c:v>-0.15035081933</c:v>
                </c:pt>
                <c:pt idx="126">
                  <c:v>-0.15216904261</c:v>
                </c:pt>
                <c:pt idx="127">
                  <c:v>-0.15380187135</c:v>
                </c:pt>
                <c:pt idx="128">
                  <c:v>-0.1552473162</c:v>
                </c:pt>
                <c:pt idx="129">
                  <c:v>-0.15650361612</c:v>
                </c:pt>
                <c:pt idx="130">
                  <c:v>-0.15756924048</c:v>
                </c:pt>
                <c:pt idx="131">
                  <c:v>-0.158442891</c:v>
                </c:pt>
                <c:pt idx="132">
                  <c:v>-0.15912350326</c:v>
                </c:pt>
                <c:pt idx="133">
                  <c:v>-0.15961024804</c:v>
                </c:pt>
                <c:pt idx="134">
                  <c:v>-0.15990253232</c:v>
                </c:pt>
                <c:pt idx="135">
                  <c:v>-0.16</c:v>
                </c:pt>
                <c:pt idx="136">
                  <c:v>-0.15990253232</c:v>
                </c:pt>
                <c:pt idx="137">
                  <c:v>-0.15961024804</c:v>
                </c:pt>
                <c:pt idx="138">
                  <c:v>-0.15912350326</c:v>
                </c:pt>
                <c:pt idx="139">
                  <c:v>-0.158442891</c:v>
                </c:pt>
                <c:pt idx="140">
                  <c:v>-0.15756924048</c:v>
                </c:pt>
                <c:pt idx="141">
                  <c:v>-0.15650361612</c:v>
                </c:pt>
                <c:pt idx="142">
                  <c:v>-0.1552473162</c:v>
                </c:pt>
                <c:pt idx="143">
                  <c:v>-0.15380187135</c:v>
                </c:pt>
                <c:pt idx="144">
                  <c:v>-0.15216904261</c:v>
                </c:pt>
                <c:pt idx="145">
                  <c:v>-0.15035081933</c:v>
                </c:pt>
                <c:pt idx="146">
                  <c:v>-0.14834941673</c:v>
                </c:pt>
                <c:pt idx="147">
                  <c:v>-0.14616727322</c:v>
                </c:pt>
                <c:pt idx="148">
                  <c:v>-0.14380704741</c:v>
                </c:pt>
                <c:pt idx="149">
                  <c:v>-0.14127161486</c:v>
                </c:pt>
                <c:pt idx="150">
                  <c:v>-0.13856406461</c:v>
                </c:pt>
                <c:pt idx="151">
                  <c:v>-0.13568769539</c:v>
                </c:pt>
                <c:pt idx="152">
                  <c:v>-0.13264601161</c:v>
                </c:pt>
                <c:pt idx="153">
                  <c:v>-0.1294427191</c:v>
                </c:pt>
                <c:pt idx="154">
                  <c:v>-0.12608172058</c:v>
                </c:pt>
                <c:pt idx="155">
                  <c:v>-0.1225671109</c:v>
                </c:pt>
                <c:pt idx="156">
                  <c:v>-0.11890317208</c:v>
                </c:pt>
                <c:pt idx="157">
                  <c:v>-0.11509436805</c:v>
                </c:pt>
                <c:pt idx="158">
                  <c:v>-0.11114533927</c:v>
                </c:pt>
                <c:pt idx="159">
                  <c:v>-0.10706089702</c:v>
                </c:pt>
                <c:pt idx="160">
                  <c:v>-0.10284601755</c:v>
                </c:pt>
                <c:pt idx="161">
                  <c:v>-0.098505836052</c:v>
                </c:pt>
                <c:pt idx="162">
                  <c:v>-0.094045640367</c:v>
                </c:pt>
                <c:pt idx="163">
                  <c:v>-0.089470864555</c:v>
                </c:pt>
                <c:pt idx="164">
                  <c:v>-0.084787082277</c:v>
                </c:pt>
                <c:pt idx="165">
                  <c:v>-0.08</c:v>
                </c:pt>
                <c:pt idx="166">
                  <c:v>-0.075115450046</c:v>
                </c:pt>
                <c:pt idx="167">
                  <c:v>-0.070139383486</c:v>
                </c:pt>
                <c:pt idx="168">
                  <c:v>-0.065077862892</c:v>
                </c:pt>
                <c:pt idx="169">
                  <c:v>-0.059937054947</c:v>
                </c:pt>
                <c:pt idx="170">
                  <c:v>-0.054723222932</c:v>
                </c:pt>
                <c:pt idx="171">
                  <c:v>-0.0494427191</c:v>
                </c:pt>
                <c:pt idx="172">
                  <c:v>-0.044101976931</c:v>
                </c:pt>
                <c:pt idx="173">
                  <c:v>-0.038707503296</c:v>
                </c:pt>
                <c:pt idx="174">
                  <c:v>-0.033265870531</c:v>
                </c:pt>
                <c:pt idx="175">
                  <c:v>-0.027783708427</c:v>
                </c:pt>
                <c:pt idx="176">
                  <c:v>-0.022267696154</c:v>
                </c:pt>
                <c:pt idx="177">
                  <c:v>-0.016724554123</c:v>
                </c:pt>
                <c:pt idx="178">
                  <c:v>-0.011161035799</c:v>
                </c:pt>
                <c:pt idx="179">
                  <c:v>-0.0055839194724</c:v>
                </c:pt>
                <c:pt idx="18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振幅不匹配：餘弦 2×</c:v>
          </c:tx>
          <c:spPr>
            <a:ln xmlns:a="http://schemas.openxmlformats.org/drawingml/2006/main" w="24765">
              <a:solidFill>
                <a:srgbClr val="25776C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0.12</c:v>
                </c:pt>
                <c:pt idx="1">
                  <c:v>0.11970768603</c:v>
                </c:pt>
                <c:pt idx="2">
                  <c:v>0.11883216825</c:v>
                </c:pt>
                <c:pt idx="3">
                  <c:v>0.11737771209</c:v>
                </c:pt>
                <c:pt idx="4">
                  <c:v>0.11535140351</c:v>
                </c:pt>
                <c:pt idx="5">
                  <c:v>0.11276311449</c:v>
                </c:pt>
                <c:pt idx="6">
                  <c:v>0.10962545492</c:v>
                </c:pt>
                <c:pt idx="7">
                  <c:v>0.10595371114</c:v>
                </c:pt>
                <c:pt idx="8">
                  <c:v>0.10176577154</c:v>
                </c:pt>
                <c:pt idx="9">
                  <c:v>0.097082039325</c:v>
                </c:pt>
                <c:pt idx="10">
                  <c:v>0.091925333174</c:v>
                </c:pt>
                <c:pt idx="11">
                  <c:v>0.086320776041</c:v>
                </c:pt>
                <c:pt idx="12">
                  <c:v>0.080295672763</c:v>
                </c:pt>
                <c:pt idx="13">
                  <c:v>0.073879377039</c:v>
                </c:pt>
                <c:pt idx="14">
                  <c:v>0.067103148416</c:v>
                </c:pt>
                <c:pt idx="15">
                  <c:v>0.06</c:v>
                </c:pt>
                <c:pt idx="16">
                  <c:v>0.052604537615</c:v>
                </c:pt>
                <c:pt idx="17">
                  <c:v>0.04495279121</c:v>
                </c:pt>
                <c:pt idx="18">
                  <c:v>0.037082039325</c:v>
                </c:pt>
                <c:pt idx="19">
                  <c:v>0.029030627472</c:v>
                </c:pt>
                <c:pt idx="20">
                  <c:v>0.02083778132</c:v>
                </c:pt>
                <c:pt idx="21">
                  <c:v>0.012543415592</c:v>
                </c:pt>
                <c:pt idx="22">
                  <c:v>0.0041879396043</c:v>
                </c:pt>
                <c:pt idx="23">
                  <c:v>-0.0041879396043</c:v>
                </c:pt>
                <c:pt idx="24">
                  <c:v>-0.012543415592</c:v>
                </c:pt>
                <c:pt idx="25">
                  <c:v>-0.02083778132</c:v>
                </c:pt>
                <c:pt idx="26">
                  <c:v>-0.029030627472</c:v>
                </c:pt>
                <c:pt idx="27">
                  <c:v>-0.037082039325</c:v>
                </c:pt>
                <c:pt idx="28">
                  <c:v>-0.04495279121</c:v>
                </c:pt>
                <c:pt idx="29">
                  <c:v>-0.052604537615</c:v>
                </c:pt>
                <c:pt idx="30">
                  <c:v>-0.06</c:v>
                </c:pt>
                <c:pt idx="31">
                  <c:v>-0.067103148416</c:v>
                </c:pt>
                <c:pt idx="32">
                  <c:v>-0.073879377039</c:v>
                </c:pt>
                <c:pt idx="33">
                  <c:v>-0.080295672763</c:v>
                </c:pt>
                <c:pt idx="34">
                  <c:v>-0.086320776041</c:v>
                </c:pt>
                <c:pt idx="35">
                  <c:v>-0.091925333174</c:v>
                </c:pt>
                <c:pt idx="36">
                  <c:v>-0.097082039325</c:v>
                </c:pt>
                <c:pt idx="37">
                  <c:v>-0.10176577154</c:v>
                </c:pt>
                <c:pt idx="38">
                  <c:v>-0.10595371114</c:v>
                </c:pt>
                <c:pt idx="39">
                  <c:v>-0.10962545492</c:v>
                </c:pt>
                <c:pt idx="40">
                  <c:v>-0.11276311449</c:v>
                </c:pt>
                <c:pt idx="41">
                  <c:v>-0.11535140351</c:v>
                </c:pt>
                <c:pt idx="42">
                  <c:v>-0.11737771209</c:v>
                </c:pt>
                <c:pt idx="43">
                  <c:v>-0.11883216825</c:v>
                </c:pt>
                <c:pt idx="44">
                  <c:v>-0.11970768603</c:v>
                </c:pt>
                <c:pt idx="45">
                  <c:v>-0.12</c:v>
                </c:pt>
                <c:pt idx="46">
                  <c:v>-0.11970768603</c:v>
                </c:pt>
                <c:pt idx="47">
                  <c:v>-0.11883216825</c:v>
                </c:pt>
                <c:pt idx="48">
                  <c:v>-0.11737771209</c:v>
                </c:pt>
                <c:pt idx="49">
                  <c:v>-0.11535140351</c:v>
                </c:pt>
                <c:pt idx="50">
                  <c:v>-0.11276311449</c:v>
                </c:pt>
                <c:pt idx="51">
                  <c:v>-0.10962545492</c:v>
                </c:pt>
                <c:pt idx="52">
                  <c:v>-0.10595371114</c:v>
                </c:pt>
                <c:pt idx="53">
                  <c:v>-0.10176577154</c:v>
                </c:pt>
                <c:pt idx="54">
                  <c:v>-0.097082039325</c:v>
                </c:pt>
                <c:pt idx="55">
                  <c:v>-0.091925333174</c:v>
                </c:pt>
                <c:pt idx="56">
                  <c:v>-0.086320776041</c:v>
                </c:pt>
                <c:pt idx="57">
                  <c:v>-0.080295672763</c:v>
                </c:pt>
                <c:pt idx="58">
                  <c:v>-0.073879377039</c:v>
                </c:pt>
                <c:pt idx="59">
                  <c:v>-0.067103148416</c:v>
                </c:pt>
                <c:pt idx="60">
                  <c:v>-0.06</c:v>
                </c:pt>
                <c:pt idx="61">
                  <c:v>-0.052604537615</c:v>
                </c:pt>
                <c:pt idx="62">
                  <c:v>-0.04495279121</c:v>
                </c:pt>
                <c:pt idx="63">
                  <c:v>-0.037082039325</c:v>
                </c:pt>
                <c:pt idx="64">
                  <c:v>-0.029030627472</c:v>
                </c:pt>
                <c:pt idx="65">
                  <c:v>-0.02083778132</c:v>
                </c:pt>
                <c:pt idx="66">
                  <c:v>-0.012543415592</c:v>
                </c:pt>
                <c:pt idx="67">
                  <c:v>-0.0041879396043</c:v>
                </c:pt>
                <c:pt idx="68">
                  <c:v>0.0041879396043</c:v>
                </c:pt>
                <c:pt idx="69">
                  <c:v>0.012543415592</c:v>
                </c:pt>
                <c:pt idx="70">
                  <c:v>0.02083778132</c:v>
                </c:pt>
                <c:pt idx="71">
                  <c:v>0.029030627472</c:v>
                </c:pt>
                <c:pt idx="72">
                  <c:v>0.037082039325</c:v>
                </c:pt>
                <c:pt idx="73">
                  <c:v>0.04495279121</c:v>
                </c:pt>
                <c:pt idx="74">
                  <c:v>0.052604537615</c:v>
                </c:pt>
                <c:pt idx="75">
                  <c:v>0.06</c:v>
                </c:pt>
                <c:pt idx="76">
                  <c:v>0.067103148416</c:v>
                </c:pt>
                <c:pt idx="77">
                  <c:v>0.073879377039</c:v>
                </c:pt>
                <c:pt idx="78">
                  <c:v>0.080295672763</c:v>
                </c:pt>
                <c:pt idx="79">
                  <c:v>0.086320776041</c:v>
                </c:pt>
                <c:pt idx="80">
                  <c:v>0.091925333174</c:v>
                </c:pt>
                <c:pt idx="81">
                  <c:v>0.097082039325</c:v>
                </c:pt>
                <c:pt idx="82">
                  <c:v>0.10176577154</c:v>
                </c:pt>
                <c:pt idx="83">
                  <c:v>0.10595371114</c:v>
                </c:pt>
                <c:pt idx="84">
                  <c:v>0.10962545492</c:v>
                </c:pt>
                <c:pt idx="85">
                  <c:v>0.11276311449</c:v>
                </c:pt>
                <c:pt idx="86">
                  <c:v>0.11535140351</c:v>
                </c:pt>
                <c:pt idx="87">
                  <c:v>0.11737771209</c:v>
                </c:pt>
                <c:pt idx="88">
                  <c:v>0.11883216825</c:v>
                </c:pt>
                <c:pt idx="89">
                  <c:v>0.11970768603</c:v>
                </c:pt>
                <c:pt idx="90">
                  <c:v>0.12</c:v>
                </c:pt>
                <c:pt idx="91">
                  <c:v>0.11970768603</c:v>
                </c:pt>
                <c:pt idx="92">
                  <c:v>0.11883216825</c:v>
                </c:pt>
                <c:pt idx="93">
                  <c:v>0.11737771209</c:v>
                </c:pt>
                <c:pt idx="94">
                  <c:v>0.11535140351</c:v>
                </c:pt>
                <c:pt idx="95">
                  <c:v>0.11276311449</c:v>
                </c:pt>
                <c:pt idx="96">
                  <c:v>0.10962545492</c:v>
                </c:pt>
                <c:pt idx="97">
                  <c:v>0.10595371114</c:v>
                </c:pt>
                <c:pt idx="98">
                  <c:v>0.10176577154</c:v>
                </c:pt>
                <c:pt idx="99">
                  <c:v>0.097082039325</c:v>
                </c:pt>
                <c:pt idx="100">
                  <c:v>0.091925333174</c:v>
                </c:pt>
                <c:pt idx="101">
                  <c:v>0.086320776041</c:v>
                </c:pt>
                <c:pt idx="102">
                  <c:v>0.080295672763</c:v>
                </c:pt>
                <c:pt idx="103">
                  <c:v>0.073879377039</c:v>
                </c:pt>
                <c:pt idx="104">
                  <c:v>0.067103148416</c:v>
                </c:pt>
                <c:pt idx="105">
                  <c:v>0.06</c:v>
                </c:pt>
                <c:pt idx="106">
                  <c:v>0.052604537615</c:v>
                </c:pt>
                <c:pt idx="107">
                  <c:v>0.04495279121</c:v>
                </c:pt>
                <c:pt idx="108">
                  <c:v>0.037082039325</c:v>
                </c:pt>
                <c:pt idx="109">
                  <c:v>0.029030627472</c:v>
                </c:pt>
                <c:pt idx="110">
                  <c:v>0.02083778132</c:v>
                </c:pt>
                <c:pt idx="111">
                  <c:v>0.012543415592</c:v>
                </c:pt>
                <c:pt idx="112">
                  <c:v>0.0041879396043</c:v>
                </c:pt>
                <c:pt idx="113">
                  <c:v>-0.0041879396043</c:v>
                </c:pt>
                <c:pt idx="114">
                  <c:v>-0.012543415592</c:v>
                </c:pt>
                <c:pt idx="115">
                  <c:v>-0.02083778132</c:v>
                </c:pt>
                <c:pt idx="116">
                  <c:v>-0.029030627472</c:v>
                </c:pt>
                <c:pt idx="117">
                  <c:v>-0.037082039325</c:v>
                </c:pt>
                <c:pt idx="118">
                  <c:v>-0.04495279121</c:v>
                </c:pt>
                <c:pt idx="119">
                  <c:v>-0.052604537615</c:v>
                </c:pt>
                <c:pt idx="120">
                  <c:v>-0.06</c:v>
                </c:pt>
                <c:pt idx="121">
                  <c:v>-0.067103148416</c:v>
                </c:pt>
                <c:pt idx="122">
                  <c:v>-0.073879377039</c:v>
                </c:pt>
                <c:pt idx="123">
                  <c:v>-0.080295672763</c:v>
                </c:pt>
                <c:pt idx="124">
                  <c:v>-0.086320776041</c:v>
                </c:pt>
                <c:pt idx="125">
                  <c:v>-0.091925333174</c:v>
                </c:pt>
                <c:pt idx="126">
                  <c:v>-0.097082039325</c:v>
                </c:pt>
                <c:pt idx="127">
                  <c:v>-0.10176577154</c:v>
                </c:pt>
                <c:pt idx="128">
                  <c:v>-0.10595371114</c:v>
                </c:pt>
                <c:pt idx="129">
                  <c:v>-0.10962545492</c:v>
                </c:pt>
                <c:pt idx="130">
                  <c:v>-0.11276311449</c:v>
                </c:pt>
                <c:pt idx="131">
                  <c:v>-0.11535140351</c:v>
                </c:pt>
                <c:pt idx="132">
                  <c:v>-0.11737771209</c:v>
                </c:pt>
                <c:pt idx="133">
                  <c:v>-0.11883216825</c:v>
                </c:pt>
                <c:pt idx="134">
                  <c:v>-0.11970768603</c:v>
                </c:pt>
                <c:pt idx="135">
                  <c:v>-0.12</c:v>
                </c:pt>
                <c:pt idx="136">
                  <c:v>-0.11970768603</c:v>
                </c:pt>
                <c:pt idx="137">
                  <c:v>-0.11883216825</c:v>
                </c:pt>
                <c:pt idx="138">
                  <c:v>-0.11737771209</c:v>
                </c:pt>
                <c:pt idx="139">
                  <c:v>-0.11535140351</c:v>
                </c:pt>
                <c:pt idx="140">
                  <c:v>-0.11276311449</c:v>
                </c:pt>
                <c:pt idx="141">
                  <c:v>-0.10962545492</c:v>
                </c:pt>
                <c:pt idx="142">
                  <c:v>-0.10595371114</c:v>
                </c:pt>
                <c:pt idx="143">
                  <c:v>-0.10176577154</c:v>
                </c:pt>
                <c:pt idx="144">
                  <c:v>-0.097082039325</c:v>
                </c:pt>
                <c:pt idx="145">
                  <c:v>-0.091925333174</c:v>
                </c:pt>
                <c:pt idx="146">
                  <c:v>-0.086320776041</c:v>
                </c:pt>
                <c:pt idx="147">
                  <c:v>-0.080295672763</c:v>
                </c:pt>
                <c:pt idx="148">
                  <c:v>-0.073879377039</c:v>
                </c:pt>
                <c:pt idx="149">
                  <c:v>-0.067103148416</c:v>
                </c:pt>
                <c:pt idx="150">
                  <c:v>-0.06</c:v>
                </c:pt>
                <c:pt idx="151">
                  <c:v>-0.052604537615</c:v>
                </c:pt>
                <c:pt idx="152">
                  <c:v>-0.04495279121</c:v>
                </c:pt>
                <c:pt idx="153">
                  <c:v>-0.037082039325</c:v>
                </c:pt>
                <c:pt idx="154">
                  <c:v>-0.029030627472</c:v>
                </c:pt>
                <c:pt idx="155">
                  <c:v>-0.02083778132</c:v>
                </c:pt>
                <c:pt idx="156">
                  <c:v>-0.012543415592</c:v>
                </c:pt>
                <c:pt idx="157">
                  <c:v>-0.0041879396043</c:v>
                </c:pt>
                <c:pt idx="158">
                  <c:v>0.0041879396043</c:v>
                </c:pt>
                <c:pt idx="159">
                  <c:v>0.012543415592</c:v>
                </c:pt>
                <c:pt idx="160">
                  <c:v>0.02083778132</c:v>
                </c:pt>
                <c:pt idx="161">
                  <c:v>0.029030627472</c:v>
                </c:pt>
                <c:pt idx="162">
                  <c:v>0.037082039325</c:v>
                </c:pt>
                <c:pt idx="163">
                  <c:v>0.04495279121</c:v>
                </c:pt>
                <c:pt idx="164">
                  <c:v>0.052604537615</c:v>
                </c:pt>
                <c:pt idx="165">
                  <c:v>0.06</c:v>
                </c:pt>
                <c:pt idx="166">
                  <c:v>0.067103148416</c:v>
                </c:pt>
                <c:pt idx="167">
                  <c:v>0.073879377039</c:v>
                </c:pt>
                <c:pt idx="168">
                  <c:v>0.080295672763</c:v>
                </c:pt>
                <c:pt idx="169">
                  <c:v>0.086320776041</c:v>
                </c:pt>
                <c:pt idx="170">
                  <c:v>0.091925333174</c:v>
                </c:pt>
                <c:pt idx="171">
                  <c:v>0.097082039325</c:v>
                </c:pt>
                <c:pt idx="172">
                  <c:v>0.10176577154</c:v>
                </c:pt>
                <c:pt idx="173">
                  <c:v>0.10595371114</c:v>
                </c:pt>
                <c:pt idx="174">
                  <c:v>0.10962545492</c:v>
                </c:pt>
                <c:pt idx="175">
                  <c:v>0.11276311449</c:v>
                </c:pt>
                <c:pt idx="176">
                  <c:v>0.11535140351</c:v>
                </c:pt>
                <c:pt idx="177">
                  <c:v>0.11737771209</c:v>
                </c:pt>
                <c:pt idx="178">
                  <c:v>0.11883216825</c:v>
                </c:pt>
                <c:pt idx="179">
                  <c:v>0.11970768603</c:v>
                </c:pt>
                <c:pt idx="180">
                  <c:v>0.12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非正交相位：正弦 2×</c:v>
          </c:tx>
          <c:spPr>
            <a:ln xmlns:a="http://schemas.openxmlformats.org/drawingml/2006/main" w="24765">
              <a:solidFill>
                <a:srgbClr val="A55D35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0</c:v>
                </c:pt>
                <c:pt idx="1">
                  <c:v>0.0069756473744</c:v>
                </c:pt>
                <c:pt idx="2">
                  <c:v>0.013917310096</c:v>
                </c:pt>
                <c:pt idx="3">
                  <c:v>0.020791169082</c:v>
                </c:pt>
                <c:pt idx="4">
                  <c:v>0.027563735582</c:v>
                </c:pt>
                <c:pt idx="5">
                  <c:v>0.034202014333</c:v>
                </c:pt>
                <c:pt idx="6">
                  <c:v>0.040673664308</c:v>
                </c:pt>
                <c:pt idx="7">
                  <c:v>0.046947156279</c:v>
                </c:pt>
                <c:pt idx="8">
                  <c:v>0.052991926423</c:v>
                </c:pt>
                <c:pt idx="9">
                  <c:v>0.058778525229</c:v>
                </c:pt>
                <c:pt idx="10">
                  <c:v>0.064278760969</c:v>
                </c:pt>
                <c:pt idx="11">
                  <c:v>0.069465837046</c:v>
                </c:pt>
                <c:pt idx="12">
                  <c:v>0.074314482548</c:v>
                </c:pt>
                <c:pt idx="13">
                  <c:v>0.078801075361</c:v>
                </c:pt>
                <c:pt idx="14">
                  <c:v>0.082903757256</c:v>
                </c:pt>
                <c:pt idx="15">
                  <c:v>0.086602540378</c:v>
                </c:pt>
                <c:pt idx="16">
                  <c:v>0.08987940463</c:v>
                </c:pt>
                <c:pt idx="17">
                  <c:v>0.092718385457</c:v>
                </c:pt>
                <c:pt idx="18">
                  <c:v>0.09510565163</c:v>
                </c:pt>
                <c:pt idx="19">
                  <c:v>0.097029572628</c:v>
                </c:pt>
                <c:pt idx="20">
                  <c:v>0.098480775301</c:v>
                </c:pt>
                <c:pt idx="21">
                  <c:v>0.099452189537</c:v>
                </c:pt>
                <c:pt idx="22">
                  <c:v>0.099939082702</c:v>
                </c:pt>
                <c:pt idx="23">
                  <c:v>0.099939082702</c:v>
                </c:pt>
                <c:pt idx="24">
                  <c:v>0.099452189537</c:v>
                </c:pt>
                <c:pt idx="25">
                  <c:v>0.098480775301</c:v>
                </c:pt>
                <c:pt idx="26">
                  <c:v>0.097029572628</c:v>
                </c:pt>
                <c:pt idx="27">
                  <c:v>0.09510565163</c:v>
                </c:pt>
                <c:pt idx="28">
                  <c:v>0.092718385457</c:v>
                </c:pt>
                <c:pt idx="29">
                  <c:v>0.08987940463</c:v>
                </c:pt>
                <c:pt idx="30">
                  <c:v>0.086602540378</c:v>
                </c:pt>
                <c:pt idx="31">
                  <c:v>0.082903757256</c:v>
                </c:pt>
                <c:pt idx="32">
                  <c:v>0.078801075361</c:v>
                </c:pt>
                <c:pt idx="33">
                  <c:v>0.074314482548</c:v>
                </c:pt>
                <c:pt idx="34">
                  <c:v>0.069465837046</c:v>
                </c:pt>
                <c:pt idx="35">
                  <c:v>0.064278760969</c:v>
                </c:pt>
                <c:pt idx="36">
                  <c:v>0.058778525229</c:v>
                </c:pt>
                <c:pt idx="37">
                  <c:v>0.052991926423</c:v>
                </c:pt>
                <c:pt idx="38">
                  <c:v>0.046947156279</c:v>
                </c:pt>
                <c:pt idx="39">
                  <c:v>0.040673664308</c:v>
                </c:pt>
                <c:pt idx="40">
                  <c:v>0.034202014333</c:v>
                </c:pt>
                <c:pt idx="41">
                  <c:v>0.027563735582</c:v>
                </c:pt>
                <c:pt idx="42">
                  <c:v>0.020791169082</c:v>
                </c:pt>
                <c:pt idx="43">
                  <c:v>0.013917310096</c:v>
                </c:pt>
                <c:pt idx="44">
                  <c:v>0.0069756473744</c:v>
                </c:pt>
                <c:pt idx="45">
                  <c:v>0</c:v>
                </c:pt>
                <c:pt idx="46">
                  <c:v>-0.0069756473744</c:v>
                </c:pt>
                <c:pt idx="47">
                  <c:v>-0.013917310096</c:v>
                </c:pt>
                <c:pt idx="48">
                  <c:v>-0.020791169082</c:v>
                </c:pt>
                <c:pt idx="49">
                  <c:v>-0.027563735582</c:v>
                </c:pt>
                <c:pt idx="50">
                  <c:v>-0.034202014333</c:v>
                </c:pt>
                <c:pt idx="51">
                  <c:v>-0.040673664308</c:v>
                </c:pt>
                <c:pt idx="52">
                  <c:v>-0.046947156279</c:v>
                </c:pt>
                <c:pt idx="53">
                  <c:v>-0.052991926423</c:v>
                </c:pt>
                <c:pt idx="54">
                  <c:v>-0.058778525229</c:v>
                </c:pt>
                <c:pt idx="55">
                  <c:v>-0.064278760969</c:v>
                </c:pt>
                <c:pt idx="56">
                  <c:v>-0.069465837046</c:v>
                </c:pt>
                <c:pt idx="57">
                  <c:v>-0.074314482548</c:v>
                </c:pt>
                <c:pt idx="58">
                  <c:v>-0.078801075361</c:v>
                </c:pt>
                <c:pt idx="59">
                  <c:v>-0.082903757256</c:v>
                </c:pt>
                <c:pt idx="60">
                  <c:v>-0.086602540378</c:v>
                </c:pt>
                <c:pt idx="61">
                  <c:v>-0.08987940463</c:v>
                </c:pt>
                <c:pt idx="62">
                  <c:v>-0.092718385457</c:v>
                </c:pt>
                <c:pt idx="63">
                  <c:v>-0.09510565163</c:v>
                </c:pt>
                <c:pt idx="64">
                  <c:v>-0.097029572628</c:v>
                </c:pt>
                <c:pt idx="65">
                  <c:v>-0.098480775301</c:v>
                </c:pt>
                <c:pt idx="66">
                  <c:v>-0.099452189537</c:v>
                </c:pt>
                <c:pt idx="67">
                  <c:v>-0.099939082702</c:v>
                </c:pt>
                <c:pt idx="68">
                  <c:v>-0.099939082702</c:v>
                </c:pt>
                <c:pt idx="69">
                  <c:v>-0.099452189537</c:v>
                </c:pt>
                <c:pt idx="70">
                  <c:v>-0.098480775301</c:v>
                </c:pt>
                <c:pt idx="71">
                  <c:v>-0.097029572628</c:v>
                </c:pt>
                <c:pt idx="72">
                  <c:v>-0.09510565163</c:v>
                </c:pt>
                <c:pt idx="73">
                  <c:v>-0.092718385457</c:v>
                </c:pt>
                <c:pt idx="74">
                  <c:v>-0.08987940463</c:v>
                </c:pt>
                <c:pt idx="75">
                  <c:v>-0.086602540378</c:v>
                </c:pt>
                <c:pt idx="76">
                  <c:v>-0.082903757256</c:v>
                </c:pt>
                <c:pt idx="77">
                  <c:v>-0.078801075361</c:v>
                </c:pt>
                <c:pt idx="78">
                  <c:v>-0.074314482548</c:v>
                </c:pt>
                <c:pt idx="79">
                  <c:v>-0.069465837046</c:v>
                </c:pt>
                <c:pt idx="80">
                  <c:v>-0.064278760969</c:v>
                </c:pt>
                <c:pt idx="81">
                  <c:v>-0.058778525229</c:v>
                </c:pt>
                <c:pt idx="82">
                  <c:v>-0.052991926423</c:v>
                </c:pt>
                <c:pt idx="83">
                  <c:v>-0.046947156279</c:v>
                </c:pt>
                <c:pt idx="84">
                  <c:v>-0.040673664308</c:v>
                </c:pt>
                <c:pt idx="85">
                  <c:v>-0.034202014333</c:v>
                </c:pt>
                <c:pt idx="86">
                  <c:v>-0.027563735582</c:v>
                </c:pt>
                <c:pt idx="87">
                  <c:v>-0.020791169082</c:v>
                </c:pt>
                <c:pt idx="88">
                  <c:v>-0.013917310096</c:v>
                </c:pt>
                <c:pt idx="89">
                  <c:v>-0.0069756473744</c:v>
                </c:pt>
                <c:pt idx="90">
                  <c:v>0</c:v>
                </c:pt>
                <c:pt idx="91">
                  <c:v>0.0069756473744</c:v>
                </c:pt>
                <c:pt idx="92">
                  <c:v>0.013917310096</c:v>
                </c:pt>
                <c:pt idx="93">
                  <c:v>0.020791169082</c:v>
                </c:pt>
                <c:pt idx="94">
                  <c:v>0.027563735582</c:v>
                </c:pt>
                <c:pt idx="95">
                  <c:v>0.034202014333</c:v>
                </c:pt>
                <c:pt idx="96">
                  <c:v>0.040673664308</c:v>
                </c:pt>
                <c:pt idx="97">
                  <c:v>0.046947156279</c:v>
                </c:pt>
                <c:pt idx="98">
                  <c:v>0.052991926423</c:v>
                </c:pt>
                <c:pt idx="99">
                  <c:v>0.058778525229</c:v>
                </c:pt>
                <c:pt idx="100">
                  <c:v>0.064278760969</c:v>
                </c:pt>
                <c:pt idx="101">
                  <c:v>0.069465837046</c:v>
                </c:pt>
                <c:pt idx="102">
                  <c:v>0.074314482548</c:v>
                </c:pt>
                <c:pt idx="103">
                  <c:v>0.078801075361</c:v>
                </c:pt>
                <c:pt idx="104">
                  <c:v>0.082903757256</c:v>
                </c:pt>
                <c:pt idx="105">
                  <c:v>0.086602540378</c:v>
                </c:pt>
                <c:pt idx="106">
                  <c:v>0.08987940463</c:v>
                </c:pt>
                <c:pt idx="107">
                  <c:v>0.092718385457</c:v>
                </c:pt>
                <c:pt idx="108">
                  <c:v>0.09510565163</c:v>
                </c:pt>
                <c:pt idx="109">
                  <c:v>0.097029572628</c:v>
                </c:pt>
                <c:pt idx="110">
                  <c:v>0.098480775301</c:v>
                </c:pt>
                <c:pt idx="111">
                  <c:v>0.099452189537</c:v>
                </c:pt>
                <c:pt idx="112">
                  <c:v>0.099939082702</c:v>
                </c:pt>
                <c:pt idx="113">
                  <c:v>0.099939082702</c:v>
                </c:pt>
                <c:pt idx="114">
                  <c:v>0.099452189537</c:v>
                </c:pt>
                <c:pt idx="115">
                  <c:v>0.098480775301</c:v>
                </c:pt>
                <c:pt idx="116">
                  <c:v>0.097029572628</c:v>
                </c:pt>
                <c:pt idx="117">
                  <c:v>0.09510565163</c:v>
                </c:pt>
                <c:pt idx="118">
                  <c:v>0.092718385457</c:v>
                </c:pt>
                <c:pt idx="119">
                  <c:v>0.08987940463</c:v>
                </c:pt>
                <c:pt idx="120">
                  <c:v>0.086602540378</c:v>
                </c:pt>
                <c:pt idx="121">
                  <c:v>0.082903757256</c:v>
                </c:pt>
                <c:pt idx="122">
                  <c:v>0.078801075361</c:v>
                </c:pt>
                <c:pt idx="123">
                  <c:v>0.074314482548</c:v>
                </c:pt>
                <c:pt idx="124">
                  <c:v>0.069465837046</c:v>
                </c:pt>
                <c:pt idx="125">
                  <c:v>0.064278760969</c:v>
                </c:pt>
                <c:pt idx="126">
                  <c:v>0.058778525229</c:v>
                </c:pt>
                <c:pt idx="127">
                  <c:v>0.052991926423</c:v>
                </c:pt>
                <c:pt idx="128">
                  <c:v>0.046947156279</c:v>
                </c:pt>
                <c:pt idx="129">
                  <c:v>0.040673664308</c:v>
                </c:pt>
                <c:pt idx="130">
                  <c:v>0.034202014333</c:v>
                </c:pt>
                <c:pt idx="131">
                  <c:v>0.027563735582</c:v>
                </c:pt>
                <c:pt idx="132">
                  <c:v>0.020791169082</c:v>
                </c:pt>
                <c:pt idx="133">
                  <c:v>0.013917310096</c:v>
                </c:pt>
                <c:pt idx="134">
                  <c:v>0.0069756473744</c:v>
                </c:pt>
                <c:pt idx="135">
                  <c:v>0</c:v>
                </c:pt>
                <c:pt idx="136">
                  <c:v>-0.0069756473744</c:v>
                </c:pt>
                <c:pt idx="137">
                  <c:v>-0.013917310096</c:v>
                </c:pt>
                <c:pt idx="138">
                  <c:v>-0.020791169082</c:v>
                </c:pt>
                <c:pt idx="139">
                  <c:v>-0.027563735582</c:v>
                </c:pt>
                <c:pt idx="140">
                  <c:v>-0.034202014333</c:v>
                </c:pt>
                <c:pt idx="141">
                  <c:v>-0.040673664308</c:v>
                </c:pt>
                <c:pt idx="142">
                  <c:v>-0.046947156279</c:v>
                </c:pt>
                <c:pt idx="143">
                  <c:v>-0.052991926423</c:v>
                </c:pt>
                <c:pt idx="144">
                  <c:v>-0.058778525229</c:v>
                </c:pt>
                <c:pt idx="145">
                  <c:v>-0.064278760969</c:v>
                </c:pt>
                <c:pt idx="146">
                  <c:v>-0.069465837046</c:v>
                </c:pt>
                <c:pt idx="147">
                  <c:v>-0.074314482548</c:v>
                </c:pt>
                <c:pt idx="148">
                  <c:v>-0.078801075361</c:v>
                </c:pt>
                <c:pt idx="149">
                  <c:v>-0.082903757256</c:v>
                </c:pt>
                <c:pt idx="150">
                  <c:v>-0.086602540378</c:v>
                </c:pt>
                <c:pt idx="151">
                  <c:v>-0.08987940463</c:v>
                </c:pt>
                <c:pt idx="152">
                  <c:v>-0.092718385457</c:v>
                </c:pt>
                <c:pt idx="153">
                  <c:v>-0.09510565163</c:v>
                </c:pt>
                <c:pt idx="154">
                  <c:v>-0.097029572628</c:v>
                </c:pt>
                <c:pt idx="155">
                  <c:v>-0.098480775301</c:v>
                </c:pt>
                <c:pt idx="156">
                  <c:v>-0.099452189537</c:v>
                </c:pt>
                <c:pt idx="157">
                  <c:v>-0.099939082702</c:v>
                </c:pt>
                <c:pt idx="158">
                  <c:v>-0.099939082702</c:v>
                </c:pt>
                <c:pt idx="159">
                  <c:v>-0.099452189537</c:v>
                </c:pt>
                <c:pt idx="160">
                  <c:v>-0.098480775301</c:v>
                </c:pt>
                <c:pt idx="161">
                  <c:v>-0.097029572628</c:v>
                </c:pt>
                <c:pt idx="162">
                  <c:v>-0.09510565163</c:v>
                </c:pt>
                <c:pt idx="163">
                  <c:v>-0.092718385457</c:v>
                </c:pt>
                <c:pt idx="164">
                  <c:v>-0.08987940463</c:v>
                </c:pt>
                <c:pt idx="165">
                  <c:v>-0.086602540378</c:v>
                </c:pt>
                <c:pt idx="166">
                  <c:v>-0.082903757256</c:v>
                </c:pt>
                <c:pt idx="167">
                  <c:v>-0.078801075361</c:v>
                </c:pt>
                <c:pt idx="168">
                  <c:v>-0.074314482548</c:v>
                </c:pt>
                <c:pt idx="169">
                  <c:v>-0.069465837046</c:v>
                </c:pt>
                <c:pt idx="170">
                  <c:v>-0.064278760969</c:v>
                </c:pt>
                <c:pt idx="171">
                  <c:v>-0.058778525229</c:v>
                </c:pt>
                <c:pt idx="172">
                  <c:v>-0.052991926423</c:v>
                </c:pt>
                <c:pt idx="173">
                  <c:v>-0.046947156279</c:v>
                </c:pt>
                <c:pt idx="174">
                  <c:v>-0.040673664308</c:v>
                </c:pt>
                <c:pt idx="175">
                  <c:v>-0.034202014333</c:v>
                </c:pt>
                <c:pt idx="176">
                  <c:v>-0.027563735582</c:v>
                </c:pt>
                <c:pt idx="177">
                  <c:v>-0.020791169082</c:v>
                </c:pt>
                <c:pt idx="178">
                  <c:v>-0.013917310096</c:v>
                </c:pt>
                <c:pt idx="179">
                  <c:v>-0.0069756473744</c:v>
                </c:pt>
                <c:pt idx="18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原始殘差 e</c:v>
          </c:tx>
          <c:spPr>
            <a:ln xmlns:a="http://schemas.openxmlformats.org/drawingml/2006/main" w="25718">
              <a:solidFill>
                <a:srgbClr val="315B80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-0.12</c:v>
                </c:pt>
                <c:pt idx="1">
                  <c:v>-0.12668333341</c:v>
                </c:pt>
                <c:pt idx="2">
                  <c:v>-0.13274947834</c:v>
                </c:pt>
                <c:pt idx="3">
                  <c:v>-0.13816888117</c:v>
                </c:pt>
                <c:pt idx="4">
                  <c:v>-0.14291513909</c:v>
                </c:pt>
                <c:pt idx="5">
                  <c:v>-0.14696512883</c:v>
                </c:pt>
                <c:pt idx="6">
                  <c:v>-0.15029911922</c:v>
                </c:pt>
                <c:pt idx="7">
                  <c:v>-0.15290086742</c:v>
                </c:pt>
                <c:pt idx="8">
                  <c:v>-0.15475769796</c:v>
                </c:pt>
                <c:pt idx="9">
                  <c:v>-0.15586056455</c:v>
                </c:pt>
                <c:pt idx="10">
                  <c:v>-0.15620409414</c:v>
                </c:pt>
                <c:pt idx="11">
                  <c:v>-0.15578661309</c:v>
                </c:pt>
                <c:pt idx="12">
                  <c:v>-0.15461015531</c:v>
                </c:pt>
                <c:pt idx="13">
                  <c:v>-0.1526804524</c:v>
                </c:pt>
                <c:pt idx="14">
                  <c:v>-0.15000690567</c:v>
                </c:pt>
                <c:pt idx="15">
                  <c:v>-0.14660254038</c:v>
                </c:pt>
                <c:pt idx="16">
                  <c:v>-0.14248394224</c:v>
                </c:pt>
                <c:pt idx="17">
                  <c:v>-0.13767117667</c:v>
                </c:pt>
                <c:pt idx="18">
                  <c:v>-0.13218769095</c:v>
                </c:pt>
                <c:pt idx="19">
                  <c:v>-0.1260602001</c:v>
                </c:pt>
                <c:pt idx="20">
                  <c:v>-0.11931855662</c:v>
                </c:pt>
                <c:pt idx="21">
                  <c:v>-0.11199560513</c:v>
                </c:pt>
                <c:pt idx="22">
                  <c:v>-0.10412702231</c:v>
                </c:pt>
                <c:pt idx="23">
                  <c:v>-0.095751143098</c:v>
                </c:pt>
                <c:pt idx="24">
                  <c:v>-0.086908773945</c:v>
                </c:pt>
                <c:pt idx="25">
                  <c:v>-0.077642993981</c:v>
                </c:pt>
                <c:pt idx="26">
                  <c:v>-0.067998945156</c:v>
                </c:pt>
                <c:pt idx="27">
                  <c:v>-0.058023612305</c:v>
                </c:pt>
                <c:pt idx="28">
                  <c:v>-0.047765594247</c:v>
                </c:pt>
                <c:pt idx="29">
                  <c:v>-0.037274867015</c:v>
                </c:pt>
                <c:pt idx="30">
                  <c:v>-0.026602540378</c:v>
                </c:pt>
                <c:pt idx="31">
                  <c:v>-0.015800608839</c:v>
                </c:pt>
                <c:pt idx="32">
                  <c:v>-0.0049216983216</c:v>
                </c:pt>
                <c:pt idx="33">
                  <c:v>0.0059811902153</c:v>
                </c:pt>
                <c:pt idx="34">
                  <c:v>0.016854938995</c:v>
                </c:pt>
                <c:pt idx="35">
                  <c:v>0.027646572206</c:v>
                </c:pt>
                <c:pt idx="36">
                  <c:v>0.038303514096</c:v>
                </c:pt>
                <c:pt idx="37">
                  <c:v>0.048773845115</c:v>
                </c:pt>
                <c:pt idx="38">
                  <c:v>0.059006554864</c:v>
                </c:pt>
                <c:pt idx="39">
                  <c:v>0.06895179061</c:v>
                </c:pt>
                <c:pt idx="40">
                  <c:v>0.078561100162</c:v>
                </c:pt>
                <c:pt idx="41">
                  <c:v>0.087787667931</c:v>
                </c:pt>
                <c:pt idx="42">
                  <c:v>0.096586543006</c:v>
                </c:pt>
                <c:pt idx="43">
                  <c:v>0.10491485815</c:v>
                </c:pt>
                <c:pt idx="44">
                  <c:v>0.11273203866</c:v>
                </c:pt>
                <c:pt idx="45">
                  <c:v>0.12</c:v>
                </c:pt>
                <c:pt idx="46">
                  <c:v>0.12668333341</c:v>
                </c:pt>
                <c:pt idx="47">
                  <c:v>0.13274947834</c:v>
                </c:pt>
                <c:pt idx="48">
                  <c:v>0.13816888117</c:v>
                </c:pt>
                <c:pt idx="49">
                  <c:v>0.14291513909</c:v>
                </c:pt>
                <c:pt idx="50">
                  <c:v>0.14696512883</c:v>
                </c:pt>
                <c:pt idx="51">
                  <c:v>0.15029911922</c:v>
                </c:pt>
                <c:pt idx="52">
                  <c:v>0.15290086742</c:v>
                </c:pt>
                <c:pt idx="53">
                  <c:v>0.15475769796</c:v>
                </c:pt>
                <c:pt idx="54">
                  <c:v>0.15586056455</c:v>
                </c:pt>
                <c:pt idx="55">
                  <c:v>0.15620409414</c:v>
                </c:pt>
                <c:pt idx="56">
                  <c:v>0.15578661309</c:v>
                </c:pt>
                <c:pt idx="57">
                  <c:v>0.15461015531</c:v>
                </c:pt>
                <c:pt idx="58">
                  <c:v>0.1526804524</c:v>
                </c:pt>
                <c:pt idx="59">
                  <c:v>0.15000690567</c:v>
                </c:pt>
                <c:pt idx="60">
                  <c:v>0.14660254038</c:v>
                </c:pt>
                <c:pt idx="61">
                  <c:v>0.14248394224</c:v>
                </c:pt>
                <c:pt idx="62">
                  <c:v>0.13767117667</c:v>
                </c:pt>
                <c:pt idx="63">
                  <c:v>0.13218769095</c:v>
                </c:pt>
                <c:pt idx="64">
                  <c:v>0.1260602001</c:v>
                </c:pt>
                <c:pt idx="65">
                  <c:v>0.11931855662</c:v>
                </c:pt>
                <c:pt idx="66">
                  <c:v>0.11199560513</c:v>
                </c:pt>
                <c:pt idx="67">
                  <c:v>0.10412702231</c:v>
                </c:pt>
                <c:pt idx="68">
                  <c:v>0.095751143098</c:v>
                </c:pt>
                <c:pt idx="69">
                  <c:v>0.086908773945</c:v>
                </c:pt>
                <c:pt idx="70">
                  <c:v>0.077642993981</c:v>
                </c:pt>
                <c:pt idx="71">
                  <c:v>0.067998945156</c:v>
                </c:pt>
                <c:pt idx="72">
                  <c:v>0.058023612305</c:v>
                </c:pt>
                <c:pt idx="73">
                  <c:v>0.047765594247</c:v>
                </c:pt>
                <c:pt idx="74">
                  <c:v>0.037274867015</c:v>
                </c:pt>
                <c:pt idx="75">
                  <c:v>0.026602540378</c:v>
                </c:pt>
                <c:pt idx="76">
                  <c:v>0.015800608839</c:v>
                </c:pt>
                <c:pt idx="77">
                  <c:v>0.0049216983216</c:v>
                </c:pt>
                <c:pt idx="78">
                  <c:v>-0.0059811902153</c:v>
                </c:pt>
                <c:pt idx="79">
                  <c:v>-0.016854938995</c:v>
                </c:pt>
                <c:pt idx="80">
                  <c:v>-0.027646572206</c:v>
                </c:pt>
                <c:pt idx="81">
                  <c:v>-0.038303514096</c:v>
                </c:pt>
                <c:pt idx="82">
                  <c:v>-0.048773845115</c:v>
                </c:pt>
                <c:pt idx="83">
                  <c:v>-0.059006554864</c:v>
                </c:pt>
                <c:pt idx="84">
                  <c:v>-0.06895179061</c:v>
                </c:pt>
                <c:pt idx="85">
                  <c:v>-0.078561100162</c:v>
                </c:pt>
                <c:pt idx="86">
                  <c:v>-0.087787667931</c:v>
                </c:pt>
                <c:pt idx="87">
                  <c:v>-0.096586543006</c:v>
                </c:pt>
                <c:pt idx="88">
                  <c:v>-0.10491485815</c:v>
                </c:pt>
                <c:pt idx="89">
                  <c:v>-0.11273203866</c:v>
                </c:pt>
                <c:pt idx="90">
                  <c:v>-0.12</c:v>
                </c:pt>
                <c:pt idx="91">
                  <c:v>-0.12668333341</c:v>
                </c:pt>
                <c:pt idx="92">
                  <c:v>-0.13274947834</c:v>
                </c:pt>
                <c:pt idx="93">
                  <c:v>-0.13816888117</c:v>
                </c:pt>
                <c:pt idx="94">
                  <c:v>-0.14291513909</c:v>
                </c:pt>
                <c:pt idx="95">
                  <c:v>-0.14696512883</c:v>
                </c:pt>
                <c:pt idx="96">
                  <c:v>-0.15029911922</c:v>
                </c:pt>
                <c:pt idx="97">
                  <c:v>-0.15290086742</c:v>
                </c:pt>
                <c:pt idx="98">
                  <c:v>-0.15475769796</c:v>
                </c:pt>
                <c:pt idx="99">
                  <c:v>-0.15586056455</c:v>
                </c:pt>
                <c:pt idx="100">
                  <c:v>-0.15620409414</c:v>
                </c:pt>
                <c:pt idx="101">
                  <c:v>-0.15578661309</c:v>
                </c:pt>
                <c:pt idx="102">
                  <c:v>-0.15461015531</c:v>
                </c:pt>
                <c:pt idx="103">
                  <c:v>-0.1526804524</c:v>
                </c:pt>
                <c:pt idx="104">
                  <c:v>-0.15000690567</c:v>
                </c:pt>
                <c:pt idx="105">
                  <c:v>-0.14660254038</c:v>
                </c:pt>
                <c:pt idx="106">
                  <c:v>-0.14248394224</c:v>
                </c:pt>
                <c:pt idx="107">
                  <c:v>-0.13767117667</c:v>
                </c:pt>
                <c:pt idx="108">
                  <c:v>-0.13218769095</c:v>
                </c:pt>
                <c:pt idx="109">
                  <c:v>-0.1260602001</c:v>
                </c:pt>
                <c:pt idx="110">
                  <c:v>-0.11931855662</c:v>
                </c:pt>
                <c:pt idx="111">
                  <c:v>-0.11199560513</c:v>
                </c:pt>
                <c:pt idx="112">
                  <c:v>-0.10412702231</c:v>
                </c:pt>
                <c:pt idx="113">
                  <c:v>-0.095751143098</c:v>
                </c:pt>
                <c:pt idx="114">
                  <c:v>-0.086908773945</c:v>
                </c:pt>
                <c:pt idx="115">
                  <c:v>-0.077642993981</c:v>
                </c:pt>
                <c:pt idx="116">
                  <c:v>-0.067998945156</c:v>
                </c:pt>
                <c:pt idx="117">
                  <c:v>-0.058023612305</c:v>
                </c:pt>
                <c:pt idx="118">
                  <c:v>-0.047765594247</c:v>
                </c:pt>
                <c:pt idx="119">
                  <c:v>-0.037274867015</c:v>
                </c:pt>
                <c:pt idx="120">
                  <c:v>-0.026602540378</c:v>
                </c:pt>
                <c:pt idx="121">
                  <c:v>-0.015800608839</c:v>
                </c:pt>
                <c:pt idx="122">
                  <c:v>-0.0049216983216</c:v>
                </c:pt>
                <c:pt idx="123">
                  <c:v>0.0059811902153</c:v>
                </c:pt>
                <c:pt idx="124">
                  <c:v>0.016854938995</c:v>
                </c:pt>
                <c:pt idx="125">
                  <c:v>0.027646572206</c:v>
                </c:pt>
                <c:pt idx="126">
                  <c:v>0.038303514096</c:v>
                </c:pt>
                <c:pt idx="127">
                  <c:v>0.048773845115</c:v>
                </c:pt>
                <c:pt idx="128">
                  <c:v>0.059006554864</c:v>
                </c:pt>
                <c:pt idx="129">
                  <c:v>0.06895179061</c:v>
                </c:pt>
                <c:pt idx="130">
                  <c:v>0.078561100162</c:v>
                </c:pt>
                <c:pt idx="131">
                  <c:v>0.087787667931</c:v>
                </c:pt>
                <c:pt idx="132">
                  <c:v>0.096586543006</c:v>
                </c:pt>
                <c:pt idx="133">
                  <c:v>0.10491485815</c:v>
                </c:pt>
                <c:pt idx="134">
                  <c:v>0.11273203866</c:v>
                </c:pt>
                <c:pt idx="135">
                  <c:v>0.12</c:v>
                </c:pt>
                <c:pt idx="136">
                  <c:v>0.12668333341</c:v>
                </c:pt>
                <c:pt idx="137">
                  <c:v>0.13274947834</c:v>
                </c:pt>
                <c:pt idx="138">
                  <c:v>0.13816888117</c:v>
                </c:pt>
                <c:pt idx="139">
                  <c:v>0.14291513909</c:v>
                </c:pt>
                <c:pt idx="140">
                  <c:v>0.14696512883</c:v>
                </c:pt>
                <c:pt idx="141">
                  <c:v>0.15029911922</c:v>
                </c:pt>
                <c:pt idx="142">
                  <c:v>0.15290086742</c:v>
                </c:pt>
                <c:pt idx="143">
                  <c:v>0.15475769796</c:v>
                </c:pt>
                <c:pt idx="144">
                  <c:v>0.15586056455</c:v>
                </c:pt>
                <c:pt idx="145">
                  <c:v>0.15620409414</c:v>
                </c:pt>
                <c:pt idx="146">
                  <c:v>0.15578661309</c:v>
                </c:pt>
                <c:pt idx="147">
                  <c:v>0.15461015531</c:v>
                </c:pt>
                <c:pt idx="148">
                  <c:v>0.1526804524</c:v>
                </c:pt>
                <c:pt idx="149">
                  <c:v>0.15000690567</c:v>
                </c:pt>
                <c:pt idx="150">
                  <c:v>0.14660254038</c:v>
                </c:pt>
                <c:pt idx="151">
                  <c:v>0.14248394224</c:v>
                </c:pt>
                <c:pt idx="152">
                  <c:v>0.13767117667</c:v>
                </c:pt>
                <c:pt idx="153">
                  <c:v>0.13218769095</c:v>
                </c:pt>
                <c:pt idx="154">
                  <c:v>0.1260602001</c:v>
                </c:pt>
                <c:pt idx="155">
                  <c:v>0.11931855662</c:v>
                </c:pt>
                <c:pt idx="156">
                  <c:v>0.11199560513</c:v>
                </c:pt>
                <c:pt idx="157">
                  <c:v>0.10412702231</c:v>
                </c:pt>
                <c:pt idx="158">
                  <c:v>0.095751143098</c:v>
                </c:pt>
                <c:pt idx="159">
                  <c:v>0.086908773945</c:v>
                </c:pt>
                <c:pt idx="160">
                  <c:v>0.077642993981</c:v>
                </c:pt>
                <c:pt idx="161">
                  <c:v>0.067998945156</c:v>
                </c:pt>
                <c:pt idx="162">
                  <c:v>0.058023612305</c:v>
                </c:pt>
                <c:pt idx="163">
                  <c:v>0.047765594247</c:v>
                </c:pt>
                <c:pt idx="164">
                  <c:v>0.037274867015</c:v>
                </c:pt>
                <c:pt idx="165">
                  <c:v>0.026602540378</c:v>
                </c:pt>
                <c:pt idx="166">
                  <c:v>0.015800608839</c:v>
                </c:pt>
                <c:pt idx="167">
                  <c:v>0.0049216983216</c:v>
                </c:pt>
                <c:pt idx="168">
                  <c:v>-0.0059811902153</c:v>
                </c:pt>
                <c:pt idx="169">
                  <c:v>-0.016854938995</c:v>
                </c:pt>
                <c:pt idx="170">
                  <c:v>-0.027646572206</c:v>
                </c:pt>
                <c:pt idx="171">
                  <c:v>-0.038303514096</c:v>
                </c:pt>
                <c:pt idx="172">
                  <c:v>-0.048773845115</c:v>
                </c:pt>
                <c:pt idx="173">
                  <c:v>-0.059006554864</c:v>
                </c:pt>
                <c:pt idx="174">
                  <c:v>-0.06895179061</c:v>
                </c:pt>
                <c:pt idx="175">
                  <c:v>-0.078561100162</c:v>
                </c:pt>
                <c:pt idx="176">
                  <c:v>-0.087787667931</c:v>
                </c:pt>
                <c:pt idx="177">
                  <c:v>-0.096586543006</c:v>
                </c:pt>
                <c:pt idx="178">
                  <c:v>-0.10491485815</c:v>
                </c:pt>
                <c:pt idx="179">
                  <c:v>-0.11273203866</c:v>
                </c:pt>
                <c:pt idx="180">
                  <c:v>-0.12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乘積 e·cos(2ε)</c:v>
          </c:tx>
          <c:spPr>
            <a:ln xmlns:a="http://schemas.openxmlformats.org/drawingml/2006/main" w="25718">
              <a:solidFill>
                <a:srgbClr val="25776C"/>
              </a:solidFill>
              <a:prstDash val="solid"/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</c:numCache>
            </c:numRef>
          </c:xVal>
          <c:yVal>
            <c:numRef>
              <c:f>'Chart Data'!$B$2:$B$182</c:f>
              <c:numCache>
                <c:formatCode>0.0</c:formatCode>
                <c:ptCount val="181"/>
                <c:pt idx="0">
                  <c:v>-0.12</c:v>
                </c:pt>
                <c:pt idx="1">
                  <c:v>-0.12637473917</c:v>
                </c:pt>
                <c:pt idx="2">
                  <c:v>-0.13145756955</c:v>
                </c:pt>
                <c:pt idx="3">
                  <c:v>-0.13514955961</c:v>
                </c:pt>
                <c:pt idx="4">
                  <c:v>-0.13737884898</c:v>
                </c:pt>
                <c:pt idx="5">
                  <c:v>-0.13810204707</c:v>
                </c:pt>
                <c:pt idx="6">
                  <c:v>-0.13730507766</c:v>
                </c:pt>
                <c:pt idx="7">
                  <c:v>-0.13500345284</c:v>
                </c:pt>
                <c:pt idx="8">
                  <c:v>-0.13124197112</c:v>
                </c:pt>
                <c:pt idx="9">
                  <c:v>-0.12609384548</c:v>
                </c:pt>
                <c:pt idx="10">
                  <c:v>-0.11965927831</c:v>
                </c:pt>
                <c:pt idx="11">
                  <c:v>-0.11206351115</c:v>
                </c:pt>
                <c:pt idx="12">
                  <c:v>-0.10345438697</c:v>
                </c:pt>
                <c:pt idx="13">
                  <c:v>-0.093999472578</c:v>
                </c:pt>
                <c:pt idx="14">
                  <c:v>-0.083882797123</c:v>
                </c:pt>
                <c:pt idx="15">
                  <c:v>-0.073301270189</c:v>
                </c:pt>
                <c:pt idx="16">
                  <c:v>-0.062460849161</c:v>
                </c:pt>
                <c:pt idx="17">
                  <c:v>-0.051572530503</c:v>
                </c:pt>
                <c:pt idx="18">
                  <c:v>-0.040848242952</c:v>
                </c:pt>
                <c:pt idx="19">
                  <c:v>-0.030496722568</c:v>
                </c:pt>
                <c:pt idx="20">
                  <c:v>-0.020719449919</c:v>
                </c:pt>
                <c:pt idx="21">
                  <c:v>-0.011706728497</c:v>
                </c:pt>
                <c:pt idx="22">
                  <c:v>-0.0036339806716</c:v>
                </c:pt>
                <c:pt idx="23">
                  <c:v>0.0033416667028</c:v>
                </c:pt>
                <c:pt idx="24">
                  <c:v>0.0090844405849</c:v>
                </c:pt>
                <c:pt idx="25">
                  <c:v>0.013482564413</c:v>
                </c:pt>
                <c:pt idx="26">
                  <c:v>0.016450433711</c:v>
                </c:pt>
                <c:pt idx="27">
                  <c:v>0.017930282277</c:v>
                </c:pt>
                <c:pt idx="28">
                  <c:v>0.017893306543</c:v>
                </c:pt>
                <c:pt idx="29">
                  <c:v>0.0163402262</c:v>
                </c:pt>
                <c:pt idx="30">
                  <c:v>0.013301270189</c:v>
                </c:pt>
                <c:pt idx="31">
                  <c:v>0.0088355883333</c:v>
                </c:pt>
                <c:pt idx="32">
                  <c:v>0.0030301000498</c:v>
                </c:pt>
                <c:pt idx="33">
                  <c:v>-0.0040021974355</c:v>
                </c:pt>
                <c:pt idx="34">
                  <c:v>-0.012124428451</c:v>
                </c:pt>
                <c:pt idx="35">
                  <c:v>-0.021178503009</c:v>
                </c:pt>
                <c:pt idx="36">
                  <c:v>-0.030988193848</c:v>
                </c:pt>
                <c:pt idx="37">
                  <c:v>-0.041362566492</c:v>
                </c:pt>
                <c:pt idx="38">
                  <c:v>-0.05209969558</c:v>
                </c:pt>
                <c:pt idx="39">
                  <c:v>-0.062990595108</c:v>
                </c:pt>
                <c:pt idx="40">
                  <c:v>-0.073823286103</c:v>
                </c:pt>
                <c:pt idx="41">
                  <c:v>-0.084386922558</c:v>
                </c:pt>
                <c:pt idx="42">
                  <c:v>-0.094475895305</c:v>
                </c:pt>
                <c:pt idx="43">
                  <c:v>-0.10389383397</c:v>
                </c:pt>
                <c:pt idx="44">
                  <c:v>-0.11245742908</c:v>
                </c:pt>
                <c:pt idx="45">
                  <c:v>-0.12</c:v>
                </c:pt>
                <c:pt idx="46">
                  <c:v>-0.12637473917</c:v>
                </c:pt>
                <c:pt idx="47">
                  <c:v>-0.13145756955</c:v>
                </c:pt>
                <c:pt idx="48">
                  <c:v>-0.13514955961</c:v>
                </c:pt>
                <c:pt idx="49">
                  <c:v>-0.13737884898</c:v>
                </c:pt>
                <c:pt idx="50">
                  <c:v>-0.13810204707</c:v>
                </c:pt>
                <c:pt idx="51">
                  <c:v>-0.13730507766</c:v>
                </c:pt>
                <c:pt idx="52">
                  <c:v>-0.13500345284</c:v>
                </c:pt>
                <c:pt idx="53">
                  <c:v>-0.13124197112</c:v>
                </c:pt>
                <c:pt idx="54">
                  <c:v>-0.12609384548</c:v>
                </c:pt>
                <c:pt idx="55">
                  <c:v>-0.11965927831</c:v>
                </c:pt>
                <c:pt idx="56">
                  <c:v>-0.11206351115</c:v>
                </c:pt>
                <c:pt idx="57">
                  <c:v>-0.10345438697</c:v>
                </c:pt>
                <c:pt idx="58">
                  <c:v>-0.093999472578</c:v>
                </c:pt>
                <c:pt idx="59">
                  <c:v>-0.083882797123</c:v>
                </c:pt>
                <c:pt idx="60">
                  <c:v>-0.073301270189</c:v>
                </c:pt>
                <c:pt idx="61">
                  <c:v>-0.062460849161</c:v>
                </c:pt>
                <c:pt idx="62">
                  <c:v>-0.051572530503</c:v>
                </c:pt>
                <c:pt idx="63">
                  <c:v>-0.040848242952</c:v>
                </c:pt>
                <c:pt idx="64">
                  <c:v>-0.030496722568</c:v>
                </c:pt>
                <c:pt idx="65">
                  <c:v>-0.020719449919</c:v>
                </c:pt>
                <c:pt idx="66">
                  <c:v>-0.011706728497</c:v>
                </c:pt>
                <c:pt idx="67">
                  <c:v>-0.0036339806716</c:v>
                </c:pt>
                <c:pt idx="68">
                  <c:v>0.0033416667028</c:v>
                </c:pt>
                <c:pt idx="69">
                  <c:v>0.0090844405849</c:v>
                </c:pt>
                <c:pt idx="70">
                  <c:v>0.013482564413</c:v>
                </c:pt>
                <c:pt idx="71">
                  <c:v>0.016450433711</c:v>
                </c:pt>
                <c:pt idx="72">
                  <c:v>0.017930282277</c:v>
                </c:pt>
                <c:pt idx="73">
                  <c:v>0.017893306543</c:v>
                </c:pt>
                <c:pt idx="74">
                  <c:v>0.0163402262</c:v>
                </c:pt>
                <c:pt idx="75">
                  <c:v>0.013301270189</c:v>
                </c:pt>
                <c:pt idx="76">
                  <c:v>0.0088355883333</c:v>
                </c:pt>
                <c:pt idx="77">
                  <c:v>0.0030301000498</c:v>
                </c:pt>
                <c:pt idx="78">
                  <c:v>-0.0040021974355</c:v>
                </c:pt>
                <c:pt idx="79">
                  <c:v>-0.012124428451</c:v>
                </c:pt>
                <c:pt idx="80">
                  <c:v>-0.021178503009</c:v>
                </c:pt>
                <c:pt idx="81">
                  <c:v>-0.030988193848</c:v>
                </c:pt>
                <c:pt idx="82">
                  <c:v>-0.041362566492</c:v>
                </c:pt>
                <c:pt idx="83">
                  <c:v>-0.05209969558</c:v>
                </c:pt>
                <c:pt idx="84">
                  <c:v>-0.062990595108</c:v>
                </c:pt>
                <c:pt idx="85">
                  <c:v>-0.073823286103</c:v>
                </c:pt>
                <c:pt idx="86">
                  <c:v>-0.084386922558</c:v>
                </c:pt>
                <c:pt idx="87">
                  <c:v>-0.094475895305</c:v>
                </c:pt>
                <c:pt idx="88">
                  <c:v>-0.10389383397</c:v>
                </c:pt>
                <c:pt idx="89">
                  <c:v>-0.11245742908</c:v>
                </c:pt>
                <c:pt idx="90">
                  <c:v>-0.12</c:v>
                </c:pt>
                <c:pt idx="91">
                  <c:v>-0.12637473917</c:v>
                </c:pt>
                <c:pt idx="92">
                  <c:v>-0.13145756955</c:v>
                </c:pt>
                <c:pt idx="93">
                  <c:v>-0.13514955961</c:v>
                </c:pt>
                <c:pt idx="94">
                  <c:v>-0.13737884898</c:v>
                </c:pt>
                <c:pt idx="95">
                  <c:v>-0.13810204707</c:v>
                </c:pt>
                <c:pt idx="96">
                  <c:v>-0.13730507766</c:v>
                </c:pt>
                <c:pt idx="97">
                  <c:v>-0.13500345284</c:v>
                </c:pt>
                <c:pt idx="98">
                  <c:v>-0.13124197112</c:v>
                </c:pt>
                <c:pt idx="99">
                  <c:v>-0.12609384548</c:v>
                </c:pt>
                <c:pt idx="100">
                  <c:v>-0.11965927831</c:v>
                </c:pt>
                <c:pt idx="101">
                  <c:v>-0.11206351115</c:v>
                </c:pt>
                <c:pt idx="102">
                  <c:v>-0.10345438697</c:v>
                </c:pt>
                <c:pt idx="103">
                  <c:v>-0.093999472578</c:v>
                </c:pt>
                <c:pt idx="104">
                  <c:v>-0.083882797123</c:v>
                </c:pt>
                <c:pt idx="105">
                  <c:v>-0.073301270189</c:v>
                </c:pt>
                <c:pt idx="106">
                  <c:v>-0.062460849161</c:v>
                </c:pt>
                <c:pt idx="107">
                  <c:v>-0.051572530503</c:v>
                </c:pt>
                <c:pt idx="108">
                  <c:v>-0.040848242952</c:v>
                </c:pt>
                <c:pt idx="109">
                  <c:v>-0.030496722568</c:v>
                </c:pt>
                <c:pt idx="110">
                  <c:v>-0.020719449919</c:v>
                </c:pt>
                <c:pt idx="111">
                  <c:v>-0.011706728497</c:v>
                </c:pt>
                <c:pt idx="112">
                  <c:v>-0.0036339806716</c:v>
                </c:pt>
                <c:pt idx="113">
                  <c:v>0.0033416667028</c:v>
                </c:pt>
                <c:pt idx="114">
                  <c:v>0.0090844405849</c:v>
                </c:pt>
                <c:pt idx="115">
                  <c:v>0.013482564413</c:v>
                </c:pt>
                <c:pt idx="116">
                  <c:v>0.016450433711</c:v>
                </c:pt>
                <c:pt idx="117">
                  <c:v>0.017930282277</c:v>
                </c:pt>
                <c:pt idx="118">
                  <c:v>0.017893306543</c:v>
                </c:pt>
                <c:pt idx="119">
                  <c:v>0.0163402262</c:v>
                </c:pt>
                <c:pt idx="120">
                  <c:v>0.013301270189</c:v>
                </c:pt>
                <c:pt idx="121">
                  <c:v>0.0088355883333</c:v>
                </c:pt>
                <c:pt idx="122">
                  <c:v>0.0030301000498</c:v>
                </c:pt>
                <c:pt idx="123">
                  <c:v>-0.0040021974355</c:v>
                </c:pt>
                <c:pt idx="124">
                  <c:v>-0.012124428451</c:v>
                </c:pt>
                <c:pt idx="125">
                  <c:v>-0.021178503009</c:v>
                </c:pt>
                <c:pt idx="126">
                  <c:v>-0.030988193848</c:v>
                </c:pt>
                <c:pt idx="127">
                  <c:v>-0.041362566492</c:v>
                </c:pt>
                <c:pt idx="128">
                  <c:v>-0.05209969558</c:v>
                </c:pt>
                <c:pt idx="129">
                  <c:v>-0.062990595108</c:v>
                </c:pt>
                <c:pt idx="130">
                  <c:v>-0.073823286103</c:v>
                </c:pt>
                <c:pt idx="131">
                  <c:v>-0.084386922558</c:v>
                </c:pt>
                <c:pt idx="132">
                  <c:v>-0.094475895305</c:v>
                </c:pt>
                <c:pt idx="133">
                  <c:v>-0.10389383397</c:v>
                </c:pt>
                <c:pt idx="134">
                  <c:v>-0.11245742908</c:v>
                </c:pt>
                <c:pt idx="135">
                  <c:v>-0.12</c:v>
                </c:pt>
                <c:pt idx="136">
                  <c:v>-0.12637473917</c:v>
                </c:pt>
                <c:pt idx="137">
                  <c:v>-0.13145756955</c:v>
                </c:pt>
                <c:pt idx="138">
                  <c:v>-0.13514955961</c:v>
                </c:pt>
                <c:pt idx="139">
                  <c:v>-0.13737884898</c:v>
                </c:pt>
                <c:pt idx="140">
                  <c:v>-0.13810204707</c:v>
                </c:pt>
                <c:pt idx="141">
                  <c:v>-0.13730507766</c:v>
                </c:pt>
                <c:pt idx="142">
                  <c:v>-0.13500345284</c:v>
                </c:pt>
                <c:pt idx="143">
                  <c:v>-0.13124197112</c:v>
                </c:pt>
                <c:pt idx="144">
                  <c:v>-0.12609384548</c:v>
                </c:pt>
                <c:pt idx="145">
                  <c:v>-0.11965927831</c:v>
                </c:pt>
                <c:pt idx="146">
                  <c:v>-0.11206351115</c:v>
                </c:pt>
                <c:pt idx="147">
                  <c:v>-0.10345438697</c:v>
                </c:pt>
                <c:pt idx="148">
                  <c:v>-0.093999472578</c:v>
                </c:pt>
                <c:pt idx="149">
                  <c:v>-0.083882797123</c:v>
                </c:pt>
                <c:pt idx="150">
                  <c:v>-0.073301270189</c:v>
                </c:pt>
                <c:pt idx="151">
                  <c:v>-0.062460849161</c:v>
                </c:pt>
                <c:pt idx="152">
                  <c:v>-0.051572530503</c:v>
                </c:pt>
                <c:pt idx="153">
                  <c:v>-0.040848242952</c:v>
                </c:pt>
                <c:pt idx="154">
                  <c:v>-0.030496722568</c:v>
                </c:pt>
                <c:pt idx="155">
                  <c:v>-0.020719449919</c:v>
                </c:pt>
                <c:pt idx="156">
                  <c:v>-0.011706728497</c:v>
                </c:pt>
                <c:pt idx="157">
                  <c:v>-0.0036339806716</c:v>
                </c:pt>
                <c:pt idx="158">
                  <c:v>0.0033416667028</c:v>
                </c:pt>
                <c:pt idx="159">
                  <c:v>0.0090844405849</c:v>
                </c:pt>
                <c:pt idx="160">
                  <c:v>0.013482564413</c:v>
                </c:pt>
                <c:pt idx="161">
                  <c:v>0.016450433711</c:v>
                </c:pt>
                <c:pt idx="162">
                  <c:v>0.017930282277</c:v>
                </c:pt>
                <c:pt idx="163">
                  <c:v>0.017893306543</c:v>
                </c:pt>
                <c:pt idx="164">
                  <c:v>0.0163402262</c:v>
                </c:pt>
                <c:pt idx="165">
                  <c:v>0.013301270189</c:v>
                </c:pt>
                <c:pt idx="166">
                  <c:v>0.0088355883333</c:v>
                </c:pt>
                <c:pt idx="167">
                  <c:v>0.0030301000498</c:v>
                </c:pt>
                <c:pt idx="168">
                  <c:v>-0.0040021974355</c:v>
                </c:pt>
                <c:pt idx="169">
                  <c:v>-0.012124428451</c:v>
                </c:pt>
                <c:pt idx="170">
                  <c:v>-0.021178503009</c:v>
                </c:pt>
                <c:pt idx="171">
                  <c:v>-0.030988193848</c:v>
                </c:pt>
                <c:pt idx="172">
                  <c:v>-0.041362566492</c:v>
                </c:pt>
                <c:pt idx="173">
                  <c:v>-0.05209969558</c:v>
                </c:pt>
                <c:pt idx="174">
                  <c:v>-0.062990595108</c:v>
                </c:pt>
                <c:pt idx="175">
                  <c:v>-0.073823286103</c:v>
                </c:pt>
                <c:pt idx="176">
                  <c:v>-0.084386922558</c:v>
                </c:pt>
                <c:pt idx="177">
                  <c:v>-0.094475895305</c:v>
                </c:pt>
                <c:pt idx="178">
                  <c:v>-0.10389383397</c:v>
                </c:pt>
                <c:pt idx="179">
                  <c:v>-0.11245742908</c:v>
                </c:pt>
                <c:pt idx="180">
                  <c:v>-0.12</c:v>
                </c:pt>
              </c:numCache>
            </c:numRef>
          </c:yVal>
        </c:ser>
        <c:ser>
          <c:idx val="1"/>
          <c:order val="1"/>
          <c:tx>
            <c:v>角度平均值 −0.06</c:v>
          </c:tx>
          <c:spPr>
            <a:ln xmlns:a="http://schemas.openxmlformats.org/drawingml/2006/main" w="21908">
              <a:solidFill>
                <a:srgbClr val="AC8325"/>
              </a:solidFill>
              <a:prstDash val="solid"/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360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-0.06</c:v>
                </c:pt>
                <c:pt idx="1">
                  <c:v>-0.06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2"/>
        </c:scaling>
        <c:delete val="0"/>
        <c:axPos val="l"/>
        <c:majorGridlines>
          <c:spPr>
            <a:ln xmlns:a="http://schemas.openxmlformats.org/drawingml/2006/main" w="5715">
              <a:solidFill>
                <a:srgbClr val="C3CAD2"/>
              </a:solidFill>
            </a:ln>
          </c:spPr>
        </c:majorGridlines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60"/>
          <c:min val="0"/>
        </c:scaling>
        <c:delete val="0"/>
        <c:axPos val="b"/>
        <c:numFmt formatCode="0&quot;°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C3CAD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90"/>
      </c:valAx>
      <c:spPr>
        <a:solidFill xmlns:a="http://schemas.openxmlformats.org/drawingml/2006/main">
          <a:srgbClr val="E8EBE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E8EB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4F594-DA7B-465A-B885-987DBA53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7FC7A0D7-490C-4797-9F23-CBF5C778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工程技術分享">
            <a:extLst xmlns:a="http://schemas.openxmlformats.org/drawingml/2006/main">
              <a:ext uri="{FF2B5EF4-FFF2-40B4-BE49-F238E27FC236}">
                <a16:creationId xmlns:a16="http://schemas.microsoft.com/office/drawing/2014/main" id="{CC29B8B7-03A3-4A67-83EF-C952B70A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工程技術分享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6D075-7C87-4FE2-B781-5494E946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5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E87ADCB3-BC32-437C-9A56-46D1141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  /  GPOC</a:t>
            </a:r>
          </a:p>
        </p:txBody>
      </p:sp>
      <p:sp>
        <p:nvSpPr>
          <p:cNvPr id="6" name="01 / 13">
            <a:extLst xmlns:a="http://schemas.openxmlformats.org/drawingml/2006/main">
              <a:ext uri="{FF2B5EF4-FFF2-40B4-BE49-F238E27FC236}">
                <a16:creationId xmlns:a16="http://schemas.microsoft.com/office/drawing/2014/main" id="{8195B370-E5B5-4361-88E8-2B04B29E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01 / 14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C607D-C92E-4AF3-AA36-723EC99AD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b5e861ebf4002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8" name="Sin/Cos 類比編碼器的">
            <a:extLst xmlns:a="http://schemas.openxmlformats.org/drawingml/2006/main">
              <a:ext uri="{FF2B5EF4-FFF2-40B4-BE49-F238E27FC236}">
                <a16:creationId xmlns:a16="http://schemas.microsoft.com/office/drawing/2014/main" id="{3205CF2B-4C87-42CF-8E09-C153DF0C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Sin/Cos 類比編碼器的</a:t>
            </a:r>
          </a:p>
        </p:txBody>
      </p:sp>
      <p:sp>
        <p:nvSpPr>
          <p:cNvPr id="9" name="GPOC 補償">
            <a:extLst xmlns:a="http://schemas.openxmlformats.org/drawingml/2006/main">
              <a:ext uri="{FF2B5EF4-FFF2-40B4-BE49-F238E27FC236}">
                <a16:creationId xmlns:a16="http://schemas.microsoft.com/office/drawing/2014/main" id="{5733FFB4-F39F-4E24-B329-13FD393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補償</a:t>
            </a:r>
          </a:p>
        </p:txBody>
      </p:sp>
      <p:sp>
        <p:nvSpPr>
          <p:cNvPr id="10" name="Gain-Phase-Offset Correction">
            <a:extLst xmlns:a="http://schemas.openxmlformats.org/drawingml/2006/main">
              <a:ext uri="{FF2B5EF4-FFF2-40B4-BE49-F238E27FC236}">
                <a16:creationId xmlns:a16="http://schemas.microsoft.com/office/drawing/2014/main" id="{F7DC1484-CF66-4C33-8293-F590D74F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GPOC = Gain-Phase-Offset Correction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67C68-B1D3-498D-A2E2-A87BD6A2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C8325"/>
            </a:solidFill>
            <a:prstDash val="solid"/>
          </a:ln>
        </p:spPr>
      </p:sp>
      <p:sp>
        <p:nvSpPr>
          <p:cNvPr id="12" name="核心原理與整體架構">
            <a:extLst xmlns:a="http://schemas.openxmlformats.org/drawingml/2006/main">
              <a:ext uri="{FF2B5EF4-FFF2-40B4-BE49-F238E27FC236}">
                <a16:creationId xmlns:a16="http://schemas.microsoft.com/office/drawing/2014/main" id="{96F871E4-2A19-4094-9C21-A672B35B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核心原理與整體架構</a:t>
            </a:r>
          </a:p>
        </p:txBody>
      </p:sp>
      <p:sp>
        <p:nvSpPr>
          <p:cNvPr id="13" name="利用訊號幾何與相關運算，修正增益、相位及偏移誤差">
            <a:extLst xmlns:a="http://schemas.openxmlformats.org/drawingml/2006/main">
              <a:ext uri="{FF2B5EF4-FFF2-40B4-BE49-F238E27FC236}">
                <a16:creationId xmlns:a16="http://schemas.microsoft.com/office/drawing/2014/main" id="{34198752-58AD-4D22-87F5-2AAA7D60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利用訊號幾何與相關運算，修正增益、相位及偏移誤差</a:t>
            </a:r>
          </a:p>
        </p:txBody>
      </p:sp>
      <p:sp>
        <p:nvSpPr>
          <p:cNvPr id="14" name="Bünte &amp; Beineke，2004">
            <a:extLst xmlns:a="http://schemas.openxmlformats.org/drawingml/2006/main">
              <a:ext uri="{FF2B5EF4-FFF2-40B4-BE49-F238E27FC236}">
                <a16:creationId xmlns:a16="http://schemas.microsoft.com/office/drawing/2014/main" id="{5E010CD1-9706-4DF2-9DD2-85F945E3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Beineke，2004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CCEB0331-B6E6-45B3-B27C-EBA90411D464}"/>
              </a:ext>
            </a:extLst>
          </p:cNvPr>
          <p:cNvGraphicFramePr/>
          <p:nvPr/>
        </p:nvGraphicFramePr>
        <p:xfrm>
          <a:off xmlns:a="http://schemas.openxmlformats.org/drawingml/2006/main" x="7258050" y="1562100"/>
          <a:ext xmlns:a="http://schemas.openxmlformats.org/drawingml/2006/main" cx="4238625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214607c5d94f98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EC0E2-4657-4A1A-81E3-031B3C21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674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9FAA"/>
            </a:solidFill>
            <a:prstDash val="solid"/>
          </a:ln>
        </p:spPr>
      </p:sp>
      <p:sp>
        <p:nvSpPr>
          <p:cNvPr id="17" name="理想圓">
            <a:extLst xmlns:a="http://schemas.openxmlformats.org/drawingml/2006/main">
              <a:ext uri="{FF2B5EF4-FFF2-40B4-BE49-F238E27FC236}">
                <a16:creationId xmlns:a16="http://schemas.microsoft.com/office/drawing/2014/main" id="{BEAC659F-FAC5-4C43-A4C3-8921040C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24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理想圓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9DEB7-F8A4-48A7-B427-34CCE22D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674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80"/>
            </a:solidFill>
            <a:prstDash val="solid"/>
          </a:ln>
        </p:spPr>
      </p:sp>
      <p:sp>
        <p:nvSpPr>
          <p:cNvPr id="19" name="失真模型">
            <a:extLst xmlns:a="http://schemas.openxmlformats.org/drawingml/2006/main">
              <a:ext uri="{FF2B5EF4-FFF2-40B4-BE49-F238E27FC236}">
                <a16:creationId xmlns:a16="http://schemas.microsoft.com/office/drawing/2014/main" id="{4844C36E-C195-4DD2-A1BB-73C03172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7245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失真模型</a:t>
            </a:r>
          </a:p>
        </p:txBody>
      </p:sp>
      <p:sp>
        <p:nvSpPr>
          <p:cNvPr id="21" name="gpoc-chinese-definition">
            <a:extLst xmlns:a="http://schemas.openxmlformats.org/drawingml/2006/main">
              <a:ext uri="{FF2B5EF4-FFF2-40B4-BE49-F238E27FC236}">
                <a16:creationId xmlns:a16="http://schemas.microsoft.com/office/drawing/2014/main" id="{8CFFA738-0CCD-4FE1-A26C-FEE09FD9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628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增益、相位與偏移補償</a:t>
            </a:r>
          </a:p>
        </p:txBody>
      </p:sp>
    </p:spTree>
    <p:extLst>
      <p:ext uri="{BB962C8B-B14F-4D97-AF65-F5344CB8AC3E}">
        <p14:creationId xmlns:p14="http://schemas.microsoft.com/office/powerpoint/2010/main" val="562669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094FC-98C3-4DCE-AD20-39A99355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53F6D990-1597-4E1C-A51C-557AF9F7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簡報架構">
            <a:extLst xmlns:a="http://schemas.openxmlformats.org/drawingml/2006/main">
              <a:ext uri="{FF2B5EF4-FFF2-40B4-BE49-F238E27FC236}">
                <a16:creationId xmlns:a16="http://schemas.microsoft.com/office/drawing/2014/main" id="{1C834D67-B100-4521-B744-8E9EFF05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簡報架構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95E188-9FA6-4561-A6A8-95F8FF48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目錄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58C24-4C2C-441E-80D7-A86F85A7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B38E5B62-7C66-4832-BEF4-78C5B787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  /  GPOC</a:t>
            </a:r>
          </a:p>
        </p:txBody>
      </p:sp>
      <p:sp>
        <p:nvSpPr>
          <p:cNvPr id="7" name="02 / 14">
            <a:extLst xmlns:a="http://schemas.openxmlformats.org/drawingml/2006/main">
              <a:ext uri="{FF2B5EF4-FFF2-40B4-BE49-F238E27FC236}">
                <a16:creationId xmlns:a16="http://schemas.microsoft.com/office/drawing/2014/main" id="{B7B550B8-0A9B-46D6-89C8-C600B25A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02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C17C4-BEFF-40DB-A583-55EA9D755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afcf400dd4a41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Part 01">
            <a:extLst xmlns:a="http://schemas.openxmlformats.org/drawingml/2006/main">
              <a:ext uri="{FF2B5EF4-FFF2-40B4-BE49-F238E27FC236}">
                <a16:creationId xmlns:a16="http://schemas.microsoft.com/office/drawing/2014/main" id="{B209A7A8-EC57-4F2D-969B-437533E5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Part 01</a:t>
            </a:r>
          </a:p>
        </p:txBody>
      </p:sp>
      <p:sp>
        <p:nvSpPr>
          <p:cNvPr id="10" name="問題背景與補償原理">
            <a:extLst xmlns:a="http://schemas.openxmlformats.org/drawingml/2006/main">
              <a:ext uri="{FF2B5EF4-FFF2-40B4-BE49-F238E27FC236}">
                <a16:creationId xmlns:a16="http://schemas.microsoft.com/office/drawing/2014/main" id="{EC1EDB66-71B9-4A59-87CA-8937AF8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85950"/>
            <a:ext cx="8953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問題背景與補償原理</a:t>
            </a:r>
          </a:p>
        </p:txBody>
      </p:sp>
      <p:sp>
        <p:nvSpPr>
          <p:cNvPr id="11" name="速度回授的量測問題、系統性誤差模型，以及補償矩陣的作用">
            <a:extLst xmlns:a="http://schemas.openxmlformats.org/drawingml/2006/main">
              <a:ext uri="{FF2B5EF4-FFF2-40B4-BE49-F238E27FC236}">
                <a16:creationId xmlns:a16="http://schemas.microsoft.com/office/drawing/2014/main" id="{134C2BBE-CD3F-418F-9711-D5936960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05075"/>
            <a:ext cx="895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速度回授的量測問題、系統性誤差模型，以及補償矩陣的作用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955D0-EBF0-4620-8042-B0CE30F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13" name="Part 02">
            <a:extLst xmlns:a="http://schemas.openxmlformats.org/drawingml/2006/main">
              <a:ext uri="{FF2B5EF4-FFF2-40B4-BE49-F238E27FC236}">
                <a16:creationId xmlns:a16="http://schemas.microsoft.com/office/drawing/2014/main" id="{37E59461-74AB-4B1D-8DE4-C2F025B0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Part 02</a:t>
            </a:r>
          </a:p>
        </p:txBody>
      </p:sp>
      <p:sp>
        <p:nvSpPr>
          <p:cNvPr id="14" name="GPOC 辨識原理與自適應架構">
            <a:extLst xmlns:a="http://schemas.openxmlformats.org/drawingml/2006/main">
              <a:ext uri="{FF2B5EF4-FFF2-40B4-BE49-F238E27FC236}">
                <a16:creationId xmlns:a16="http://schemas.microsoft.com/office/drawing/2014/main" id="{7EC947DE-C2F7-44AE-BF6F-BFCC3E6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14700"/>
            <a:ext cx="8953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辨識原理與自適應架構</a:t>
            </a:r>
          </a:p>
        </p:txBody>
      </p:sp>
      <p:sp>
        <p:nvSpPr>
          <p:cNvPr id="15" name="平方和、相關運算，以及增益／相位／偏移的五路學習迴路">
            <a:extLst xmlns:a="http://schemas.openxmlformats.org/drawingml/2006/main">
              <a:ext uri="{FF2B5EF4-FFF2-40B4-BE49-F238E27FC236}">
                <a16:creationId xmlns:a16="http://schemas.microsoft.com/office/drawing/2014/main" id="{8C61C032-049C-4A8B-BBFB-ACF44B08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33825"/>
            <a:ext cx="895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平方和、相關運算，以及增益／相位／偏移的五路學習迴路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7B593-E832-4E9B-92C4-DBEB3A36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17" name="Part 03">
            <a:extLst xmlns:a="http://schemas.openxmlformats.org/drawingml/2006/main">
              <a:ext uri="{FF2B5EF4-FFF2-40B4-BE49-F238E27FC236}">
                <a16:creationId xmlns:a16="http://schemas.microsoft.com/office/drawing/2014/main" id="{3E2E99A8-5C40-461C-9F0C-8F339FFD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Part 03</a:t>
            </a:r>
          </a:p>
        </p:txBody>
      </p:sp>
      <p:sp>
        <p:nvSpPr>
          <p:cNvPr id="18" name="工程設計要點與適用條件">
            <a:extLst xmlns:a="http://schemas.openxmlformats.org/drawingml/2006/main">
              <a:ext uri="{FF2B5EF4-FFF2-40B4-BE49-F238E27FC236}">
                <a16:creationId xmlns:a16="http://schemas.microsoft.com/office/drawing/2014/main" id="{261D3C12-1BEF-486E-A756-C75DE6D1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43450"/>
            <a:ext cx="8953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工程設計要點與適用條件</a:t>
            </a:r>
          </a:p>
        </p:txBody>
      </p:sp>
      <p:sp>
        <p:nvSpPr>
          <p:cNvPr id="19" name="訊號與參數定義、學習啟停、運動條件，以及方法限制">
            <a:extLst xmlns:a="http://schemas.openxmlformats.org/drawingml/2006/main">
              <a:ext uri="{FF2B5EF4-FFF2-40B4-BE49-F238E27FC236}">
                <a16:creationId xmlns:a16="http://schemas.microsoft.com/office/drawing/2014/main" id="{18368CE6-4B57-4D4F-B957-34970C66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62575"/>
            <a:ext cx="895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訊號與參數定義、學習啟停、運動條件，以及方法限制</a:t>
            </a:r>
          </a:p>
        </p:txBody>
      </p:sp>
    </p:spTree>
    <p:extLst>
      <p:ext uri="{BB962C8B-B14F-4D97-AF65-F5344CB8AC3E}">
        <p14:creationId xmlns:p14="http://schemas.microsoft.com/office/powerpoint/2010/main" val="626305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background-cause-2">
            <a:extLst xmlns:a="http://schemas.openxmlformats.org/drawingml/2006/main">
              <a:ext uri="{FF2B5EF4-FFF2-40B4-BE49-F238E27FC236}">
                <a16:creationId xmlns:a16="http://schemas.microsoft.com/office/drawing/2014/main" id="{AA3457C0-A5F9-4E5E-8DE3-90743641548F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886825" y="50387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30" name="background-cause-1">
            <a:extLst xmlns:a="http://schemas.openxmlformats.org/drawingml/2006/main">
              <a:ext uri="{FF2B5EF4-FFF2-40B4-BE49-F238E27FC236}">
                <a16:creationId xmlns:a16="http://schemas.microsoft.com/office/drawing/2014/main" id="{261B42AA-2D2B-4C28-8767-AA69526BFBA9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886825" y="43053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29" name="background-cause-0">
            <a:extLst xmlns:a="http://schemas.openxmlformats.org/drawingml/2006/main">
              <a:ext uri="{FF2B5EF4-FFF2-40B4-BE49-F238E27FC236}">
                <a16:creationId xmlns:a16="http://schemas.microsoft.com/office/drawing/2014/main" id="{B3AC4EFD-FF7F-48DC-A3F2-75AA3A2FF61A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886825" y="34194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C5DAB2-A139-4A53-8055-1B8469CF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97EBF134-B37E-480A-B3D9-B98070D6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Part 01｜問題背景">
            <a:extLst xmlns:a="http://schemas.openxmlformats.org/drawingml/2006/main">
              <a:ext uri="{FF2B5EF4-FFF2-40B4-BE49-F238E27FC236}">
                <a16:creationId xmlns:a16="http://schemas.microsoft.com/office/drawing/2014/main" id="{1D539C97-A6CB-4566-8D77-3A744472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Part 01｜問題背景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D980BA-52DE-42DC-9453-774A43FC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速度量測誤差如何影響馬達控制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630DF-0CBE-4E23-BA0D-6A145FA0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6DA71D93-0EC8-4A2D-80FF-043FD011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03 / 14">
            <a:extLst xmlns:a="http://schemas.openxmlformats.org/drawingml/2006/main">
              <a:ext uri="{FF2B5EF4-FFF2-40B4-BE49-F238E27FC236}">
                <a16:creationId xmlns:a16="http://schemas.microsoft.com/office/drawing/2014/main" id="{94D03D1C-F7B6-4BEA-B76A-F5CB69F4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03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8F37B-EF00-49C0-9C4E-45A3960A60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93d0b2b8a4bbc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background-opening">
            <a:extLst xmlns:a="http://schemas.openxmlformats.org/drawingml/2006/main">
              <a:ext uri="{FF2B5EF4-FFF2-40B4-BE49-F238E27FC236}">
                <a16:creationId xmlns:a16="http://schemas.microsoft.com/office/drawing/2014/main" id="{AC210E92-FD51-4B7B-8C7C-8413228C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速度控制器使用量測速度作為回授。因此，感測器的量測誤差也會進入控制迴路，造成額外的轉矩擾動。</a:t>
            </a:r>
          </a:p>
        </p:txBody>
      </p:sp>
      <p:sp>
        <p:nvSpPr>
          <p:cNvPr id="10" name="感測器誤差如何影響量測速度？">
            <a:extLst xmlns:a="http://schemas.openxmlformats.org/drawingml/2006/main">
              <a:ext uri="{FF2B5EF4-FFF2-40B4-BE49-F238E27FC236}">
                <a16:creationId xmlns:a16="http://schemas.microsoft.com/office/drawing/2014/main" id="{D8E72809-3DE2-4259-B68B-25391372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感測器誤差如何影響量測速度？</a:t>
            </a:r>
          </a:p>
        </p:txBody>
      </p:sp>
      <p:sp>
        <p:nvSpPr>
          <p:cNvPr id="11" name="從量測漣波到轉矩擾動">
            <a:extLst xmlns:a="http://schemas.openxmlformats.org/drawingml/2006/main">
              <a:ext uri="{FF2B5EF4-FFF2-40B4-BE49-F238E27FC236}">
                <a16:creationId xmlns:a16="http://schemas.microsoft.com/office/drawing/2014/main" id="{D4C4D272-7631-42E2-8AF1-EE3E311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539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從量測漣波到轉矩擾動</a:t>
            </a:r>
          </a:p>
        </p:txBody>
      </p:sp>
      <p:sp>
        <p:nvSpPr>
          <p:cNvPr id="12" name="以馬達等速運轉為例">
            <a:extLst xmlns:a="http://schemas.openxmlformats.org/drawingml/2006/main">
              <a:ext uri="{FF2B5EF4-FFF2-40B4-BE49-F238E27FC236}">
                <a16:creationId xmlns:a16="http://schemas.microsoft.com/office/drawing/2014/main" id="{A96960EF-F8F6-4650-92FD-F335F7DC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以馬達等速運轉為例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959B0-9379-4987-925D-C8AFBF57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80"/>
            </a:solidFill>
            <a:prstDash val="solid"/>
          </a:ln>
        </p:spPr>
      </p:sp>
      <p:sp>
        <p:nvSpPr>
          <p:cNvPr id="14" name="理想量測速度">
            <a:extLst xmlns:a="http://schemas.openxmlformats.org/drawingml/2006/main">
              <a:ext uri="{FF2B5EF4-FFF2-40B4-BE49-F238E27FC236}">
                <a16:creationId xmlns:a16="http://schemas.microsoft.com/office/drawing/2014/main" id="{FA0D291B-3BDC-4E7C-BC30-3C089DE2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理想量測速度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F304C-2426-407C-A2E8-8A08F567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55D35"/>
            </a:solidFill>
            <a:prstDash val="solid"/>
          </a:ln>
        </p:spPr>
      </p:sp>
      <p:sp>
        <p:nvSpPr>
          <p:cNvPr id="16" name="含誤差的量測速度">
            <a:extLst xmlns:a="http://schemas.openxmlformats.org/drawingml/2006/main">
              <a:ext uri="{FF2B5EF4-FFF2-40B4-BE49-F238E27FC236}">
                <a16:creationId xmlns:a16="http://schemas.microsoft.com/office/drawing/2014/main" id="{2D244814-DE2E-4A0E-BF8E-C3092D7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含誤差的量測速度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FF56ECDD-2A23-4D9C-ABC9-932C6F699727}"/>
              </a:ext>
            </a:extLst>
          </p:cNvPr>
          <p:cNvGraphicFramePr/>
          <p:nvPr/>
        </p:nvGraphicFramePr>
        <p:xfrm>
          <a:off xmlns:a="http://schemas.openxmlformats.org/drawingml/2006/main" x="952500" y="3476625"/>
          <a:ext xmlns:a="http://schemas.openxmlformats.org/drawingml/2006/main" cx="45720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be4d083bb24049"/>
          </a:graphicData>
        </a:graphic>
      </p:graphicFrame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72593-BB19-4D1E-84E9-DADCC581E35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3940" y="5476875"/>
            <a:ext cx="43891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5B516-260D-4C12-818E-30DFEA893E1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3940" y="3467100"/>
            <a:ext cx="0" cy="2009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sp>
        <p:nvSpPr>
          <p:cNvPr id="20" name="速度">
            <a:extLst xmlns:a="http://schemas.openxmlformats.org/drawingml/2006/main">
              <a:ext uri="{FF2B5EF4-FFF2-40B4-BE49-F238E27FC236}">
                <a16:creationId xmlns:a16="http://schemas.microsoft.com/office/drawing/2014/main" id="{37255570-5DEE-4948-A97F-8F355893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速度</a:t>
            </a:r>
          </a:p>
        </p:txBody>
      </p:sp>
      <p:sp>
        <p:nvSpPr>
          <p:cNvPr id="21" name="時間">
            <a:extLst xmlns:a="http://schemas.openxmlformats.org/drawingml/2006/main">
              <a:ext uri="{FF2B5EF4-FFF2-40B4-BE49-F238E27FC236}">
                <a16:creationId xmlns:a16="http://schemas.microsoft.com/office/drawing/2014/main" id="{16172A6B-6C2A-4DA7-9E14-7844A0CE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24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時間</a:t>
            </a:r>
          </a:p>
        </p:txBody>
      </p:sp>
      <p:cxnSp>
        <p:nvCxnSpPr>
          <p:cNvPr id="22" name="background-error-double-arrow">
            <a:extLst xmlns:a="http://schemas.openxmlformats.org/drawingml/2006/main">
              <a:ext uri="{FF2B5EF4-FFF2-40B4-BE49-F238E27FC236}">
                <a16:creationId xmlns:a16="http://schemas.microsoft.com/office/drawing/2014/main" id="{65C67114-30DF-4723-AA97-D83187F6D489}"/>
              </a:ext>
            </a:extLst>
          </p:cNvPr>
          <p:cNvCxnSpPr/>
          <p:nvPr/>
        </p:nvCxnSpPr>
        <p:spPr>
          <a:xfrm xmlns:a="http://schemas.openxmlformats.org/drawingml/2006/main">
            <a:off x="1502024" y="3729594"/>
            <a:ext cx="0" cy="74715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5D35"/>
            </a:solidFill>
            <a:headEnd type="triangle" w="med" len="med"/>
            <a:tailEnd type="triangle" w="med" len="med"/>
          </a:ln>
        </p:spPr>
      </p:cxnSp>
      <p:sp>
        <p:nvSpPr>
          <p:cNvPr id="23" name="background-error-label">
            <a:extLst xmlns:a="http://schemas.openxmlformats.org/drawingml/2006/main">
              <a:ext uri="{FF2B5EF4-FFF2-40B4-BE49-F238E27FC236}">
                <a16:creationId xmlns:a16="http://schemas.microsoft.com/office/drawing/2014/main" id="{8F3D4CCE-0E92-460A-8DD0-C999CC92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974" y="3988872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量測誤差</a:t>
            </a:r>
          </a:p>
        </p:txBody>
      </p:sp>
      <p:sp>
        <p:nvSpPr>
          <p:cNvPr id="24" name="background-measurement-cause">
            <a:extLst xmlns:a="http://schemas.openxmlformats.org/drawingml/2006/main">
              <a:ext uri="{FF2B5EF4-FFF2-40B4-BE49-F238E27FC236}">
                <a16:creationId xmlns:a16="http://schemas.microsoft.com/office/drawing/2014/main" id="{F9E3E3BF-A4F5-43FD-9B65-768E96C3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感測器誤差使量測值週期性地偏高、偏低。</a:t>
            </a:r>
          </a:p>
        </p:txBody>
      </p:sp>
      <p:sp>
        <p:nvSpPr>
          <p:cNvPr id="25" name="量測速度出現週期性起伏">
            <a:extLst xmlns:a="http://schemas.openxmlformats.org/drawingml/2006/main">
              <a:ext uri="{FF2B5EF4-FFF2-40B4-BE49-F238E27FC236}">
                <a16:creationId xmlns:a16="http://schemas.microsoft.com/office/drawing/2014/main" id="{DB3A4A7E-0F6C-45B6-8BDF-73D40D2E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5391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量測速度出現週期性起伏</a:t>
            </a:r>
          </a:p>
        </p:txBody>
      </p:sp>
      <p:sp>
        <p:nvSpPr>
          <p:cNvPr id="26" name="速度誤差隨之變動&#10;（命令速度 − 量測速度）">
            <a:extLst xmlns:a="http://schemas.openxmlformats.org/drawingml/2006/main">
              <a:ext uri="{FF2B5EF4-FFF2-40B4-BE49-F238E27FC236}">
                <a16:creationId xmlns:a16="http://schemas.microsoft.com/office/drawing/2014/main" id="{2F28A1A1-D713-4F9E-887D-B5F1951C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539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速度誤差隨之變動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（命令速度 − 量測速度）</a:t>
            </a:r>
          </a:p>
        </p:txBody>
      </p:sp>
      <p:sp>
        <p:nvSpPr>
          <p:cNvPr id="27" name="速度控制器調整轉矩命令">
            <a:extLst xmlns:a="http://schemas.openxmlformats.org/drawingml/2006/main">
              <a:ext uri="{FF2B5EF4-FFF2-40B4-BE49-F238E27FC236}">
                <a16:creationId xmlns:a16="http://schemas.microsoft.com/office/drawing/2014/main" id="{5A065599-1A6C-497B-ADFF-C2C879EC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5391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速度控制器調整轉矩命令</a:t>
            </a:r>
          </a:p>
        </p:txBody>
      </p:sp>
      <p:sp>
        <p:nvSpPr>
          <p:cNvPr id="28" name="產生由量測誤差引起的轉矩擾動">
            <a:extLst xmlns:a="http://schemas.openxmlformats.org/drawingml/2006/main">
              <a:ext uri="{FF2B5EF4-FFF2-40B4-BE49-F238E27FC236}">
                <a16:creationId xmlns:a16="http://schemas.microsoft.com/office/drawing/2014/main" id="{9A44BFA0-3AA2-4F48-A36B-81CF0FD9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5391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57150" tIns="57150" rIns="57150" bIns="5715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產生由量測誤差引起的轉矩擾動</a:t>
            </a:r>
          </a:p>
        </p:txBody>
      </p:sp>
      <p:sp>
        <p:nvSpPr>
          <p:cNvPr id="32" name="background-conclusion">
            <a:extLst xmlns:a="http://schemas.openxmlformats.org/drawingml/2006/main">
              <a:ext uri="{FF2B5EF4-FFF2-40B4-BE49-F238E27FC236}">
                <a16:creationId xmlns:a16="http://schemas.microsoft.com/office/drawing/2014/main" id="{C288FB58-43CF-4278-8A00-5B6CEBA4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可靠的速度回授，是維持馬達運動平穩的重要條件。</a:t>
            </a:r>
          </a:p>
        </p:txBody>
      </p:sp>
    </p:spTree>
    <p:extLst>
      <p:ext uri="{BB962C8B-B14F-4D97-AF65-F5344CB8AC3E}">
        <p14:creationId xmlns:p14="http://schemas.microsoft.com/office/powerpoint/2010/main" val="535669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filter-path-3">
            <a:extLst xmlns:a="http://schemas.openxmlformats.org/drawingml/2006/main">
              <a:ext uri="{FF2B5EF4-FFF2-40B4-BE49-F238E27FC236}">
                <a16:creationId xmlns:a16="http://schemas.microsoft.com/office/drawing/2014/main" id="{F3BCE313-67EE-49E2-AD19-2445C8770ECF}"/>
              </a:ext>
            </a:extLst>
          </p:cNvPr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144000" y="49053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38" name="filter-path-2">
            <a:extLst xmlns:a="http://schemas.openxmlformats.org/drawingml/2006/main">
              <a:ext uri="{FF2B5EF4-FFF2-40B4-BE49-F238E27FC236}">
                <a16:creationId xmlns:a16="http://schemas.microsoft.com/office/drawing/2014/main" id="{6AFB8A1C-82F0-4E23-9046-36236E0AB9AA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9144000" y="44196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37" name="filter-path-1">
            <a:extLst xmlns:a="http://schemas.openxmlformats.org/drawingml/2006/main">
              <a:ext uri="{FF2B5EF4-FFF2-40B4-BE49-F238E27FC236}">
                <a16:creationId xmlns:a16="http://schemas.microsoft.com/office/drawing/2014/main" id="{D9356F7C-7CC0-45C9-AAB3-FAD06B6A626B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9144000" y="39338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36" name="filter-path-0">
            <a:extLst xmlns:a="http://schemas.openxmlformats.org/drawingml/2006/main">
              <a:ext uri="{FF2B5EF4-FFF2-40B4-BE49-F238E27FC236}">
                <a16:creationId xmlns:a16="http://schemas.microsoft.com/office/drawing/2014/main" id="{41036A17-A206-4477-BF13-DF13AA94C58F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144000" y="32099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20C8CF-94D4-4FD2-B93F-B038E197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5300A5DF-7FA2-4794-ABE7-4C55FC1B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Part 01｜補償切入點">
            <a:extLst xmlns:a="http://schemas.openxmlformats.org/drawingml/2006/main">
              <a:ext uri="{FF2B5EF4-FFF2-40B4-BE49-F238E27FC236}">
                <a16:creationId xmlns:a16="http://schemas.microsoft.com/office/drawing/2014/main" id="{9CDEA964-E18C-4708-A56A-02619B46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Part 01｜補償切入點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69BC78-AB03-4238-A0F3-6BD66262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速度濾波的取捨與 GPOC 的切入點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22929-E879-462D-9159-27AD85F3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5C6A9630-0CF6-4F34-88FC-07FB0D03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04 / 14">
            <a:extLst xmlns:a="http://schemas.openxmlformats.org/drawingml/2006/main">
              <a:ext uri="{FF2B5EF4-FFF2-40B4-BE49-F238E27FC236}">
                <a16:creationId xmlns:a16="http://schemas.microsoft.com/office/drawing/2014/main" id="{29E27BF8-77C4-40CC-B669-C8505E1D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04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5A00B-F989-482C-8158-CEF85EDEE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dcbb631b545f8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filter-opening">
            <a:extLst xmlns:a="http://schemas.openxmlformats.org/drawingml/2006/main">
              <a:ext uri="{FF2B5EF4-FFF2-40B4-BE49-F238E27FC236}">
                <a16:creationId xmlns:a16="http://schemas.microsoft.com/office/drawing/2014/main" id="{1821C9BC-D104-4351-B68A-6EE84310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速度低通濾波可以減少量測漣波，但也會延後反映真實的速度變化。GPOC 從感測器訊號著手，先修正造成</a:t>
            </a:r>
          </a:p>
          <a:p xmlns:a="http://schemas.openxmlformats.org/drawingml/2006/main">
            <a:pPr>
              <a:buNone/>
              <a:def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漣波的誤差，減輕後續濾波的負擔。</a:t>
            </a:r>
          </a:p>
        </p:txBody>
      </p:sp>
      <p:sp>
        <p:nvSpPr>
          <p:cNvPr id="10" name="速度更平滑，但反應也更慢">
            <a:extLst xmlns:a="http://schemas.openxmlformats.org/drawingml/2006/main">
              <a:ext uri="{FF2B5EF4-FFF2-40B4-BE49-F238E27FC236}">
                <a16:creationId xmlns:a16="http://schemas.microsoft.com/office/drawing/2014/main" id="{E9BC35F6-D56F-4C44-AAC4-714E7155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速度更平滑，但反應也更慢</a:t>
            </a:r>
          </a:p>
        </p:txBody>
      </p:sp>
      <p:sp>
        <p:nvSpPr>
          <p:cNvPr id="11" name="先修正訊號，再計算速度">
            <a:extLst xmlns:a="http://schemas.openxmlformats.org/drawingml/2006/main">
              <a:ext uri="{FF2B5EF4-FFF2-40B4-BE49-F238E27FC236}">
                <a16:creationId xmlns:a16="http://schemas.microsoft.com/office/drawing/2014/main" id="{7384496A-B3EE-4F1D-8462-0298BFC4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2887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先修正訊號，再計算速度</a:t>
            </a:r>
          </a:p>
        </p:txBody>
      </p:sp>
      <p:sp>
        <p:nvSpPr>
          <p:cNvPr id="12" name="馬達速度上升後，觀察濾波前後的量測結果">
            <a:extLst xmlns:a="http://schemas.openxmlformats.org/drawingml/2006/main">
              <a:ext uri="{FF2B5EF4-FFF2-40B4-BE49-F238E27FC236}">
                <a16:creationId xmlns:a16="http://schemas.microsoft.com/office/drawing/2014/main" id="{E9C2FF02-91B4-46B6-8908-29867332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馬達速度上升後，觀察濾波前後的量測結果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3B01FBCE-046C-46EE-9942-E2824C260D5B}"/>
              </a:ext>
            </a:extLst>
          </p:cNvPr>
          <p:cNvGraphicFramePr/>
          <p:nvPr/>
        </p:nvGraphicFramePr>
        <p:xfrm>
          <a:off xmlns:a="http://schemas.openxmlformats.org/drawingml/2006/main" x="914400" y="3371850"/>
          <a:ext xmlns:a="http://schemas.openxmlformats.org/drawingml/2006/main" cx="5238750" cy="1876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20739a520547ff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F7AC-5C81-4EFA-9E38-8ED1CB87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949FAA"/>
            </a:solidFill>
            <a:prstDash val="dash"/>
          </a:ln>
        </p:spPr>
      </p:sp>
      <p:sp>
        <p:nvSpPr>
          <p:cNvPr id="15" name="理想量測速度">
            <a:extLst xmlns:a="http://schemas.openxmlformats.org/drawingml/2006/main">
              <a:ext uri="{FF2B5EF4-FFF2-40B4-BE49-F238E27FC236}">
                <a16:creationId xmlns:a16="http://schemas.microsoft.com/office/drawing/2014/main" id="{9396EDD0-BF51-4650-94FC-5602CCE7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rPr>
              <a:t>理想量測速度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1AAD8-166F-48DA-818C-911D4A0D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099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55D35"/>
            </a:solidFill>
            <a:prstDash val="solid"/>
          </a:ln>
        </p:spPr>
      </p:sp>
      <p:sp>
        <p:nvSpPr>
          <p:cNvPr id="17" name="濾波前">
            <a:extLst xmlns:a="http://schemas.openxmlformats.org/drawingml/2006/main">
              <a:ext uri="{FF2B5EF4-FFF2-40B4-BE49-F238E27FC236}">
                <a16:creationId xmlns:a16="http://schemas.microsoft.com/office/drawing/2014/main" id="{F09D544A-8307-4544-ABDC-202BD00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濾波前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D2CE4-C58D-4EBD-8973-79EC2D2F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99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315B80"/>
            </a:solidFill>
            <a:prstDash val="solid"/>
          </a:ln>
        </p:spPr>
      </p:sp>
      <p:sp>
        <p:nvSpPr>
          <p:cNvPr id="19" name="濾波後">
            <a:extLst xmlns:a="http://schemas.openxmlformats.org/drawingml/2006/main">
              <a:ext uri="{FF2B5EF4-FFF2-40B4-BE49-F238E27FC236}">
                <a16:creationId xmlns:a16="http://schemas.microsoft.com/office/drawing/2014/main" id="{FEB5DE77-8CB3-41A6-8F4E-EEA674BC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濾波後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60EB1-5B40-4246-92AD-4B6D3BC182F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9175" y="5210746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77919-DFFF-401B-AFB5-56BB8BA6642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19175" y="3353371"/>
            <a:ext cx="0" cy="1857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173"/>
            </a:solidFill>
            <a:tailEnd type="triangle" w="med" len="med"/>
          </a:ln>
        </p:spPr>
      </p:cxnSp>
      <p:sp>
        <p:nvSpPr>
          <p:cNvPr id="22" name="速度">
            <a:extLst xmlns:a="http://schemas.openxmlformats.org/drawingml/2006/main">
              <a:ext uri="{FF2B5EF4-FFF2-40B4-BE49-F238E27FC236}">
                <a16:creationId xmlns:a16="http://schemas.microsoft.com/office/drawing/2014/main" id="{9A6EB082-4E16-4A00-8EC0-63B09293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速度</a:t>
            </a:r>
          </a:p>
        </p:txBody>
      </p:sp>
      <p:sp>
        <p:nvSpPr>
          <p:cNvPr id="23" name="時間">
            <a:extLst xmlns:a="http://schemas.openxmlformats.org/drawingml/2006/main">
              <a:ext uri="{FF2B5EF4-FFF2-40B4-BE49-F238E27FC236}">
                <a16:creationId xmlns:a16="http://schemas.microsoft.com/office/drawing/2014/main" id="{5F816104-C538-41FF-A0CC-288D6320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38750"/>
            <a:ext cx="428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時間</a:t>
            </a:r>
          </a:p>
        </p:txBody>
      </p:sp>
      <p:sp>
        <p:nvSpPr>
          <p:cNvPr id="24" name="漣波減少">
            <a:extLst xmlns:a="http://schemas.openxmlformats.org/drawingml/2006/main">
              <a:ext uri="{FF2B5EF4-FFF2-40B4-BE49-F238E27FC236}">
                <a16:creationId xmlns:a16="http://schemas.microsoft.com/office/drawing/2014/main" id="{8EAB772F-83ED-4DAD-A28A-19BE3EBF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337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漣波減少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0E0A9-3055-45B4-B73A-8E3996BE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351" y="4235005"/>
            <a:ext cx="0" cy="679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49FAA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BA0D1-265E-48B5-8AC4-D2610BF8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559" y="4235005"/>
            <a:ext cx="0" cy="6798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49FAA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C625D-102C-4D56-B7FC-0A999B5E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726" y="4235005"/>
            <a:ext cx="3504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dash"/>
          </a:ln>
        </p:spPr>
      </p:sp>
      <p:cxnSp>
        <p:nvCxnSpPr>
          <p:cNvPr id="28" name="filter-delay-double-arrow">
            <a:extLst xmlns:a="http://schemas.openxmlformats.org/drawingml/2006/main">
              <a:ext uri="{FF2B5EF4-FFF2-40B4-BE49-F238E27FC236}">
                <a16:creationId xmlns:a16="http://schemas.microsoft.com/office/drawing/2014/main" id="{2FA9C453-2867-4C1F-9E35-434A1F8BB3F5}"/>
              </a:ext>
            </a:extLst>
          </p:cNvPr>
          <p:cNvCxnSpPr/>
          <p:nvPr/>
        </p:nvCxnSpPr>
        <p:spPr>
          <a:xfrm xmlns:a="http://schemas.openxmlformats.org/drawingml/2006/main">
            <a:off x="2427351" y="4914900"/>
            <a:ext cx="255208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B80"/>
            </a:solidFill>
            <a:headEnd type="triangle" w="sm" len="sm"/>
            <a:tailEnd type="triangle" w="sm" len="sm"/>
          </a:ln>
        </p:spPr>
      </p:cxnSp>
      <p:sp>
        <p:nvSpPr>
          <p:cNvPr id="29" name="反應延後">
            <a:extLst xmlns:a="http://schemas.openxmlformats.org/drawingml/2006/main">
              <a:ext uri="{FF2B5EF4-FFF2-40B4-BE49-F238E27FC236}">
                <a16:creationId xmlns:a16="http://schemas.microsoft.com/office/drawing/2014/main" id="{3ED37D07-DB23-48C3-B384-70FDAEB6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076" y="4962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反應延後</a:t>
            </a:r>
          </a:p>
        </p:txBody>
      </p:sp>
      <p:sp>
        <p:nvSpPr>
          <p:cNvPr id="30" name="filter-tradeoff">
            <a:extLst xmlns:a="http://schemas.openxmlformats.org/drawingml/2006/main">
              <a:ext uri="{FF2B5EF4-FFF2-40B4-BE49-F238E27FC236}">
                <a16:creationId xmlns:a16="http://schemas.microsoft.com/office/drawing/2014/main" id="{7E3B68B1-898F-4462-BF68-663DA314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降低低通濾波器的截止頻率，能加強漣波抑制，</a:t>
            </a:r>
          </a:p>
          <a:p xmlns:a="http://schemas.openxmlformats.org/drawingml/2006/main">
            <a: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也會增加回授的相位落後，</a:t>
            </a:r>
          </a:p>
          <a:p xmlns:a="http://schemas.openxmlformats.org/drawingml/2006/main">
            <a: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限制速度迴路可達成的響應速度。</a:t>
            </a:r>
          </a:p>
        </p:txBody>
      </p:sp>
      <p:sp>
        <p:nvSpPr>
          <p:cNvPr id="31" name="原始 Sin/Cos 訊號">
            <a:extLst xmlns:a="http://schemas.openxmlformats.org/drawingml/2006/main">
              <a:ext uri="{FF2B5EF4-FFF2-40B4-BE49-F238E27FC236}">
                <a16:creationId xmlns:a16="http://schemas.microsoft.com/office/drawing/2014/main" id="{C59E9480-6748-49B2-BF9E-E2B0F32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67025"/>
            <a:ext cx="487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原始 Sin/Cos 訊號</a:t>
            </a:r>
          </a:p>
        </p:txBody>
      </p:sp>
      <p:sp>
        <p:nvSpPr>
          <p:cNvPr id="32" name="GPOC 訊號補償&#10;修正偏移、振幅與相位誤差">
            <a:extLst xmlns:a="http://schemas.openxmlformats.org/drawingml/2006/main">
              <a:ext uri="{FF2B5EF4-FFF2-40B4-BE49-F238E27FC236}">
                <a16:creationId xmlns:a16="http://schemas.microsoft.com/office/drawing/2014/main" id="{AD80B567-1C1D-419A-A4AE-B5DD57D8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48768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訊號補償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修正偏移、振幅與相位誤差</a:t>
            </a:r>
          </a:p>
        </p:txBody>
      </p:sp>
      <p:sp>
        <p:nvSpPr>
          <p:cNvPr id="33" name="角度計算與速度估測">
            <a:extLst xmlns:a="http://schemas.openxmlformats.org/drawingml/2006/main">
              <a:ext uri="{FF2B5EF4-FFF2-40B4-BE49-F238E27FC236}">
                <a16:creationId xmlns:a16="http://schemas.microsoft.com/office/drawing/2014/main" id="{F4622199-D311-41CA-8AA7-1D996708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487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角度計算與速度估測</a:t>
            </a:r>
          </a:p>
        </p:txBody>
      </p:sp>
      <p:sp>
        <p:nvSpPr>
          <p:cNvPr id="34" name="速度濾波">
            <a:extLst xmlns:a="http://schemas.openxmlformats.org/drawingml/2006/main">
              <a:ext uri="{FF2B5EF4-FFF2-40B4-BE49-F238E27FC236}">
                <a16:creationId xmlns:a16="http://schemas.microsoft.com/office/drawing/2014/main" id="{998B9FA4-C303-4D8B-BBAF-D8F39006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487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速度濾波</a:t>
            </a:r>
          </a:p>
        </p:txBody>
      </p:sp>
      <p:sp>
        <p:nvSpPr>
          <p:cNvPr id="35" name="速度控制器">
            <a:extLst xmlns:a="http://schemas.openxmlformats.org/drawingml/2006/main">
              <a:ext uri="{FF2B5EF4-FFF2-40B4-BE49-F238E27FC236}">
                <a16:creationId xmlns:a16="http://schemas.microsoft.com/office/drawing/2014/main" id="{026CEA7D-B14E-49AF-8CC6-BE6763A1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48250"/>
            <a:ext cx="487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速度控制器</a:t>
            </a:r>
          </a:p>
        </p:txBody>
      </p:sp>
      <p:sp>
        <p:nvSpPr>
          <p:cNvPr id="40" name="filter-gpoc-explanation">
            <a:extLst xmlns:a="http://schemas.openxmlformats.org/drawingml/2006/main">
              <a:ext uri="{FF2B5EF4-FFF2-40B4-BE49-F238E27FC236}">
                <a16:creationId xmlns:a16="http://schemas.microsoft.com/office/drawing/2014/main" id="{969831CE-93A9-4315-B14A-3038088F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95925"/>
            <a:ext cx="487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在角度計算前修正 Sin/Cos 訊號，減少由訊號誤差形</a:t>
            </a:r>
          </a:p>
          <a:p xmlns:a="http://schemas.openxmlformats.org/drawingml/2006/main">
            <a:pPr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成的速度漣波；剩餘雜訊仍由後續濾波處理。</a:t>
            </a:r>
          </a:p>
        </p:txBody>
      </p:sp>
      <p:sp>
        <p:nvSpPr>
          <p:cNvPr id="41" name="filter-takeaway">
            <a:extLst xmlns:a="http://schemas.openxmlformats.org/drawingml/2006/main">
              <a:ext uri="{FF2B5EF4-FFF2-40B4-BE49-F238E27FC236}">
                <a16:creationId xmlns:a16="http://schemas.microsoft.com/office/drawing/2014/main" id="{E4BDA43B-7478-4B44-B201-E4537ED4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先減少量測誤差，再配置速度濾波，有助於兼顧回授品質與動態響應。</a:t>
            </a:r>
          </a:p>
        </p:txBody>
      </p:sp>
    </p:spTree>
    <p:extLst>
      <p:ext uri="{BB962C8B-B14F-4D97-AF65-F5344CB8AC3E}">
        <p14:creationId xmlns:p14="http://schemas.microsoft.com/office/powerpoint/2010/main" val="1692530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038676-32AC-483A-BA29-0614AC3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157A5C42-A374-4907-A634-CA04AEEC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Part 02｜核心演算法">
            <a:extLst xmlns:a="http://schemas.openxmlformats.org/drawingml/2006/main">
              <a:ext uri="{FF2B5EF4-FFF2-40B4-BE49-F238E27FC236}">
                <a16:creationId xmlns:a16="http://schemas.microsoft.com/office/drawing/2014/main" id="{B74CD426-5A10-4CA8-A456-2A923C13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Part 02｜核心演算法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E30F81-4DB6-4587-8177-3CC11D5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Sin/Cos 訊號的三種主要誤差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C810F-BB9D-4E02-BF94-8A501E28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87857766-3EF5-4DD0-B937-BB8E1C1A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05 / 14">
            <a:extLst xmlns:a="http://schemas.openxmlformats.org/drawingml/2006/main">
              <a:ext uri="{FF2B5EF4-FFF2-40B4-BE49-F238E27FC236}">
                <a16:creationId xmlns:a16="http://schemas.microsoft.com/office/drawing/2014/main" id="{BB725F37-ABD7-44A5-9BAE-C0C540CD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05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F6F2B-F5D2-4834-A9BE-484A2383E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9596a8a0249b5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理想的 Sin/Cos 訊號以零為中心、兩路振幅相同，相位相差 90°。當這些條">
            <a:extLst xmlns:a="http://schemas.openxmlformats.org/drawingml/2006/main">
              <a:ext uri="{FF2B5EF4-FFF2-40B4-BE49-F238E27FC236}">
                <a16:creationId xmlns:a16="http://schemas.microsoft.com/office/drawing/2014/main" id="{8A124DB6-7DF9-422F-8BBF-8D265AA1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理想的 Sin/Cos 訊號以零為中心、兩路振幅相同，相位相差 90°。當這些條件偏離時，直接依理想關係計算角度，</a:t>
            </a:r>
          </a:p>
          <a:p xmlns:a="http://schemas.openxmlformats.org/drawingml/2006/main">
            <a:pPr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就會產生位置誤差。</a:t>
            </a:r>
          </a:p>
        </p:txBody>
      </p:sp>
      <p:sp>
        <p:nvSpPr>
          <p:cNvPr id="10" name="固定餘弦通道作為參考，每張圖只改變正弦通道的一種誤差。">
            <a:extLst xmlns:a="http://schemas.openxmlformats.org/drawingml/2006/main">
              <a:ext uri="{FF2B5EF4-FFF2-40B4-BE49-F238E27FC236}">
                <a16:creationId xmlns:a16="http://schemas.microsoft.com/office/drawing/2014/main" id="{187CFDFD-DA70-4F3A-9D26-F6C22086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固定餘弦通道作為參考，每張圖只改變正弦通道的一種誤差。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CE16A-40EF-4331-8BBD-E610F96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80"/>
            </a:solidFill>
            <a:prstDash val="solid"/>
          </a:ln>
        </p:spPr>
      </p:sp>
      <p:sp>
        <p:nvSpPr>
          <p:cNvPr id="12" name="餘弦參考">
            <a:extLst xmlns:a="http://schemas.openxmlformats.org/drawingml/2006/main">
              <a:ext uri="{FF2B5EF4-FFF2-40B4-BE49-F238E27FC236}">
                <a16:creationId xmlns:a16="http://schemas.microsoft.com/office/drawing/2014/main" id="{8CAC8796-2E01-4ECF-A358-2ECB01B1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餘弦參考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85C0E-D3E5-4943-8957-8E537735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479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9FAA"/>
            </a:solidFill>
            <a:prstDash val="dash"/>
          </a:ln>
        </p:spPr>
      </p:sp>
      <p:sp>
        <p:nvSpPr>
          <p:cNvPr id="14" name="理想正弦">
            <a:extLst xmlns:a="http://schemas.openxmlformats.org/drawingml/2006/main">
              <a:ext uri="{FF2B5EF4-FFF2-40B4-BE49-F238E27FC236}">
                <a16:creationId xmlns:a16="http://schemas.microsoft.com/office/drawing/2014/main" id="{07FEE8F9-5B3E-463E-90DF-0C5CBA52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24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949FAA"/>
                </a:solidFill>
                <a:latin typeface="Microsoft JhengHei"/>
                <a:ea typeface="Microsoft JhengHei"/>
                <a:cs typeface="Microsoft JhengHei"/>
              </a:rPr>
              <a:t>理想正弦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9D688-CC22-4646-A473-89D4BD22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55D35"/>
            </a:solidFill>
            <a:prstDash val="solid"/>
          </a:ln>
        </p:spPr>
      </p:sp>
      <p:sp>
        <p:nvSpPr>
          <p:cNvPr id="16" name="含誤差正弦">
            <a:extLst xmlns:a="http://schemas.openxmlformats.org/drawingml/2006/main">
              <a:ext uri="{FF2B5EF4-FFF2-40B4-BE49-F238E27FC236}">
                <a16:creationId xmlns:a16="http://schemas.microsoft.com/office/drawing/2014/main" id="{77ED4505-0953-4C41-A696-90F0A0FF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含誤差正弦</a:t>
            </a:r>
          </a:p>
        </p:txBody>
      </p:sp>
      <p:sp>
        <p:nvSpPr>
          <p:cNvPr id="17" name="偏移">
            <a:extLst xmlns:a="http://schemas.openxmlformats.org/drawingml/2006/main">
              <a:ext uri="{FF2B5EF4-FFF2-40B4-BE49-F238E27FC236}">
                <a16:creationId xmlns:a16="http://schemas.microsoft.com/office/drawing/2014/main" id="{529FC519-EF06-4E27-B4F6-FAB77735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偏移</a:t>
            </a:r>
          </a:p>
        </p:txBody>
      </p:sp>
      <p:sp>
        <p:nvSpPr>
          <p:cNvPr id="18" name="波形中心偏離零點">
            <a:extLst xmlns:a="http://schemas.openxmlformats.org/drawingml/2006/main">
              <a:ext uri="{FF2B5EF4-FFF2-40B4-BE49-F238E27FC236}">
                <a16:creationId xmlns:a16="http://schemas.microsoft.com/office/drawing/2014/main" id="{B39CCD53-D0D0-4318-B817-3C66B8E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波形中心偏離零點</a:t>
            </a:r>
          </a:p>
        </p:txBody>
      </p:sp>
      <p:graphicFrame>
        <p:nvGraphicFramePr>
          <p:cNvPr id="19" name="Chart">
            <a:extLst xmlns:a="http://schemas.openxmlformats.org/drawingml/2006/main">
              <a:ext uri="{FF2B5EF4-FFF2-40B4-BE49-F238E27FC236}">
                <a16:creationId xmlns:a16="http://schemas.microsoft.com/office/drawing/2014/main" id="{D741A5D9-846E-4856-A645-9AFFCBAF4A56}"/>
              </a:ext>
            </a:extLst>
          </p:cNvPr>
          <p:cNvGraphicFramePr/>
          <p:nvPr/>
        </p:nvGraphicFramePr>
        <p:xfrm>
          <a:off xmlns:a="http://schemas.openxmlformats.org/drawingml/2006/main" x="609600" y="3695700"/>
          <a:ext xmlns:a="http://schemas.openxmlformats.org/drawingml/2006/main" cx="3429000" cy="1504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2e96cdb19a4f51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D87DC-2CAC-4B16-AE46-F74313A2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448175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21" name="0">
            <a:extLst xmlns:a="http://schemas.openxmlformats.org/drawingml/2006/main">
              <a:ext uri="{FF2B5EF4-FFF2-40B4-BE49-F238E27FC236}">
                <a16:creationId xmlns:a16="http://schemas.microsoft.com/office/drawing/2014/main" id="{7E3CF76B-B024-4EE3-AB9F-EB97F1CD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362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22" name="0°">
            <a:extLst xmlns:a="http://schemas.openxmlformats.org/drawingml/2006/main">
              <a:ext uri="{FF2B5EF4-FFF2-40B4-BE49-F238E27FC236}">
                <a16:creationId xmlns:a16="http://schemas.microsoft.com/office/drawing/2014/main" id="{84E27E89-CA56-4381-8329-22E57FC6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0°</a:t>
            </a:r>
          </a:p>
        </p:txBody>
      </p:sp>
      <p:sp>
        <p:nvSpPr>
          <p:cNvPr id="23" name="90°">
            <a:extLst xmlns:a="http://schemas.openxmlformats.org/drawingml/2006/main">
              <a:ext uri="{FF2B5EF4-FFF2-40B4-BE49-F238E27FC236}">
                <a16:creationId xmlns:a16="http://schemas.microsoft.com/office/drawing/2014/main" id="{CB02A60B-C936-4CBE-AE53-2DF16C25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90°</a:t>
            </a:r>
          </a:p>
        </p:txBody>
      </p:sp>
      <p:sp>
        <p:nvSpPr>
          <p:cNvPr id="24" name="180°">
            <a:extLst xmlns:a="http://schemas.openxmlformats.org/drawingml/2006/main">
              <a:ext uri="{FF2B5EF4-FFF2-40B4-BE49-F238E27FC236}">
                <a16:creationId xmlns:a16="http://schemas.microsoft.com/office/drawing/2014/main" id="{06FFFC4B-22BF-414F-80FD-AF809925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180°</a:t>
            </a:r>
          </a:p>
        </p:txBody>
      </p:sp>
      <p:sp>
        <p:nvSpPr>
          <p:cNvPr id="25" name="270°">
            <a:extLst xmlns:a="http://schemas.openxmlformats.org/drawingml/2006/main">
              <a:ext uri="{FF2B5EF4-FFF2-40B4-BE49-F238E27FC236}">
                <a16:creationId xmlns:a16="http://schemas.microsoft.com/office/drawing/2014/main" id="{7DAFC3F5-64CC-4BC5-8741-58EFF7D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270°</a:t>
            </a:r>
          </a:p>
        </p:txBody>
      </p:sp>
      <p:sp>
        <p:nvSpPr>
          <p:cNvPr id="26" name="360°">
            <a:extLst xmlns:a="http://schemas.openxmlformats.org/drawingml/2006/main">
              <a:ext uri="{FF2B5EF4-FFF2-40B4-BE49-F238E27FC236}">
                <a16:creationId xmlns:a16="http://schemas.microsoft.com/office/drawing/2014/main" id="{9FE95F3E-1CEC-4A3B-B284-296617FB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360°</a:t>
            </a:r>
          </a:p>
        </p:txBody>
      </p:sp>
      <p:sp>
        <p:nvSpPr>
          <p:cNvPr id="27" name="感測器角度">
            <a:extLst xmlns:a="http://schemas.openxmlformats.org/drawingml/2006/main">
              <a:ext uri="{FF2B5EF4-FFF2-40B4-BE49-F238E27FC236}">
                <a16:creationId xmlns:a16="http://schemas.microsoft.com/office/drawing/2014/main" id="{8136A1F1-3675-4EEE-98CD-4BE49220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292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感測器角度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D29AE-A1D6-4802-8CEF-67763B30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255541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5D35"/>
            </a:solidFill>
            <a:prstDash val="dash"/>
          </a:ln>
        </p:spPr>
      </p:sp>
      <p:cxnSp>
        <p:nvCxnSpPr>
          <p:cNvPr id="29" name="offset-double-arrow">
            <a:extLst xmlns:a="http://schemas.openxmlformats.org/drawingml/2006/main">
              <a:ext uri="{FF2B5EF4-FFF2-40B4-BE49-F238E27FC236}">
                <a16:creationId xmlns:a16="http://schemas.microsoft.com/office/drawing/2014/main" id="{97D170F9-DB94-4BAA-A04C-32FFB08726E9}"/>
              </a:ext>
            </a:extLst>
          </p:cNvPr>
          <p:cNvCxnSpPr/>
          <p:nvPr/>
        </p:nvCxnSpPr>
        <p:spPr>
          <a:xfrm xmlns:a="http://schemas.openxmlformats.org/drawingml/2006/main">
            <a:off x="2461260" y="4255541"/>
            <a:ext cx="0" cy="192634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55D35"/>
            </a:solidFill>
            <a:headEnd type="triangle" w="sm" len="sm"/>
            <a:tailEnd type="triangle" w="sm" len="sm"/>
          </a:ln>
        </p:spPr>
      </p:cxnSp>
      <p:sp>
        <p:nvSpPr>
          <p:cNvPr id="30" name="偏移量">
            <a:extLst xmlns:a="http://schemas.openxmlformats.org/drawingml/2006/main">
              <a:ext uri="{FF2B5EF4-FFF2-40B4-BE49-F238E27FC236}">
                <a16:creationId xmlns:a16="http://schemas.microsoft.com/office/drawing/2014/main" id="{4DF40137-A0FF-4C9F-AE37-5341BB98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46016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偏移量</a:t>
            </a:r>
          </a:p>
        </p:txBody>
      </p:sp>
      <p:sp>
        <p:nvSpPr>
          <p:cNvPr id="31" name="wave-description-0">
            <a:extLst xmlns:a="http://schemas.openxmlformats.org/drawingml/2006/main">
              <a:ext uri="{FF2B5EF4-FFF2-40B4-BE49-F238E27FC236}">
                <a16:creationId xmlns:a16="http://schemas.microsoft.com/office/drawing/2014/main" id="{1073BFD5-FBAE-4524-93C6-BF46E5BB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訊號整體向上或向下移動，</a:t>
            </a:r>
          </a:p>
          <a:p xmlns:a="http://schemas.openxmlformats.org/drawingml/2006/main">
            <a: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改變了用來計算角度的訊號值。</a:t>
            </a:r>
          </a:p>
        </p:txBody>
      </p:sp>
      <p:sp>
        <p:nvSpPr>
          <p:cNvPr id="32" name="振幅不匹配">
            <a:extLst xmlns:a="http://schemas.openxmlformats.org/drawingml/2006/main">
              <a:ext uri="{FF2B5EF4-FFF2-40B4-BE49-F238E27FC236}">
                <a16:creationId xmlns:a16="http://schemas.microsoft.com/office/drawing/2014/main" id="{E1E803F6-8979-415F-9FEF-0754D7BA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振幅不匹配</a:t>
            </a:r>
          </a:p>
        </p:txBody>
      </p:sp>
      <p:sp>
        <p:nvSpPr>
          <p:cNvPr id="33" name="兩路訊號的振幅不同">
            <a:extLst xmlns:a="http://schemas.openxmlformats.org/drawingml/2006/main">
              <a:ext uri="{FF2B5EF4-FFF2-40B4-BE49-F238E27FC236}">
                <a16:creationId xmlns:a16="http://schemas.microsoft.com/office/drawing/2014/main" id="{65CB33E0-7905-43F2-85E5-3CA530C2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956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兩路訊號的振幅不同</a:t>
            </a:r>
          </a:p>
        </p:txBody>
      </p:sp>
      <p:graphicFrame>
        <p:nvGraphicFramePr>
          <p:cNvPr id="34" name="Chart">
            <a:extLst xmlns:a="http://schemas.openxmlformats.org/drawingml/2006/main">
              <a:ext uri="{FF2B5EF4-FFF2-40B4-BE49-F238E27FC236}">
                <a16:creationId xmlns:a16="http://schemas.microsoft.com/office/drawing/2014/main" id="{CB1F5AE7-7EB9-4BC7-B6EA-FF1A1189F581}"/>
              </a:ext>
            </a:extLst>
          </p:cNvPr>
          <p:cNvGraphicFramePr/>
          <p:nvPr/>
        </p:nvGraphicFramePr>
        <p:xfrm>
          <a:off xmlns:a="http://schemas.openxmlformats.org/drawingml/2006/main" x="4381500" y="3695700"/>
          <a:ext xmlns:a="http://schemas.openxmlformats.org/drawingml/2006/main" cx="3429000" cy="1504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cd43453876477b"/>
          </a:graphicData>
        </a:graphic>
      </p:graphicFrame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371EC8-5073-4842-A86E-743A92FB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4448175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36" name="0">
            <a:extLst xmlns:a="http://schemas.openxmlformats.org/drawingml/2006/main">
              <a:ext uri="{FF2B5EF4-FFF2-40B4-BE49-F238E27FC236}">
                <a16:creationId xmlns:a16="http://schemas.microsoft.com/office/drawing/2014/main" id="{799CE01D-DBCF-4057-8DE2-D15B4B97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62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37" name="0°">
            <a:extLst xmlns:a="http://schemas.openxmlformats.org/drawingml/2006/main">
              <a:ext uri="{FF2B5EF4-FFF2-40B4-BE49-F238E27FC236}">
                <a16:creationId xmlns:a16="http://schemas.microsoft.com/office/drawing/2014/main" id="{E1D5EDDB-5449-4C1F-B11D-2D6C384D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58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0°</a:t>
            </a:r>
          </a:p>
        </p:txBody>
      </p:sp>
      <p:sp>
        <p:nvSpPr>
          <p:cNvPr id="38" name="90°">
            <a:extLst xmlns:a="http://schemas.openxmlformats.org/drawingml/2006/main">
              <a:ext uri="{FF2B5EF4-FFF2-40B4-BE49-F238E27FC236}">
                <a16:creationId xmlns:a16="http://schemas.microsoft.com/office/drawing/2014/main" id="{615B619A-E41E-4720-8E72-1DFD3ADB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90°</a:t>
            </a:r>
          </a:p>
        </p:txBody>
      </p:sp>
      <p:sp>
        <p:nvSpPr>
          <p:cNvPr id="39" name="180°">
            <a:extLst xmlns:a="http://schemas.openxmlformats.org/drawingml/2006/main">
              <a:ext uri="{FF2B5EF4-FFF2-40B4-BE49-F238E27FC236}">
                <a16:creationId xmlns:a16="http://schemas.microsoft.com/office/drawing/2014/main" id="{42E05ED8-9390-45B2-BB09-0D34A4C9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180°</a:t>
            </a:r>
          </a:p>
        </p:txBody>
      </p:sp>
      <p:sp>
        <p:nvSpPr>
          <p:cNvPr id="40" name="270°">
            <a:extLst xmlns:a="http://schemas.openxmlformats.org/drawingml/2006/main">
              <a:ext uri="{FF2B5EF4-FFF2-40B4-BE49-F238E27FC236}">
                <a16:creationId xmlns:a16="http://schemas.microsoft.com/office/drawing/2014/main" id="{8B0A0343-5BB8-4412-BC9D-9A1A65C1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46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270°</a:t>
            </a:r>
          </a:p>
        </p:txBody>
      </p:sp>
      <p:sp>
        <p:nvSpPr>
          <p:cNvPr id="41" name="360°">
            <a:extLst xmlns:a="http://schemas.openxmlformats.org/drawingml/2006/main">
              <a:ext uri="{FF2B5EF4-FFF2-40B4-BE49-F238E27FC236}">
                <a16:creationId xmlns:a16="http://schemas.microsoft.com/office/drawing/2014/main" id="{83858999-040B-4911-8E17-A5A4FAA6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360°</a:t>
            </a:r>
          </a:p>
        </p:txBody>
      </p:sp>
      <p:sp>
        <p:nvSpPr>
          <p:cNvPr id="42" name="感測器角度">
            <a:extLst xmlns:a="http://schemas.openxmlformats.org/drawingml/2006/main">
              <a:ext uri="{FF2B5EF4-FFF2-40B4-BE49-F238E27FC236}">
                <a16:creationId xmlns:a16="http://schemas.microsoft.com/office/drawing/2014/main" id="{1CC9E222-0F2F-49C8-9E5D-E4C7633B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292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感測器角度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4B687F-85C6-4A64-9B03-7933131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3966591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B80"/>
            </a:solidFill>
            <a:prstDash val="dash"/>
          </a:ln>
        </p:spPr>
      </p:sp>
      <p:cxnSp>
        <p:nvCxnSpPr>
          <p:cNvPr id="44" name="cos-amplitude-arrow">
            <a:extLst xmlns:a="http://schemas.openxmlformats.org/drawingml/2006/main">
              <a:ext uri="{FF2B5EF4-FFF2-40B4-BE49-F238E27FC236}">
                <a16:creationId xmlns:a16="http://schemas.microsoft.com/office/drawing/2014/main" id="{6BCD0721-7E9F-4B5D-AB30-2B19DB73F314}"/>
              </a:ext>
            </a:extLst>
          </p:cNvPr>
          <p:cNvCxnSpPr/>
          <p:nvPr/>
        </p:nvCxnSpPr>
        <p:spPr>
          <a:xfrm xmlns:a="http://schemas.openxmlformats.org/drawingml/2006/main">
            <a:off x="4632960" y="3966591"/>
            <a:ext cx="0" cy="481584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B80"/>
            </a:solidFill>
            <a:headEnd type="triangle" w="sm" len="sm"/>
            <a:tailEnd type="triangle" w="sm" len="sm"/>
          </a:ln>
        </p:spPr>
      </p:cxnSp>
      <p:cxnSp>
        <p:nvCxnSpPr>
          <p:cNvPr id="45" name="sin-amplitude-arrow">
            <a:extLst xmlns:a="http://schemas.openxmlformats.org/drawingml/2006/main">
              <a:ext uri="{FF2B5EF4-FFF2-40B4-BE49-F238E27FC236}">
                <a16:creationId xmlns:a16="http://schemas.microsoft.com/office/drawing/2014/main" id="{C671E68D-5042-41C8-9DE7-F4C09B986B9E}"/>
              </a:ext>
            </a:extLst>
          </p:cNvPr>
          <p:cNvCxnSpPr/>
          <p:nvPr/>
        </p:nvCxnSpPr>
        <p:spPr>
          <a:xfrm xmlns:a="http://schemas.openxmlformats.org/drawingml/2006/main">
            <a:off x="5273040" y="4135145"/>
            <a:ext cx="0" cy="31303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55D35"/>
            </a:solidFill>
            <a:headEnd type="triangle" w="sm" len="sm"/>
            <a:tailEnd type="triangle" w="sm" len="sm"/>
          </a:ln>
        </p:spPr>
      </p:cxnSp>
      <p:sp>
        <p:nvSpPr>
          <p:cNvPr id="46" name="振幅較小">
            <a:extLst xmlns:a="http://schemas.openxmlformats.org/drawingml/2006/main">
              <a:ext uri="{FF2B5EF4-FFF2-40B4-BE49-F238E27FC236}">
                <a16:creationId xmlns:a16="http://schemas.microsoft.com/office/drawing/2014/main" id="{356BF24C-67CD-4FE3-A594-EC6DB1D0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080" y="3906012"/>
            <a:ext cx="1143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振幅較小</a:t>
            </a:r>
          </a:p>
        </p:txBody>
      </p:sp>
      <p:sp>
        <p:nvSpPr>
          <p:cNvPr id="47" name="wave-description-1">
            <a:extLst xmlns:a="http://schemas.openxmlformats.org/drawingml/2006/main">
              <a:ext uri="{FF2B5EF4-FFF2-40B4-BE49-F238E27FC236}">
                <a16:creationId xmlns:a16="http://schemas.microsoft.com/office/drawing/2014/main" id="{30237631-D160-4212-8F74-9D8CBAA1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76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相同角度下，兩路訊號的比例</a:t>
            </a:r>
          </a:p>
          <a:p xmlns:a="http://schemas.openxmlformats.org/drawingml/2006/main">
            <a: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偏離理想關係。</a:t>
            </a:r>
          </a:p>
        </p:txBody>
      </p:sp>
      <p:sp>
        <p:nvSpPr>
          <p:cNvPr id="48" name="相位誤差">
            <a:extLst xmlns:a="http://schemas.openxmlformats.org/drawingml/2006/main">
              <a:ext uri="{FF2B5EF4-FFF2-40B4-BE49-F238E27FC236}">
                <a16:creationId xmlns:a16="http://schemas.microsoft.com/office/drawing/2014/main" id="{12E35505-2994-433C-8C63-A2B62BEA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051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相位誤差</a:t>
            </a:r>
          </a:p>
        </p:txBody>
      </p:sp>
      <p:sp>
        <p:nvSpPr>
          <p:cNvPr id="49" name="兩路相位差偏離 90°">
            <a:extLst xmlns:a="http://schemas.openxmlformats.org/drawingml/2006/main">
              <a:ext uri="{FF2B5EF4-FFF2-40B4-BE49-F238E27FC236}">
                <a16:creationId xmlns:a16="http://schemas.microsoft.com/office/drawing/2014/main" id="{F6892779-E108-42B2-9F4A-4947DD48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兩路相位差偏離 90°</a:t>
            </a:r>
          </a:p>
        </p:txBody>
      </p:sp>
      <p:graphicFrame>
        <p:nvGraphicFramePr>
          <p:cNvPr id="50" name="Chart">
            <a:extLst xmlns:a="http://schemas.openxmlformats.org/drawingml/2006/main">
              <a:ext uri="{FF2B5EF4-FFF2-40B4-BE49-F238E27FC236}">
                <a16:creationId xmlns:a16="http://schemas.microsoft.com/office/drawing/2014/main" id="{6DAF06DB-D8A7-48EC-AA0E-C37ED2F85058}"/>
              </a:ext>
            </a:extLst>
          </p:cNvPr>
          <p:cNvGraphicFramePr/>
          <p:nvPr/>
        </p:nvGraphicFramePr>
        <p:xfrm>
          <a:off xmlns:a="http://schemas.openxmlformats.org/drawingml/2006/main" x="8153400" y="3695700"/>
          <a:ext xmlns:a="http://schemas.openxmlformats.org/drawingml/2006/main" cx="3429000" cy="1504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5bc119bb9c4719"/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C04E5E-E9BA-4B1A-9025-EDFDA166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1980" y="4448175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52" name="0">
            <a:extLst xmlns:a="http://schemas.openxmlformats.org/drawingml/2006/main">
              <a:ext uri="{FF2B5EF4-FFF2-40B4-BE49-F238E27FC236}">
                <a16:creationId xmlns:a16="http://schemas.microsoft.com/office/drawing/2014/main" id="{11A4531E-75B1-4437-9146-6641BA51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62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53" name="0°">
            <a:extLst xmlns:a="http://schemas.openxmlformats.org/drawingml/2006/main">
              <a:ext uri="{FF2B5EF4-FFF2-40B4-BE49-F238E27FC236}">
                <a16:creationId xmlns:a16="http://schemas.microsoft.com/office/drawing/2014/main" id="{33045FE8-B63A-4A38-82C5-5D195856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0°</a:t>
            </a:r>
          </a:p>
        </p:txBody>
      </p:sp>
      <p:sp>
        <p:nvSpPr>
          <p:cNvPr id="54" name="90°">
            <a:extLst xmlns:a="http://schemas.openxmlformats.org/drawingml/2006/main">
              <a:ext uri="{FF2B5EF4-FFF2-40B4-BE49-F238E27FC236}">
                <a16:creationId xmlns:a16="http://schemas.microsoft.com/office/drawing/2014/main" id="{6E59448A-FF94-4C92-81EC-ED3A154A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44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90°</a:t>
            </a:r>
          </a:p>
        </p:txBody>
      </p:sp>
      <p:sp>
        <p:nvSpPr>
          <p:cNvPr id="55" name="180°">
            <a:extLst xmlns:a="http://schemas.openxmlformats.org/drawingml/2006/main">
              <a:ext uri="{FF2B5EF4-FFF2-40B4-BE49-F238E27FC236}">
                <a16:creationId xmlns:a16="http://schemas.microsoft.com/office/drawing/2014/main" id="{C71D3741-C573-46B8-8C45-1C20FD7C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180°</a:t>
            </a:r>
          </a:p>
        </p:txBody>
      </p:sp>
      <p:sp>
        <p:nvSpPr>
          <p:cNvPr id="56" name="270°">
            <a:extLst xmlns:a="http://schemas.openxmlformats.org/drawingml/2006/main">
              <a:ext uri="{FF2B5EF4-FFF2-40B4-BE49-F238E27FC236}">
                <a16:creationId xmlns:a16="http://schemas.microsoft.com/office/drawing/2014/main" id="{C0D0FBF6-8ABE-4D32-AE9D-1AFA6051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036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270°</a:t>
            </a:r>
          </a:p>
        </p:txBody>
      </p:sp>
      <p:sp>
        <p:nvSpPr>
          <p:cNvPr id="57" name="360°">
            <a:extLst xmlns:a="http://schemas.openxmlformats.org/drawingml/2006/main">
              <a:ext uri="{FF2B5EF4-FFF2-40B4-BE49-F238E27FC236}">
                <a16:creationId xmlns:a16="http://schemas.microsoft.com/office/drawing/2014/main" id="{89989EA3-418F-44C7-9098-A011ADF7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3320" y="5210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360°</a:t>
            </a:r>
          </a:p>
        </p:txBody>
      </p:sp>
      <p:sp>
        <p:nvSpPr>
          <p:cNvPr id="58" name="感測器角度">
            <a:extLst xmlns:a="http://schemas.openxmlformats.org/drawingml/2006/main">
              <a:ext uri="{FF2B5EF4-FFF2-40B4-BE49-F238E27FC236}">
                <a16:creationId xmlns:a16="http://schemas.microsoft.com/office/drawing/2014/main" id="{CAC4EC67-BFB9-4F59-BE78-6553E099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4292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感測器角度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F2E4C7-6717-447E-AD88-FF42144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4817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49FAA"/>
            </a:solidFill>
            <a:prstDash val="dash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34AE1A-3560-427B-B19D-154E22A7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4817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49FAA"/>
            </a:solidFill>
            <a:prstDash val="dash"/>
          </a:ln>
        </p:spPr>
      </p:sp>
      <p:cxnSp>
        <p:nvCxnSpPr>
          <p:cNvPr id="61" name="phase-double-arrow">
            <a:extLst xmlns:a="http://schemas.openxmlformats.org/drawingml/2006/main">
              <a:ext uri="{FF2B5EF4-FFF2-40B4-BE49-F238E27FC236}">
                <a16:creationId xmlns:a16="http://schemas.microsoft.com/office/drawing/2014/main" id="{196C5082-19BA-4540-9C06-474B6AAAB1CF}"/>
              </a:ext>
            </a:extLst>
          </p:cNvPr>
          <p:cNvCxnSpPr/>
          <p:nvPr/>
        </p:nvCxnSpPr>
        <p:spPr>
          <a:xfrm xmlns:a="http://schemas.openxmlformats.org/drawingml/2006/main">
            <a:off x="9639300" y="50482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55D35"/>
            </a:solidFill>
            <a:headEnd type="triangle" w="sm" len="sm"/>
            <a:tailEnd type="triangle" w="sm" len="sm"/>
          </a:ln>
        </p:spPr>
      </p:cxnSp>
      <p:sp>
        <p:nvSpPr>
          <p:cNvPr id="62" name="相位誤差">
            <a:extLst xmlns:a="http://schemas.openxmlformats.org/drawingml/2006/main">
              <a:ext uri="{FF2B5EF4-FFF2-40B4-BE49-F238E27FC236}">
                <a16:creationId xmlns:a16="http://schemas.microsoft.com/office/drawing/2014/main" id="{7E04CD91-314B-4A3F-8DEF-CA2F8B94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340" y="4905375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相位誤差</a:t>
            </a:r>
          </a:p>
        </p:txBody>
      </p:sp>
      <p:sp>
        <p:nvSpPr>
          <p:cNvPr id="63" name="wave-description-2">
            <a:extLst xmlns:a="http://schemas.openxmlformats.org/drawingml/2006/main">
              <a:ext uri="{FF2B5EF4-FFF2-40B4-BE49-F238E27FC236}">
                <a16:creationId xmlns:a16="http://schemas.microsoft.com/office/drawing/2014/main" id="{E5CB3678-9DF4-4F87-A86A-BD3D74CD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76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兩路訊號不再維持正交關係，</a:t>
            </a:r>
          </a:p>
          <a:p xmlns:a="http://schemas.openxmlformats.org/drawingml/2006/main">
            <a:pPr>
              <a:buNone/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對應的角度位置產生偏差。</a:t>
            </a:r>
          </a:p>
        </p:txBody>
      </p:sp>
      <p:sp>
        <p:nvSpPr>
          <p:cNvPr id="64" name="GPOC 分別修正訊號的中心、振幅與相位，恢復計算角度所需的 Sin/Cos 關">
            <a:extLst xmlns:a="http://schemas.openxmlformats.org/drawingml/2006/main">
              <a:ext uri="{FF2B5EF4-FFF2-40B4-BE49-F238E27FC236}">
                <a16:creationId xmlns:a16="http://schemas.microsoft.com/office/drawing/2014/main" id="{8D7DC218-5C44-409A-A4B5-38ED64E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GPOC 分別修正訊號的中心、振幅與相位，恢復計算角度所需的 Sin/Cos 關係。</a:t>
            </a:r>
          </a:p>
        </p:txBody>
      </p:sp>
    </p:spTree>
    <p:extLst>
      <p:ext uri="{BB962C8B-B14F-4D97-AF65-F5344CB8AC3E}">
        <p14:creationId xmlns:p14="http://schemas.microsoft.com/office/powerpoint/2010/main" val="65604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B72ECA-6FCE-4B9B-A6E3-9C96B912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8DBF0C5A-4DFC-440F-8C6C-C195CA8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Part 02｜核心演算法">
            <a:extLst xmlns:a="http://schemas.openxmlformats.org/drawingml/2006/main">
              <a:ext uri="{FF2B5EF4-FFF2-40B4-BE49-F238E27FC236}">
                <a16:creationId xmlns:a16="http://schemas.microsoft.com/office/drawing/2014/main" id="{830CB713-0E0F-4D73-8BB2-6682ED29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Part 02｜核心演算法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CF3848-D319-4E46-AAA1-822B6654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補償如何讓 Sin/Cos 訊號恢復理想關係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7C780-5DC9-4B69-A847-814F11CC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DB66EDC6-5D2B-4BA4-929A-BF91B510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06 / 14">
            <a:extLst xmlns:a="http://schemas.openxmlformats.org/drawingml/2006/main">
              <a:ext uri="{FF2B5EF4-FFF2-40B4-BE49-F238E27FC236}">
                <a16:creationId xmlns:a16="http://schemas.microsoft.com/office/drawing/2014/main" id="{7C59D9EA-7F23-4470-B21D-012C4536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06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0ABF3-D4E2-452E-A8F0-C4C051B94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5cd9a942049f7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將同一時刻的餘弦訊號作為橫座標、正弦訊號作為縱座標。 隨角度變化，理想的兩路訊號">
            <a:extLst xmlns:a="http://schemas.openxmlformats.org/drawingml/2006/main">
              <a:ext uri="{FF2B5EF4-FFF2-40B4-BE49-F238E27FC236}">
                <a16:creationId xmlns:a16="http://schemas.microsoft.com/office/drawing/2014/main" id="{BA829D06-21A0-46FE-B3ED-80FE6FF7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將同一時刻的餘弦訊號作為橫座標、正弦訊號作為縱座標。</a:t>
            </a:r>
          </a:p>
          <a:p xmlns:a="http://schemas.openxmlformats.org/drawingml/2006/main">
            <a:pPr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隨角度變化，理想的兩路訊號會畫出一個以原點為中心的圓。</a:t>
            </a:r>
          </a:p>
        </p:txBody>
      </p:sp>
      <p:sp>
        <p:nvSpPr>
          <p:cNvPr id="10" name="圖上的每個點代表同一時刻的兩路訊號值。">
            <a:extLst xmlns:a="http://schemas.openxmlformats.org/drawingml/2006/main">
              <a:ext uri="{FF2B5EF4-FFF2-40B4-BE49-F238E27FC236}">
                <a16:creationId xmlns:a16="http://schemas.microsoft.com/office/drawing/2014/main" id="{D5722400-E425-4B4D-A2E8-139CC130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圖上的每個點代表同一時刻的兩路訊號值。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14280-C909-4632-BCAC-5F6CD5AC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55D35"/>
            </a:solidFill>
            <a:prstDash val="solid"/>
          </a:ln>
        </p:spPr>
      </p:sp>
      <p:sp>
        <p:nvSpPr>
          <p:cNvPr id="12" name="補償前">
            <a:extLst xmlns:a="http://schemas.openxmlformats.org/drawingml/2006/main">
              <a:ext uri="{FF2B5EF4-FFF2-40B4-BE49-F238E27FC236}">
                <a16:creationId xmlns:a16="http://schemas.microsoft.com/office/drawing/2014/main" id="{4824A28D-91EF-4D98-890C-AAC5A522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574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補償前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BD417-1FD8-4629-BF00-7810D1EC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907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80"/>
            </a:solidFill>
            <a:prstDash val="solid"/>
          </a:ln>
        </p:spPr>
      </p:sp>
      <p:sp>
        <p:nvSpPr>
          <p:cNvPr id="14" name="補償後">
            <a:extLst xmlns:a="http://schemas.openxmlformats.org/drawingml/2006/main">
              <a:ext uri="{FF2B5EF4-FFF2-40B4-BE49-F238E27FC236}">
                <a16:creationId xmlns:a16="http://schemas.microsoft.com/office/drawing/2014/main" id="{E4A9E231-31FC-4CED-B1E3-7E768E8B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574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補償後</a:t>
            </a:r>
          </a:p>
        </p:txBody>
      </p:sp>
      <p:sp>
        <p:nvSpPr>
          <p:cNvPr id="15" name="修正偏移">
            <a:extLst xmlns:a="http://schemas.openxmlformats.org/drawingml/2006/main">
              <a:ext uri="{FF2B5EF4-FFF2-40B4-BE49-F238E27FC236}">
                <a16:creationId xmlns:a16="http://schemas.microsoft.com/office/drawing/2014/main" id="{685620FF-D0CF-48F4-B56E-52D838EB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修正偏移</a:t>
            </a:r>
          </a:p>
        </p:txBody>
      </p:sp>
      <p:sp>
        <p:nvSpPr>
          <p:cNvPr id="16" name="將圓心移回原點">
            <a:extLst xmlns:a="http://schemas.openxmlformats.org/drawingml/2006/main">
              <a:ext uri="{FF2B5EF4-FFF2-40B4-BE49-F238E27FC236}">
                <a16:creationId xmlns:a16="http://schemas.microsoft.com/office/drawing/2014/main" id="{B29457B7-1DC3-4193-BB4F-1589BC21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將圓心移回原點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C42489C0-A145-4876-B8E4-0F7C842F7A17}"/>
              </a:ext>
            </a:extLst>
          </p:cNvPr>
          <p:cNvGraphicFramePr/>
          <p:nvPr/>
        </p:nvGraphicFramePr>
        <p:xfrm>
          <a:off xmlns:a="http://schemas.openxmlformats.org/drawingml/2006/main" x="1228725" y="3276600"/>
          <a:ext xmlns:a="http://schemas.openxmlformats.org/drawingml/2006/main" cx="2190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3eb62fb0f64b87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59F6E-3545-493D-9702-16947AE6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719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489DF-0D09-498D-934D-FA56A906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1850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20" name="餘弦訊號">
            <a:extLst xmlns:a="http://schemas.openxmlformats.org/drawingml/2006/main">
              <a:ext uri="{FF2B5EF4-FFF2-40B4-BE49-F238E27FC236}">
                <a16:creationId xmlns:a16="http://schemas.microsoft.com/office/drawing/2014/main" id="{8CB354EA-27EB-435D-B556-A7F08FCB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386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餘弦訊號</a:t>
            </a:r>
          </a:p>
        </p:txBody>
      </p:sp>
      <p:sp>
        <p:nvSpPr>
          <p:cNvPr id="21" name="正弦訊號">
            <a:extLst xmlns:a="http://schemas.openxmlformats.org/drawingml/2006/main">
              <a:ext uri="{FF2B5EF4-FFF2-40B4-BE49-F238E27FC236}">
                <a16:creationId xmlns:a16="http://schemas.microsoft.com/office/drawing/2014/main" id="{C6FAFC3C-95DD-4BCC-A9DD-6870E047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19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正弦訊號</a:t>
            </a:r>
          </a:p>
        </p:txBody>
      </p:sp>
      <p:sp>
        <p:nvSpPr>
          <p:cNvPr id="22" name="origin-0">
            <a:extLst xmlns:a="http://schemas.openxmlformats.org/drawingml/2006/main">
              <a:ext uri="{FF2B5EF4-FFF2-40B4-BE49-F238E27FC236}">
                <a16:creationId xmlns:a16="http://schemas.microsoft.com/office/drawing/2014/main" id="{2D703D59-F66C-49DA-9ABE-466EED5A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343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0"/>
          </a:solidFill>
          <a:ln xmlns:a="http://schemas.openxmlformats.org/drawingml/2006/main" w="0">
            <a:noFill/>
          </a:ln>
        </p:spPr>
      </p:sp>
      <p:sp>
        <p:nvSpPr>
          <p:cNvPr id="23" name="原點">
            <a:extLst xmlns:a="http://schemas.openxmlformats.org/drawingml/2006/main">
              <a:ext uri="{FF2B5EF4-FFF2-40B4-BE49-F238E27FC236}">
                <a16:creationId xmlns:a16="http://schemas.microsoft.com/office/drawing/2014/main" id="{DB2037D6-1C78-4B79-BD0E-A9C720F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38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原點</a:t>
            </a:r>
          </a:p>
        </p:txBody>
      </p:sp>
      <p:sp>
        <p:nvSpPr>
          <p:cNvPr id="24" name="offset-center">
            <a:extLst xmlns:a="http://schemas.openxmlformats.org/drawingml/2006/main">
              <a:ext uri="{FF2B5EF4-FFF2-40B4-BE49-F238E27FC236}">
                <a16:creationId xmlns:a16="http://schemas.microsoft.com/office/drawing/2014/main" id="{04D1F638-B8B3-4C2C-9856-97528603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8847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D35"/>
          </a:solidFill>
          <a:ln xmlns:a="http://schemas.openxmlformats.org/drawingml/2006/main" w="0">
            <a:noFill/>
          </a:ln>
        </p:spPr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BD4EC-A944-4B9A-8BDE-6A655A9B10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24100" y="4155151"/>
            <a:ext cx="0" cy="17872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5D35"/>
            </a:solidFill>
            <a:tailEnd type="triangle" w="med" len="med"/>
          </a:ln>
        </p:spPr>
      </p:cxnSp>
      <p:sp>
        <p:nvSpPr>
          <p:cNvPr id="26" name="圓心">
            <a:extLst xmlns:a="http://schemas.openxmlformats.org/drawingml/2006/main">
              <a:ext uri="{FF2B5EF4-FFF2-40B4-BE49-F238E27FC236}">
                <a16:creationId xmlns:a16="http://schemas.microsoft.com/office/drawing/2014/main" id="{4351AB12-F660-407A-86A7-0A36E4E1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983701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圓心</a:t>
            </a:r>
          </a:p>
        </p:txBody>
      </p:sp>
      <p:sp>
        <p:nvSpPr>
          <p:cNvPr id="27" name="扣除兩路訊號中的直流偏移， 使波形中心回到零。">
            <a:extLst xmlns:a="http://schemas.openxmlformats.org/drawingml/2006/main">
              <a:ext uri="{FF2B5EF4-FFF2-40B4-BE49-F238E27FC236}">
                <a16:creationId xmlns:a16="http://schemas.microsoft.com/office/drawing/2014/main" id="{F5C4B8C7-D4D6-4398-BAAA-AC4D0E36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扣除兩路訊號中的直流偏移，</a:t>
            </a:r>
          </a:p>
          <a:p xmlns:a="http://schemas.openxmlformats.org/drawingml/2006/main">
            <a: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使波形中心回到零。</a:t>
            </a:r>
          </a:p>
        </p:txBody>
      </p:sp>
      <p:sp>
        <p:nvSpPr>
          <p:cNvPr id="28" name="修正振幅">
            <a:extLst xmlns:a="http://schemas.openxmlformats.org/drawingml/2006/main">
              <a:ext uri="{FF2B5EF4-FFF2-40B4-BE49-F238E27FC236}">
                <a16:creationId xmlns:a16="http://schemas.microsoft.com/office/drawing/2014/main" id="{C139F2C1-6CC5-48D0-A3C9-6F54EFE4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05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修正振幅</a:t>
            </a:r>
          </a:p>
        </p:txBody>
      </p:sp>
      <p:sp>
        <p:nvSpPr>
          <p:cNvPr id="29" name="將兩路振幅調整一致">
            <a:extLst xmlns:a="http://schemas.openxmlformats.org/drawingml/2006/main">
              <a:ext uri="{FF2B5EF4-FFF2-40B4-BE49-F238E27FC236}">
                <a16:creationId xmlns:a16="http://schemas.microsoft.com/office/drawing/2014/main" id="{50E7E7DA-918E-4CEE-8CB5-1EF3DA4F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將兩路振幅調整一致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4C1860F5-28CA-4668-80D2-B5339603751D}"/>
              </a:ext>
            </a:extLst>
          </p:cNvPr>
          <p:cNvGraphicFramePr/>
          <p:nvPr/>
        </p:nvGraphicFramePr>
        <p:xfrm>
          <a:off xmlns:a="http://schemas.openxmlformats.org/drawingml/2006/main" x="5000625" y="3276600"/>
          <a:ext xmlns:a="http://schemas.openxmlformats.org/drawingml/2006/main" cx="2190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0fa0bf26f1469e"/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C7D75-D2AB-4383-980E-CAB18D70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719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A352B3-25A6-417D-B234-29D325CC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33" name="餘弦訊號">
            <a:extLst xmlns:a="http://schemas.openxmlformats.org/drawingml/2006/main">
              <a:ext uri="{FF2B5EF4-FFF2-40B4-BE49-F238E27FC236}">
                <a16:creationId xmlns:a16="http://schemas.microsoft.com/office/drawing/2014/main" id="{2933F37F-424D-4EA7-BD50-6767635B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餘弦訊號</a:t>
            </a:r>
          </a:p>
        </p:txBody>
      </p:sp>
      <p:sp>
        <p:nvSpPr>
          <p:cNvPr id="34" name="正弦訊號">
            <a:extLst xmlns:a="http://schemas.openxmlformats.org/drawingml/2006/main">
              <a:ext uri="{FF2B5EF4-FFF2-40B4-BE49-F238E27FC236}">
                <a16:creationId xmlns:a16="http://schemas.microsoft.com/office/drawing/2014/main" id="{7E31125C-A0FE-4038-BA33-AF9C44D7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19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正弦訊號</a:t>
            </a:r>
          </a:p>
        </p:txBody>
      </p:sp>
      <p:sp>
        <p:nvSpPr>
          <p:cNvPr id="35" name="origin-1">
            <a:extLst xmlns:a="http://schemas.openxmlformats.org/drawingml/2006/main">
              <a:ext uri="{FF2B5EF4-FFF2-40B4-BE49-F238E27FC236}">
                <a16:creationId xmlns:a16="http://schemas.microsoft.com/office/drawing/2014/main" id="{17F44AFC-0FB8-48B7-8C18-E2217C75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43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0"/>
          </a:solidFill>
          <a:ln xmlns:a="http://schemas.openxmlformats.org/drawingml/2006/main" w="0">
            <a:noFill/>
          </a:ln>
        </p:spPr>
      </p:sp>
      <p:sp>
        <p:nvSpPr>
          <p:cNvPr id="36" name="原點">
            <a:extLst xmlns:a="http://schemas.openxmlformats.org/drawingml/2006/main">
              <a:ext uri="{FF2B5EF4-FFF2-40B4-BE49-F238E27FC236}">
                <a16:creationId xmlns:a16="http://schemas.microsoft.com/office/drawing/2014/main" id="{A0AFEBD4-302F-42F7-A740-41304045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38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原點</a:t>
            </a:r>
          </a:p>
        </p:txBody>
      </p:sp>
      <p:sp>
        <p:nvSpPr>
          <p:cNvPr id="37" name="調整兩路訊號的增益， 使橢圓恢復為圓。">
            <a:extLst xmlns:a="http://schemas.openxmlformats.org/drawingml/2006/main">
              <a:ext uri="{FF2B5EF4-FFF2-40B4-BE49-F238E27FC236}">
                <a16:creationId xmlns:a16="http://schemas.microsoft.com/office/drawing/2014/main" id="{81DFD4D7-58E2-4CDA-8984-BD235326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435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調整兩路訊號的增益，</a:t>
            </a:r>
          </a:p>
          <a:p xmlns:a="http://schemas.openxmlformats.org/drawingml/2006/main">
            <a: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使橢圓恢復為圓。</a:t>
            </a:r>
          </a:p>
        </p:txBody>
      </p:sp>
      <p:sp>
        <p:nvSpPr>
          <p:cNvPr id="38" name="修正相位">
            <a:extLst xmlns:a="http://schemas.openxmlformats.org/drawingml/2006/main">
              <a:ext uri="{FF2B5EF4-FFF2-40B4-BE49-F238E27FC236}">
                <a16:creationId xmlns:a16="http://schemas.microsoft.com/office/drawing/2014/main" id="{03BBD8B6-1071-4AD7-8D58-5C327D1F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修正相位</a:t>
            </a:r>
          </a:p>
        </p:txBody>
      </p:sp>
      <p:sp>
        <p:nvSpPr>
          <p:cNvPr id="39" name="恢復兩路相差 90° 的關係">
            <a:extLst xmlns:a="http://schemas.openxmlformats.org/drawingml/2006/main">
              <a:ext uri="{FF2B5EF4-FFF2-40B4-BE49-F238E27FC236}">
                <a16:creationId xmlns:a16="http://schemas.microsoft.com/office/drawing/2014/main" id="{BDF6C5EC-E8D1-4E8A-A53B-E96785B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恢復兩路相差 90° 的關係</a:t>
            </a:r>
          </a:p>
        </p:txBody>
      </p:sp>
      <p:graphicFrame>
        <p:nvGraphicFramePr>
          <p:cNvPr id="40" name="Chart">
            <a:extLst xmlns:a="http://schemas.openxmlformats.org/drawingml/2006/main">
              <a:ext uri="{FF2B5EF4-FFF2-40B4-BE49-F238E27FC236}">
                <a16:creationId xmlns:a16="http://schemas.microsoft.com/office/drawing/2014/main" id="{E29FBA16-580A-424F-9F5C-F6E79BC04F39}"/>
              </a:ext>
            </a:extLst>
          </p:cNvPr>
          <p:cNvGraphicFramePr/>
          <p:nvPr/>
        </p:nvGraphicFramePr>
        <p:xfrm>
          <a:off xmlns:a="http://schemas.openxmlformats.org/drawingml/2006/main" x="8772525" y="3276600"/>
          <a:ext xmlns:a="http://schemas.openxmlformats.org/drawingml/2006/main" cx="2190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66d7729b8540a9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C28D83-2727-4A30-8C49-CA55A93D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719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E13282-C0C6-478C-963C-29BA00B4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71850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43" name="餘弦訊號">
            <a:extLst xmlns:a="http://schemas.openxmlformats.org/drawingml/2006/main">
              <a:ext uri="{FF2B5EF4-FFF2-40B4-BE49-F238E27FC236}">
                <a16:creationId xmlns:a16="http://schemas.microsoft.com/office/drawing/2014/main" id="{316974BD-9310-4D54-8512-9471D1F3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4386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餘弦訊號</a:t>
            </a:r>
          </a:p>
        </p:txBody>
      </p:sp>
      <p:sp>
        <p:nvSpPr>
          <p:cNvPr id="44" name="正弦訊號">
            <a:extLst xmlns:a="http://schemas.openxmlformats.org/drawingml/2006/main">
              <a:ext uri="{FF2B5EF4-FFF2-40B4-BE49-F238E27FC236}">
                <a16:creationId xmlns:a16="http://schemas.microsoft.com/office/drawing/2014/main" id="{688B65BA-7580-4353-9C43-E3A9B345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194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正弦訊號</a:t>
            </a:r>
          </a:p>
        </p:txBody>
      </p:sp>
      <p:sp>
        <p:nvSpPr>
          <p:cNvPr id="45" name="origin-2">
            <a:extLst xmlns:a="http://schemas.openxmlformats.org/drawingml/2006/main">
              <a:ext uri="{FF2B5EF4-FFF2-40B4-BE49-F238E27FC236}">
                <a16:creationId xmlns:a16="http://schemas.microsoft.com/office/drawing/2014/main" id="{DE6A95A0-4658-4BD9-AFBC-49F2DA39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43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0"/>
          </a:solidFill>
          <a:ln xmlns:a="http://schemas.openxmlformats.org/drawingml/2006/main" w="0">
            <a:noFill/>
          </a:ln>
        </p:spPr>
      </p:sp>
      <p:sp>
        <p:nvSpPr>
          <p:cNvPr id="46" name="原點">
            <a:extLst xmlns:a="http://schemas.openxmlformats.org/drawingml/2006/main">
              <a:ext uri="{FF2B5EF4-FFF2-40B4-BE49-F238E27FC236}">
                <a16:creationId xmlns:a16="http://schemas.microsoft.com/office/drawing/2014/main" id="{6D73FBE8-DDA9-4FAF-BB9F-F84E853B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386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原點</a:t>
            </a:r>
          </a:p>
        </p:txBody>
      </p:sp>
      <p:sp>
        <p:nvSpPr>
          <p:cNvPr id="47" name="修正兩路訊號的非正交關係， 使傾斜橢圓恢復為圓。">
            <a:extLst xmlns:a="http://schemas.openxmlformats.org/drawingml/2006/main">
              <a:ext uri="{FF2B5EF4-FFF2-40B4-BE49-F238E27FC236}">
                <a16:creationId xmlns:a16="http://schemas.microsoft.com/office/drawing/2014/main" id="{40AE38F0-B3AC-435C-8707-E6BB2C4D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5435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修正兩路訊號的非正交關係，</a:t>
            </a:r>
          </a:p>
          <a:p xmlns:a="http://schemas.openxmlformats.org/drawingml/2006/main">
            <a:pPr>
              <a:def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使傾斜橢圓恢復為圓。</a:t>
            </a:r>
          </a:p>
        </p:txBody>
      </p:sp>
      <p:sp>
        <p:nvSpPr>
          <p:cNvPr id="48" name="補償的目標，是恢復兩路訊號的理想關係，讓角度計算更準確。">
            <a:extLst xmlns:a="http://schemas.openxmlformats.org/drawingml/2006/main">
              <a:ext uri="{FF2B5EF4-FFF2-40B4-BE49-F238E27FC236}">
                <a16:creationId xmlns:a16="http://schemas.microsoft.com/office/drawing/2014/main" id="{66025611-AD41-42FF-B5DE-A508F79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補償的目標，是恢復兩路訊號的理想關係，讓角度計算更準確。</a:t>
            </a:r>
          </a:p>
        </p:txBody>
      </p:sp>
    </p:spTree>
    <p:extLst>
      <p:ext uri="{BB962C8B-B14F-4D97-AF65-F5344CB8AC3E}">
        <p14:creationId xmlns:p14="http://schemas.microsoft.com/office/powerpoint/2010/main" val="545832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4ED2F1-9448-439D-8381-F30D09196E3E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6858000" y="5486400"/>
            <a:ext cx="42862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956B5F-8D45-43D4-BBCE-5579558F35DF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862513" y="5419725"/>
            <a:ext cx="757238" cy="1143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D2EEA7-38F8-48B3-AFC4-97CB43FD1098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5" idx="2"/>
          </p:cNvCxnSpPr>
          <p:nvPr/>
        </p:nvCxnSpPr>
        <p:spPr>
          <a:xfrm xmlns:a="http://schemas.openxmlformats.org/drawingml/2006/main">
            <a:off x="9753600" y="58769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9CB992-F359-43D6-89EB-A8977596CE6B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5076825" y="525780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A9BE0B-B3E9-4872-A92F-CB8CCAE0BFD9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077325" y="58769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75728E-7D0C-4DC1-B5B5-20D80F823BF4}"/>
              </a:ext>
            </a:extLst>
          </p:cNvPr>
          <p:cNvCxnSpPr>
            <a:stCxn xmlns:a="http://schemas.openxmlformats.org/drawingml/2006/main" id="30" idx="6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448550" y="5876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F6A2A2-8EEC-4981-8224-249228B65146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5076825" y="5876925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CF8819-2086-4A7D-BCBF-F2E48034D5EC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124325" y="5876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A24537-7B3F-4D4C-B54F-752B14EFAB98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552700" y="58769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78E16F-B010-4E9C-9B5F-F727C5E8320F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133475" y="58769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7F3977-D449-4110-9758-CE0AADCA0ED4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124325" y="5257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73EA9B-01A4-47C5-8E8E-B0BB1C5479CC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552700" y="52578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C9E8C4-2754-4850-A3B9-9B5BB7113625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133475" y="52578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B80"/>
            </a:solidFill>
            <a:tailEnd type="triangle" w="med" len="me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5F4ED1-475E-4610-9806-A70F8EC1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7A947C8C-BA00-4811-92E4-9CE36B1B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補償機制">
            <a:extLst xmlns:a="http://schemas.openxmlformats.org/drawingml/2006/main">
              <a:ext uri="{FF2B5EF4-FFF2-40B4-BE49-F238E27FC236}">
                <a16:creationId xmlns:a16="http://schemas.microsoft.com/office/drawing/2014/main" id="{3E5EA53D-9E15-4AFE-98FB-19AC66F1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補償機制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40EE01-C138-4082-A2FC-2FC692D5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訊號補償：偏移、增益與非正交相位修正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05016-3276-4730-B2A5-F26638B9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46DAB14A-762C-4EF5-9787-293971E4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 50, 式 (3)  /  R3、D3</a:t>
            </a:r>
          </a:p>
        </p:txBody>
      </p:sp>
      <p:sp>
        <p:nvSpPr>
          <p:cNvPr id="7" name="07 / 14">
            <a:extLst xmlns:a="http://schemas.openxmlformats.org/drawingml/2006/main">
              <a:ext uri="{FF2B5EF4-FFF2-40B4-BE49-F238E27FC236}">
                <a16:creationId xmlns:a16="http://schemas.microsoft.com/office/drawing/2014/main" id="{6F4D3621-D1FA-47BC-A4A7-DA460CCE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07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58502-6FF4-4DEE-9775-94E6577240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ecc5ea7d24cfa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compensation-opening">
            <a:extLst xmlns:a="http://schemas.openxmlformats.org/drawingml/2006/main">
              <a:ext uri="{FF2B5EF4-FFF2-40B4-BE49-F238E27FC236}">
                <a16:creationId xmlns:a16="http://schemas.microsoft.com/office/drawing/2014/main" id="{BC058E48-4075-4BED-9B28-2517F9B1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先修正訊號的中心與幅值，再消除非正交相位造成的交叉成分，</a:t>
            </a:r>
          </a:p>
          <a:p xmlns:a="http://schemas.openxmlformats.org/drawingml/2006/main">
            <a: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產生供角度計算使用的 x、y。</a:t>
            </a:r>
          </a:p>
        </p:txBody>
      </p:sp>
      <p:sp>
        <p:nvSpPr>
          <p:cNvPr id="10" name="compensation-sampling-convention">
            <a:extLst xmlns:a="http://schemas.openxmlformats.org/drawingml/2006/main">
              <a:ext uri="{FF2B5EF4-FFF2-40B4-BE49-F238E27FC236}">
                <a16:creationId xmlns:a16="http://schemas.microsoft.com/office/drawing/2014/main" id="{8BAC24AB-5DB5-4B6B-ACD4-B8887269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沿用第 5 頁的訊號模型；為方便閱讀，以下省略取樣索引 [k]，所有運算仍使用同一組當筆參數。</a:t>
            </a:r>
          </a:p>
        </p:txBody>
      </p:sp>
      <p:sp>
        <p:nvSpPr>
          <p:cNvPr id="11" name="compensation-action-1">
            <a:extLst xmlns:a="http://schemas.openxmlformats.org/drawingml/2006/main">
              <a:ext uri="{FF2B5EF4-FFF2-40B4-BE49-F238E27FC236}">
                <a16:creationId xmlns:a16="http://schemas.microsoft.com/office/drawing/2014/main" id="{4828D830-99D1-4604-99BF-6EEF6F0D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/>
              <a:t>偏移修正：</a:t>
            </a:r>
            <a:r>
              <a:t>對兩路訊號分別加上 o_a、o_b，</a:t>
            </a:r>
            <a:br/>
            <a:r>
              <a:t>將軌跡中心移回原點。理想修正量為</a:t>
            </a:r>
            <a:br/>
            <a:r>
              <a:t>−d_a、−d_b。</a:t>
            </a:r>
          </a:p>
        </p:txBody>
      </p:sp>
      <p:sp>
        <p:nvSpPr>
          <p:cNvPr id="12" name="compensation-action-2">
            <a:extLst xmlns:a="http://schemas.openxmlformats.org/drawingml/2006/main">
              <a:ext uri="{FF2B5EF4-FFF2-40B4-BE49-F238E27FC236}">
                <a16:creationId xmlns:a16="http://schemas.microsoft.com/office/drawing/2014/main" id="{2C4B6819-7E32-499B-A485-F3043120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/>
              <a:t>增益校正：</a:t>
            </a:r>
            <a:r>
              <a:t>分別乘上 v_a、v_b，將兩路基波</a:t>
            </a:r>
            <a:br/>
            <a:r>
              <a:t>峰值調整至固定目標 1 p.u.。</a:t>
            </a:r>
          </a:p>
        </p:txBody>
      </p:sp>
      <p:sp>
        <p:nvSpPr>
          <p:cNvPr id="13" name="compensation-action-3">
            <a:extLst xmlns:a="http://schemas.openxmlformats.org/drawingml/2006/main">
              <a:ext uri="{FF2B5EF4-FFF2-40B4-BE49-F238E27FC236}">
                <a16:creationId xmlns:a16="http://schemas.microsoft.com/office/drawing/2014/main" id="{200DFEE0-D7DF-44CB-8B7A-4FC64336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b="1"/>
              <a:t>非正交相位修正：</a:t>
            </a:r>
            <a:r>
              <a:t>以 a 路為相位基準，從 b 路</a:t>
            </a:r>
            <a:br/>
            <a:r>
              <a:t>扣除混入的餘弦成分，再修正比例，恢復</a:t>
            </a:r>
            <a:br/>
            <a:r>
              <a:t>兩路的正交關係。</a:t>
            </a:r>
          </a:p>
        </p:txBody>
      </p:sp>
      <p:sp>
        <p:nvSpPr>
          <p:cNvPr id="14" name="compensation-matrix-heading">
            <a:extLst xmlns:a="http://schemas.openxmlformats.org/drawingml/2006/main">
              <a:ext uri="{FF2B5EF4-FFF2-40B4-BE49-F238E27FC236}">
                <a16:creationId xmlns:a16="http://schemas.microsoft.com/office/drawing/2014/main" id="{3C910193-A3C6-4CE5-922A-73C58B43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43175"/>
            <a:ext cx="561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補償矩陣（精確式）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mpensation-matrix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4BA541FF-8517-4B02-A705-49AFB3A7A0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62650" y="2800350"/>
                <a:ext cx="561975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grow m:val="1"/>
                        </m:dPr>
                        <m:e>
                          <m:m>
                            <m:mPr>
                              <m:rSpRule m:val="0"/>
                              <m:cSp m:val="12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x</m:t>
                                </m:r>
                              </m:e>
                            </m:mr>
                            <m:mr>
                              <m:e>
                                <m: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y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d>
                        <m:dPr>
                          <m:begChr m:val="["/>
                          <m:endChr m:val="]"/>
                          <m:grow m:val="1"/>
                        </m:dPr>
                        <m:e>
                          <m:m>
                            <m:mPr>
                              <m:rSpRule m:val="0"/>
                              <m:cSp m:val="120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−</m:t>
                                </m:r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tan </m:t>
                                </m:r>
                                <m:sSub>
                                  <m:e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φ</m:t>
                                    </m:r>
                                  </m:e>
                                  <m:sub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c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1/</m:t>
                                </m:r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cos </m:t>
                                </m:r>
                                <m:sSub>
                                  <m:e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φ</m:t>
                                    </m:r>
                                  </m:e>
                                  <m:sub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c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grow m:val="1"/>
                        </m:dPr>
                        <m:e>
                          <m:m>
                            <m:mPr>
                              <m:rSpRule m:val="0"/>
                              <m:cSp m:val="120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v</m:t>
                                    </m:r>
                                  </m:e>
                                  <m:sub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a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sz="1725">
                                    <a:solidFill>
                                      <a:srgbClr val="253346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v</m:t>
                                    </m:r>
                                  </m:e>
                                  <m:sub>
                                    <m:r>
                                      <a:rPr sz="1725">
                                        <a:solidFill>
                                          <a:srgbClr val="253346"/>
                                        </a:solidFill>
                                        <a:latin typeface="Cambria Math"/>
                                      </a:rPr>
                                      <m:t xml:space="preserve">b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("/>
                          <m:endChr m:val=")"/>
                          <m:grow m:val="1"/>
                        </m:dPr>
                        <m:e>
                          <m:d>
                            <m:dPr>
                              <m:begChr m:val="["/>
                              <m:endChr m:val="]"/>
                              <m:grow m:val="1"/>
                            </m:dPr>
                            <m:e>
                              <m:m>
                                <m:mPr>
                                  <m:rSpRule m:val="0"/>
                                  <m:cSp m:val="120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</m:mPr>
                                <m:mr>
                                  <m:e>
                                    <m:sSub>
                                      <m:e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s</m:t>
                                        </m:r>
                                      </m:e>
                                      <m:sub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a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e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s</m:t>
                                        </m:r>
                                      </m:e>
                                      <m:sub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b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 + </m:t>
                          </m:r>
                          <m:d>
                            <m:dPr>
                              <m:begChr m:val="["/>
                              <m:endChr m:val="]"/>
                              <m:grow m:val="1"/>
                            </m:dPr>
                            <m:e>
                              <m:m>
                                <m:mPr>
                                  <m:rSpRule m:val="0"/>
                                  <m:cSp m:val="120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</m:mPr>
                                <m:mr>
                                  <m:e>
                                    <m:sSub>
                                      <m:e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o</m:t>
                                        </m:r>
                                      </m:e>
                                      <m:sub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a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e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o</m:t>
                                        </m:r>
                                      </m:e>
                                      <m:sub>
                                        <m:r>
                                          <a:rPr sz="1725">
                                            <a:solidFill>
                                              <a:srgbClr val="253346"/>
                                            </a:solidFill>
                                            <a:latin typeface="Cambria Math"/>
                                          </a:rPr>
                                          <m:t xml:space="preserve">b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5" name="compensation-matrix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4BA541FF-8517-4B02-A705-49AFB3A7A0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95987" y="2814637"/>
                <a:ext cx="5553075" cy="6572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6" name="compensation-matrix-order">
            <a:extLst xmlns:a="http://schemas.openxmlformats.org/drawingml/2006/main">
              <a:ext uri="{FF2B5EF4-FFF2-40B4-BE49-F238E27FC236}">
                <a16:creationId xmlns:a16="http://schemas.microsoft.com/office/drawing/2014/main" id="{062CED89-9D28-4077-8669-220B282F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24250"/>
            <a:ext cx="561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矩陣由右往左依序對應：偏移修正 → 增益校正 → 非正交相位修正。</a:t>
            </a:r>
          </a:p>
        </p:txBody>
      </p:sp>
      <p:sp>
        <p:nvSpPr>
          <p:cNvPr id="17" name="compensation-intermediate-definition">
            <a:extLst xmlns:a="http://schemas.openxmlformats.org/drawingml/2006/main">
              <a:ext uri="{FF2B5EF4-FFF2-40B4-BE49-F238E27FC236}">
                <a16:creationId xmlns:a16="http://schemas.microsoft.com/office/drawing/2014/main" id="{E15C6267-E82E-4F64-B00C-41E3ED08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95725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將 b 路完成偏移與增益校正後的訊號記為 z，相位修正可直接讀成：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mpensation-phas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DF7AC814-1DCB-4A9F-A55B-ED2351209F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962650" y="4152900"/>
                <a:ext cx="5619750" cy="4476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z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),    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y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f>
                        <m:num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z</m:t>
                          </m:r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 − </m:t>
                          </m:r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x</m:t>
                          </m:r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 sin </m:t>
                          </m:r>
                          <m:sSub>
                            <m:e>
                              <m:r>
                                <a:rPr sz="172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φ</m:t>
                              </m:r>
                            </m:e>
                            <m:sub>
                              <m:r>
                                <a:rPr sz="172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c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cos </m:t>
                          </m:r>
                          <m:sSub>
                            <m:e>
                              <m:r>
                                <a:rPr sz="172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φ</m:t>
                              </m:r>
                            </m:e>
                            <m:sub>
                              <m:r>
                                <a:rPr sz="172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c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8" name="compensation-phas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DF7AC814-1DCB-4A9F-A55B-ED2351209F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420" y="4152900"/>
                <a:ext cx="2304210" cy="44767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9" name="compensation-phase-explanation">
            <a:extLst xmlns:a="http://schemas.openxmlformats.org/drawingml/2006/main">
              <a:ext uri="{FF2B5EF4-FFF2-40B4-BE49-F238E27FC236}">
                <a16:creationId xmlns:a16="http://schemas.microsoft.com/office/drawing/2014/main" id="{901AAADF-38F4-46DD-A591-A75592A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先減去 x sin(φ_c)，移除混入的餘弦成分；再除以 cos(φ_c)，恢復正弦成分的比例。</a:t>
            </a:r>
          </a:p>
        </p:txBody>
      </p:sp>
      <p:sp>
        <p:nvSpPr>
          <p:cNvPr id="20" name="compensation-phase-sign">
            <a:extLst xmlns:a="http://schemas.openxmlformats.org/drawingml/2006/main">
              <a:ext uri="{FF2B5EF4-FFF2-40B4-BE49-F238E27FC236}">
                <a16:creationId xmlns:a16="http://schemas.microsoft.com/office/drawing/2014/main" id="{648D2C02-1DA2-4DA2-9D8A-3C283F75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76775"/>
            <a:ext cx="561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φ_c 直接估測相對相位誤差 φ_e，單位為 rad；補償式中的減號負責執行修正。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ompensation-diagram-math-0">
                <a:extLst xmlns:a="http://schemas.openxmlformats.org/drawingml/2006/main">
                  <a:ext uri="{FF2B5EF4-FFF2-40B4-BE49-F238E27FC236}">
                    <a16:creationId xmlns:a16="http://schemas.microsoft.com/office/drawing/2014/main" id="{D8BDD10A-3F69-4601-AB1D-0B24E0C247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5095875"/>
                <a:ext cx="52387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" name="compensation-diagram-math-0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D8BDD10A-3F69-4601-AB1D-0B24E0C247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1525" y="5181600"/>
                <a:ext cx="200025" cy="1524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mpensation-diagram-math-1">
                <a:extLst xmlns:a="http://schemas.openxmlformats.org/drawingml/2006/main">
                  <a:ext uri="{FF2B5EF4-FFF2-40B4-BE49-F238E27FC236}">
                    <a16:creationId xmlns:a16="http://schemas.microsoft.com/office/drawing/2014/main" id="{9712E3DE-5D29-40C1-A158-6190700E43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524000" y="5095875"/>
                <a:ext cx="102870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315B80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2" name="compensation-diagram-math-1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712E3DE-5D29-40C1-A158-6190700E43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847850" y="5172075"/>
                <a:ext cx="381000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4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315B80"/>
                </a:solidFill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ompensation-diagram-math-2">
                <a:extLst xmlns:a="http://schemas.openxmlformats.org/drawingml/2006/main">
                  <a:ext uri="{FF2B5EF4-FFF2-40B4-BE49-F238E27FC236}">
                    <a16:creationId xmlns:a16="http://schemas.microsoft.com/office/drawing/2014/main" id="{A2E0F55E-F3D8-4EF5-9347-9040C5C361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095625" y="5095875"/>
                <a:ext cx="102870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315B80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×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3" name="compensation-diagram-math-2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A2E0F55E-F3D8-4EF5-9347-9040C5C361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86137" y="5172075"/>
                <a:ext cx="447675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5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315B80"/>
                </a:solidFill>
              </a:ln>
            </p:spPr>
          </p:sp>
        </mc:Fallback>
      </mc:AlternateContent>
      <p:sp>
        <p:nvSpPr>
          <p:cNvPr id="24" name="compensation-node-3">
            <a:extLst xmlns:a="http://schemas.openxmlformats.org/drawingml/2006/main">
              <a:ext uri="{FF2B5EF4-FFF2-40B4-BE49-F238E27FC236}">
                <a16:creationId xmlns:a16="http://schemas.microsoft.com/office/drawing/2014/main" id="{CD33FF86-3D9A-4117-8028-48F2BA9D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95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ompensation-diagram-math-4">
                <a:extLst xmlns:a="http://schemas.openxmlformats.org/drawingml/2006/main">
                  <a:ext uri="{FF2B5EF4-FFF2-40B4-BE49-F238E27FC236}">
                    <a16:creationId xmlns:a16="http://schemas.microsoft.com/office/drawing/2014/main" id="{0CCB3FB1-0878-4BBA-8B3F-5E4487E163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5715000"/>
                <a:ext cx="52387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5" name="compensation-diagram-math-4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0CCB3FB1-0878-4BBA-8B3F-5E4487E163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1525" y="5800725"/>
                <a:ext cx="200025" cy="1524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6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ompensation-diagram-math-5">
                <a:extLst xmlns:a="http://schemas.openxmlformats.org/drawingml/2006/main">
                  <a:ext uri="{FF2B5EF4-FFF2-40B4-BE49-F238E27FC236}">
                    <a16:creationId xmlns:a16="http://schemas.microsoft.com/office/drawing/2014/main" id="{B0D9AC4D-FC3E-48ED-B169-855F250EE3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524000" y="5715000"/>
                <a:ext cx="102870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315B80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6" name="compensation-diagram-math-5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B0D9AC4D-FC3E-48ED-B169-855F250EE3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847850" y="5791200"/>
                <a:ext cx="381000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7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315B80"/>
                </a:solidFill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mpensation-diagram-math-6">
                <a:extLst xmlns:a="http://schemas.openxmlformats.org/drawingml/2006/main">
                  <a:ext uri="{FF2B5EF4-FFF2-40B4-BE49-F238E27FC236}">
                    <a16:creationId xmlns:a16="http://schemas.microsoft.com/office/drawing/2014/main" id="{7B2570CE-4CD5-4F87-8629-09E20B258F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095625" y="5715000"/>
                <a:ext cx="102870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315B80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×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7" name="compensation-diagram-math-6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7B2570CE-4CD5-4F87-8629-09E20B258F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386137" y="5791200"/>
                <a:ext cx="447675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8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315B80"/>
                </a:solidFill>
              </a:ln>
            </p:spPr>
          </p:sp>
        </mc:Fallback>
      </mc:AlternateContent>
      <p:sp>
        <p:nvSpPr>
          <p:cNvPr id="28" name="compensation-node-7">
            <a:extLst xmlns:a="http://schemas.openxmlformats.org/drawingml/2006/main">
              <a:ext uri="{FF2B5EF4-FFF2-40B4-BE49-F238E27FC236}">
                <a16:creationId xmlns:a16="http://schemas.microsoft.com/office/drawing/2014/main" id="{0D517B75-3D77-4E93-8178-FE58A3B7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150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ompensation-diagram-math-8">
                <a:extLst xmlns:a="http://schemas.openxmlformats.org/drawingml/2006/main">
                  <a:ext uri="{FF2B5EF4-FFF2-40B4-BE49-F238E27FC236}">
                    <a16:creationId xmlns:a16="http://schemas.microsoft.com/office/drawing/2014/main" id="{90C0C373-F97B-4FF8-B7CD-5B463A8A9B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19750" y="5372100"/>
                <a:ext cx="1238250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AC8325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× sin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φ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9" name="compensation-diagram-math-8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0C0C373-F97B-4FF8-B7CD-5B463A8A9B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67400" y="5419725"/>
                <a:ext cx="742950" cy="2286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9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AC8325"/>
                </a:solidFill>
              </a:ln>
            </p:spPr>
          </p:sp>
        </mc:Fallback>
      </mc:AlternateContent>
      <p:sp>
        <p:nvSpPr>
          <p:cNvPr id="30" name="compensation-node-9">
            <a:extLst xmlns:a="http://schemas.openxmlformats.org/drawingml/2006/main">
              <a:ext uri="{FF2B5EF4-FFF2-40B4-BE49-F238E27FC236}">
                <a16:creationId xmlns:a16="http://schemas.microsoft.com/office/drawing/2014/main" id="{F9EA95C5-AD4A-4368-AC42-CF87A54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1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5240">
            <a:solidFill>
              <a:srgbClr val="AC8325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ompensation-diagram-math-10">
                <a:extLst xmlns:a="http://schemas.openxmlformats.org/drawingml/2006/main">
                  <a:ext uri="{FF2B5EF4-FFF2-40B4-BE49-F238E27FC236}">
                    <a16:creationId xmlns:a16="http://schemas.microsoft.com/office/drawing/2014/main" id="{2514C410-2061-47AD-9A73-F0DBD3224B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905750" y="5715000"/>
                <a:ext cx="1171575" cy="3238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8EBEE"/>
              </a:solidFill>
              <a:ln xmlns:a="http://schemas.openxmlformats.org/drawingml/2006/main" w="15240">
                <a:solidFill>
                  <a:srgbClr val="AC8325"/>
                </a:solidFill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 algn="ctr"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÷ cos 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φ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1" name="compensation-diagram-math-10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2514C410-2061-47AD-9A73-F0DBD3224B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086725" y="5776912"/>
                <a:ext cx="809625" cy="2000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0"/>
                <ns0:stretch>
                  <ns0:fillRect/>
                </ns0:stretch>
              </ns0:blipFill>
              <a:ln xmlns:a="http://schemas.openxmlformats.org/drawingml/2006/main" w="15240">
                <a:solidFill>
                  <a:srgbClr val="AC8325"/>
                </a:solidFill>
              </a:ln>
            </p:spPr>
          </p:sp>
        </mc:Fallback>
      </mc:AlternateContent>
      <p:sp>
        <p:nvSpPr>
          <p:cNvPr id="32" name="compensation-node-11">
            <a:extLst xmlns:a="http://schemas.openxmlformats.org/drawingml/2006/main">
              <a:ext uri="{FF2B5EF4-FFF2-40B4-BE49-F238E27FC236}">
                <a16:creationId xmlns:a16="http://schemas.microsoft.com/office/drawing/2014/main" id="{0818C3E4-B60F-41FD-85AB-970AF14C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7150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y</a:t>
            </a:r>
          </a:p>
        </p:txBody>
      </p:sp>
      <p:sp>
        <p:nvSpPr>
          <p:cNvPr id="33" name="compensation-node-12">
            <a:extLst xmlns:a="http://schemas.openxmlformats.org/drawingml/2006/main">
              <a:ext uri="{FF2B5EF4-FFF2-40B4-BE49-F238E27FC236}">
                <a16:creationId xmlns:a16="http://schemas.microsoft.com/office/drawing/2014/main" id="{0B98FC6B-56A5-422A-AD6D-CC0D316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95875"/>
            <a:ext cx="1428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5240">
            <a:solidFill>
              <a:srgbClr val="315B80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輸出 x、y</a:t>
            </a:r>
          </a:p>
          <a:p xmlns:a="http://schemas.openxmlformats.org/drawingml/2006/main">
            <a:pPr algn="ctr">
              <a:buNone/>
              <a:def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供角度計算</a:t>
            </a:r>
          </a:p>
        </p:txBody>
      </p:sp>
      <p:sp>
        <p:nvSpPr>
          <p:cNvPr id="34" name="compensation-output-port-552">
            <a:extLst xmlns:a="http://schemas.openxmlformats.org/drawingml/2006/main">
              <a:ext uri="{FF2B5EF4-FFF2-40B4-BE49-F238E27FC236}">
                <a16:creationId xmlns:a16="http://schemas.microsoft.com/office/drawing/2014/main" id="{7CFD11B7-8A01-40E8-9DDE-4041226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2292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0"/>
          </a:solidFill>
          <a:ln xmlns:a="http://schemas.openxmlformats.org/drawingml/2006/main" w="0">
            <a:solidFill>
              <a:srgbClr val="315B80"/>
            </a:solidFill>
          </a:ln>
        </p:spPr>
      </p:sp>
      <p:sp>
        <p:nvSpPr>
          <p:cNvPr id="35" name="compensation-output-port-617">
            <a:extLst xmlns:a="http://schemas.openxmlformats.org/drawingml/2006/main">
              <a:ext uri="{FF2B5EF4-FFF2-40B4-BE49-F238E27FC236}">
                <a16:creationId xmlns:a16="http://schemas.microsoft.com/office/drawing/2014/main" id="{F509EA42-11D8-4F50-B784-ADC3D9D7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848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80"/>
          </a:solidFill>
          <a:ln xmlns:a="http://schemas.openxmlformats.org/drawingml/2006/main" w="0">
            <a:solidFill>
              <a:srgbClr val="315B80"/>
            </a:solidFill>
          </a:ln>
        </p:spPr>
      </p:sp>
      <p:sp>
        <p:nvSpPr>
          <p:cNvPr id="49" name="compensation-sum-plus">
            <a:extLst xmlns:a="http://schemas.openxmlformats.org/drawingml/2006/main">
              <a:ext uri="{FF2B5EF4-FFF2-40B4-BE49-F238E27FC236}">
                <a16:creationId xmlns:a16="http://schemas.microsoft.com/office/drawing/2014/main" id="{EBF30F76-72F7-47B8-88F9-0DA4F773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895975"/>
            <a:ext cx="219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＋</a:t>
            </a:r>
          </a:p>
        </p:txBody>
      </p:sp>
      <p:sp>
        <p:nvSpPr>
          <p:cNvPr id="50" name="compensation-sum-minus">
            <a:extLst xmlns:a="http://schemas.openxmlformats.org/drawingml/2006/main">
              <a:ext uri="{FF2B5EF4-FFF2-40B4-BE49-F238E27FC236}">
                <a16:creationId xmlns:a16="http://schemas.microsoft.com/office/drawing/2014/main" id="{736961B6-DD78-492A-8C36-435CFF4C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486400"/>
            <a:ext cx="21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−</a:t>
            </a:r>
          </a:p>
        </p:txBody>
      </p:sp>
      <p:sp>
        <p:nvSpPr>
          <p:cNvPr id="51" name="compensation-takeaway">
            <a:extLst xmlns:a="http://schemas.openxmlformats.org/drawingml/2006/main">
              <a:ext uri="{FF2B5EF4-FFF2-40B4-BE49-F238E27FC236}">
                <a16:creationId xmlns:a16="http://schemas.microsoft.com/office/drawing/2014/main" id="{C7C3A30B-7C27-4930-9351-2EA628EB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這個補償矩陣包含交叉補償與縮放；純旋轉會保留橢圓形狀，無法取代非正交相位補償。</a:t>
            </a:r>
          </a:p>
        </p:txBody>
      </p:sp>
    </p:spTree>
    <p:extLst>
      <p:ext uri="{BB962C8B-B14F-4D97-AF65-F5344CB8AC3E}">
        <p14:creationId xmlns:p14="http://schemas.microsoft.com/office/powerpoint/2010/main" val="541041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4C2EE8-CE34-459C-89AB-C6AE79B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3B6F407E-F115-4706-8971-042B89BB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平方和與殘差">
            <a:extLst xmlns:a="http://schemas.openxmlformats.org/drawingml/2006/main">
              <a:ext uri="{FF2B5EF4-FFF2-40B4-BE49-F238E27FC236}">
                <a16:creationId xmlns:a16="http://schemas.microsoft.com/office/drawing/2014/main" id="{BA5F23A5-D21C-418C-8065-BB80832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平方和與殘差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31E5E8-5A23-4AC3-8A25-32542FD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平方和作為誤差觀察量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4D1CF-6517-4FDA-BDBD-F68732F1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07156890-7EE9-4E03-80E3-C5D933BF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 51, 式 (4)–(5)  /  R4、D2–D3</a:t>
            </a:r>
          </a:p>
        </p:txBody>
      </p:sp>
      <p:sp>
        <p:nvSpPr>
          <p:cNvPr id="7" name="08 / 14">
            <a:extLst xmlns:a="http://schemas.openxmlformats.org/drawingml/2006/main">
              <a:ext uri="{FF2B5EF4-FFF2-40B4-BE49-F238E27FC236}">
                <a16:creationId xmlns:a16="http://schemas.microsoft.com/office/drawing/2014/main" id="{B33EEAB9-2E93-477B-A1E8-BFB626E8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08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9BCE6-3E00-451F-ADDA-683494997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fbee33fea4de2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observation-opening">
            <a:extLst xmlns:a="http://schemas.openxmlformats.org/drawingml/2006/main">
              <a:ext uri="{FF2B5EF4-FFF2-40B4-BE49-F238E27FC236}">
                <a16:creationId xmlns:a16="http://schemas.microsoft.com/office/drawing/2014/main" id="{A396EC83-B2C5-4F82-AF77-A722161E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GPOC 比較補償後訊號的平方和與固定目標，建立參數學習所需的殘差。</a:t>
            </a:r>
          </a:p>
        </p:txBody>
      </p:sp>
      <p:sp>
        <p:nvSpPr>
          <p:cNvPr id="10" name="observation-q-heading">
            <a:extLst xmlns:a="http://schemas.openxmlformats.org/drawingml/2006/main">
              <a:ext uri="{FF2B5EF4-FFF2-40B4-BE49-F238E27FC236}">
                <a16:creationId xmlns:a16="http://schemas.microsoft.com/office/drawing/2014/main" id="{3037245B-EAAC-4F5C-B87B-508A210D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1. 平方和代表</a:t>
            </a:r>
          </a:p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向量長度的平方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servation-q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729566EB-86D2-4FBD-B10B-B9E23039DC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71750" y="2209800"/>
                <a:ext cx="3286125" cy="3905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p>
                        <m:e>
                          <m: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p>
                        <m:e>
                          <m: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observation-q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729566EB-86D2-4FBD-B10B-B9E23039DC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090862" y="2257425"/>
                <a:ext cx="2247900" cy="29527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2" name="observation-geometric-reason">
            <a:extLst xmlns:a="http://schemas.openxmlformats.org/drawingml/2006/main">
              <a:ext uri="{FF2B5EF4-FFF2-40B4-BE49-F238E27FC236}">
                <a16:creationId xmlns:a16="http://schemas.microsoft.com/office/drawing/2014/main" id="{733710EF-1B1D-408A-A933-5AE5EB67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理想正交訊號在轉動時，只有向量方向改變，</a:t>
            </a:r>
          </a:p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長度保持固定。因此，不需要真實角度作為</a:t>
            </a:r>
          </a:p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比較基準，就能檢查這項幾何條件。</a:t>
            </a:r>
          </a:p>
        </p:txBody>
      </p:sp>
      <p:sp>
        <p:nvSpPr>
          <p:cNvPr id="13" name="observation-reference-heading">
            <a:extLst xmlns:a="http://schemas.openxmlformats.org/drawingml/2006/main">
              <a:ext uri="{FF2B5EF4-FFF2-40B4-BE49-F238E27FC236}">
                <a16:creationId xmlns:a16="http://schemas.microsoft.com/office/drawing/2014/main" id="{846CD6DC-00AC-4C96-97D3-D5A3A5C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2. 固定正規化後，</a:t>
            </a:r>
          </a:p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理想目標為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servation-referenc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3DA34DF5-1841-4859-A677-FFD7C2245C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667000" y="3409950"/>
                <a:ext cx="3200400" cy="3905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ref</m:t>
                          </m:r>
                        </m:sub>
                      </m:sSub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cos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sin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observation-referenc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3DA34DF5-1841-4859-A677-FFD7C2245C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014662" y="3443287"/>
                <a:ext cx="2505075" cy="3238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5" name="observation-fixed-peak-normalization">
            <a:extLst xmlns:a="http://schemas.openxmlformats.org/drawingml/2006/main">
              <a:ext uri="{FF2B5EF4-FFF2-40B4-BE49-F238E27FC236}">
                <a16:creationId xmlns:a16="http://schemas.microsoft.com/office/drawing/2014/main" id="{6B8F75C9-8F8D-4D20-8192-C89080F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25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兩路理想峰值皆為 1 p.u.。</a:t>
            </a:r>
          </a:p>
        </p:txBody>
      </p:sp>
      <p:sp>
        <p:nvSpPr>
          <p:cNvPr id="16" name="observation-target-criterion">
            <a:extLst xmlns:a="http://schemas.openxmlformats.org/drawingml/2006/main">
              <a:ext uri="{FF2B5EF4-FFF2-40B4-BE49-F238E27FC236}">
                <a16:creationId xmlns:a16="http://schemas.microsoft.com/office/drawing/2014/main" id="{8C6DBBE0-F592-444D-907D-DD017FE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25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補償尚未正確時，q 可能出現平均值偏差，</a:t>
            </a:r>
            <a:br/>
            <a:r>
              <a:t>或隨相位週期起伏。</a:t>
            </a:r>
            <a:r>
              <a:rPr b="1"/>
              <a:t>目標是整個訊號週期皆</a:t>
            </a:r>
            <a:br>
              <a:rPr b="1"/>
            </a:br>
            <a:r>
              <a:rPr b="1"/>
              <a:t>維持在 1，而不只是讓曲線變平。</a:t>
            </a:r>
          </a:p>
        </p:txBody>
      </p:sp>
      <p:sp>
        <p:nvSpPr>
          <p:cNvPr id="17" name="observation-residual-heading">
            <a:extLst xmlns:a="http://schemas.openxmlformats.org/drawingml/2006/main">
              <a:ext uri="{FF2B5EF4-FFF2-40B4-BE49-F238E27FC236}">
                <a16:creationId xmlns:a16="http://schemas.microsoft.com/office/drawing/2014/main" id="{8A5EAB47-1F33-46D4-A2EA-E5780D7C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3. 殘差定義為</a:t>
            </a:r>
          </a:p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「目標減去觀察值」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servation-residual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0ADFC49F-C107-440C-B8E9-05AE7986FA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571750" y="4876800"/>
                <a:ext cx="3295650" cy="3905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13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912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ref</m:t>
                          </m:r>
                        </m:sub>
                      </m:sSub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− 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1 − 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12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observation-residual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0ADFC49F-C107-440C-B8E9-05AE7986FA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39213" y="4876800"/>
                <a:ext cx="2960724" cy="3905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3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9" name="observation-residual-meaning">
            <a:extLst xmlns:a="http://schemas.openxmlformats.org/drawingml/2006/main">
              <a:ext uri="{FF2B5EF4-FFF2-40B4-BE49-F238E27FC236}">
                <a16:creationId xmlns:a16="http://schemas.microsoft.com/office/drawing/2014/main" id="{C0D06EE3-7B6F-4B2D-8FAE-E271128F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e 表示當筆半徑平方與目標的偏差，並非角度誤差；</a:t>
            </a:r>
          </a:p>
          <a:p xmlns:a="http://schemas.openxmlformats.org/drawingml/2006/main">
            <a:pPr>
              <a:buNone/>
              <a:def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不同參數的調整方向，還需透過後續相關解調取得。</a:t>
            </a:r>
          </a:p>
        </p:txBody>
      </p:sp>
      <p:sp>
        <p:nvSpPr>
          <p:cNvPr id="20" name="observation-input-definition">
            <a:extLst xmlns:a="http://schemas.openxmlformats.org/drawingml/2006/main">
              <a:ext uri="{FF2B5EF4-FFF2-40B4-BE49-F238E27FC236}">
                <a16:creationId xmlns:a16="http://schemas.microsoft.com/office/drawing/2014/main" id="{6BB9D2A4-4E32-41A3-B65B-702B51A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由第 7 頁補償後的兩路訊號 x、y，逐筆計算：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0DF23-0081-4609-B24C-E5ECE87C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145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B80"/>
            </a:solidFill>
            <a:prstDash val="solid"/>
          </a:ln>
        </p:spPr>
      </p:sp>
      <p:sp>
        <p:nvSpPr>
          <p:cNvPr id="22" name="observation-curve-legend">
            <a:extLst xmlns:a="http://schemas.openxmlformats.org/drawingml/2006/main">
              <a:ext uri="{FF2B5EF4-FFF2-40B4-BE49-F238E27FC236}">
                <a16:creationId xmlns:a16="http://schemas.microsoft.com/office/drawing/2014/main" id="{AFE76620-4ABC-4A4A-966D-7653AE4A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目前平方和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E315B-828D-4EB5-BD88-EC86117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949FAA"/>
            </a:solidFill>
            <a:prstDash val="solid"/>
          </a:ln>
        </p:spPr>
      </p:sp>
      <p:sp>
        <p:nvSpPr>
          <p:cNvPr id="24" name="observation-target-legend">
            <a:extLst xmlns:a="http://schemas.openxmlformats.org/drawingml/2006/main">
              <a:ext uri="{FF2B5EF4-FFF2-40B4-BE49-F238E27FC236}">
                <a16:creationId xmlns:a16="http://schemas.microsoft.com/office/drawing/2014/main" id="{C2BF01C6-ACB6-418F-A4FA-86E07648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00275"/>
            <a:ext cx="2390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目標 q_ref=1</a:t>
            </a:r>
          </a:p>
        </p:txBody>
      </p:sp>
      <p:graphicFrame>
        <p:nvGraphicFramePr>
          <p:cNvPr id="25" name="Chart">
            <a:extLst xmlns:a="http://schemas.openxmlformats.org/drawingml/2006/main">
              <a:ext uri="{FF2B5EF4-FFF2-40B4-BE49-F238E27FC236}">
                <a16:creationId xmlns:a16="http://schemas.microsoft.com/office/drawing/2014/main" id="{6039007B-6982-46DA-A5CC-74E5DBE4ADE9}"/>
              </a:ext>
            </a:extLst>
          </p:cNvPr>
          <p:cNvGraphicFramePr/>
          <p:nvPr/>
        </p:nvGraphicFramePr>
        <p:xfrm>
          <a:off xmlns:a="http://schemas.openxmlformats.org/drawingml/2006/main" x="6191250" y="2562225"/>
          <a:ext xmlns:a="http://schemas.openxmlformats.org/drawingml/2006/main" cx="5391150" cy="2228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d33777ef514811"/>
          </a:graphicData>
        </a:graphic>
      </p:graphicFrame>
      <p:sp>
        <p:nvSpPr>
          <p:cNvPr id="26" name="observation-y-axis-label">
            <a:extLst xmlns:a="http://schemas.openxmlformats.org/drawingml/2006/main">
              <a:ext uri="{FF2B5EF4-FFF2-40B4-BE49-F238E27FC236}">
                <a16:creationId xmlns:a16="http://schemas.microsoft.com/office/drawing/2014/main" id="{BD208E3B-D694-482E-96CB-610A68C6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717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平方和 q（正規化）</a:t>
            </a:r>
          </a:p>
        </p:txBody>
      </p:sp>
      <p:sp>
        <p:nvSpPr>
          <p:cNvPr id="27" name="observation-x-axis-label">
            <a:extLst xmlns:a="http://schemas.openxmlformats.org/drawingml/2006/main">
              <a:ext uri="{FF2B5EF4-FFF2-40B4-BE49-F238E27FC236}">
                <a16:creationId xmlns:a16="http://schemas.microsoft.com/office/drawing/2014/main" id="{AA3D7FDA-56DA-4B35-BC46-BCA3311E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感測器訊號相位 ε（°）</a:t>
            </a:r>
          </a:p>
        </p:txBody>
      </p:sp>
      <p:sp>
        <p:nvSpPr>
          <p:cNvPr id="28" name="observation-positive-sign">
            <a:extLst xmlns:a="http://schemas.openxmlformats.org/drawingml/2006/main">
              <a:ext uri="{FF2B5EF4-FFF2-40B4-BE49-F238E27FC236}">
                <a16:creationId xmlns:a16="http://schemas.microsoft.com/office/drawing/2014/main" id="{665A0146-7D62-4AEA-AA65-76AF71A3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909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e&gt;0</a:t>
            </a:r>
          </a:p>
        </p:txBody>
      </p:sp>
      <p:sp>
        <p:nvSpPr>
          <p:cNvPr id="29" name="observation-negative-sign">
            <a:extLst xmlns:a="http://schemas.openxmlformats.org/drawingml/2006/main">
              <a:ext uri="{FF2B5EF4-FFF2-40B4-BE49-F238E27FC236}">
                <a16:creationId xmlns:a16="http://schemas.microsoft.com/office/drawing/2014/main" id="{C51090F0-6950-44C5-B9B5-02AC67DF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051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e&lt;0</a:t>
            </a:r>
          </a:p>
        </p:txBody>
      </p:sp>
      <p:sp>
        <p:nvSpPr>
          <p:cNvPr id="30" name="observation-fixed-parameter-caption">
            <a:extLst xmlns:a="http://schemas.openxmlformats.org/drawingml/2006/main">
              <a:ext uri="{FF2B5EF4-FFF2-40B4-BE49-F238E27FC236}">
                <a16:creationId xmlns:a16="http://schemas.microsoft.com/office/drawing/2014/main" id="{77FB3AD0-456B-4AAD-B911-EDAE6BE6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391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固定參數的模型示意；</a:t>
            </a:r>
          </a:p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橫軸為訊號相位，並非學習時間。</a:t>
            </a:r>
          </a:p>
        </p:txBody>
      </p:sp>
      <p:sp>
        <p:nvSpPr>
          <p:cNvPr id="31" name="observation-positive-interpretation">
            <a:extLst xmlns:a="http://schemas.openxmlformats.org/drawingml/2006/main">
              <a:ext uri="{FF2B5EF4-FFF2-40B4-BE49-F238E27FC236}">
                <a16:creationId xmlns:a16="http://schemas.microsoft.com/office/drawing/2014/main" id="{69FE989B-EBD7-405C-9E95-EE681339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q&lt;1 → e&gt;0：當筆向量長度小於目標。</a:t>
            </a:r>
          </a:p>
        </p:txBody>
      </p:sp>
      <p:sp>
        <p:nvSpPr>
          <p:cNvPr id="32" name="observation-negative-interpretation">
            <a:extLst xmlns:a="http://schemas.openxmlformats.org/drawingml/2006/main">
              <a:ext uri="{FF2B5EF4-FFF2-40B4-BE49-F238E27FC236}">
                <a16:creationId xmlns:a16="http://schemas.microsoft.com/office/drawing/2014/main" id="{7469F3E0-F133-47CD-927A-28A90B2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q&gt;1 → e&lt;0：當筆向量長度大於目標。</a:t>
            </a:r>
          </a:p>
        </p:txBody>
      </p:sp>
      <p:sp>
        <p:nvSpPr>
          <p:cNvPr id="33" name="observation-amplitude-information-note">
            <a:extLst xmlns:a="http://schemas.openxmlformats.org/drawingml/2006/main">
              <a:ext uri="{FF2B5EF4-FFF2-40B4-BE49-F238E27FC236}">
                <a16:creationId xmlns:a16="http://schemas.microsoft.com/office/drawing/2014/main" id="{C1864CD6-F2BC-4715-A3B9-1A8E8D1E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保留幅值資訊：使用固定峰值正規化。若每筆都除以自身向量長度，平方和會被強制成 1，辨識線索也會消失。</a:t>
            </a:r>
          </a:p>
        </p:txBody>
      </p:sp>
      <p:sp>
        <p:nvSpPr>
          <p:cNvPr id="34" name="observation-angle-limit-note">
            <a:extLst xmlns:a="http://schemas.openxmlformats.org/drawingml/2006/main">
              <a:ext uri="{FF2B5EF4-FFF2-40B4-BE49-F238E27FC236}">
                <a16:creationId xmlns:a16="http://schemas.microsoft.com/office/drawing/2014/main" id="{895362C9-CB08-4373-BD25-F704F57B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觀察量的界線：平方和符合目標，仍不足以證明全部角度誤差都已消失。</a:t>
            </a:r>
          </a:p>
        </p:txBody>
      </p:sp>
    </p:spTree>
    <p:extLst>
      <p:ext uri="{BB962C8B-B14F-4D97-AF65-F5344CB8AC3E}">
        <p14:creationId xmlns:p14="http://schemas.microsoft.com/office/powerpoint/2010/main" val="17482273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F0DD39-93A3-4F4C-9961-3006558F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9C9F78FD-236E-4078-A9A6-2B3A5E2E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一倍頻與兩倍頻">
            <a:extLst xmlns:a="http://schemas.openxmlformats.org/drawingml/2006/main">
              <a:ext uri="{FF2B5EF4-FFF2-40B4-BE49-F238E27FC236}">
                <a16:creationId xmlns:a16="http://schemas.microsoft.com/office/drawing/2014/main" id="{0C0F9AEC-3851-422B-B691-4E2D9C28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一倍頻與兩倍頻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DCE36D-149F-4F89-9B31-54EF6CBB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平方和中的一倍頻與兩倍頻圖樣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ED464-87E9-4737-BCA5-B5EF7C1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1A3898B7-5985-460D-8828-0A34A082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p.51／R4、D2–D3；單位補償、單一誤差的一階模型</a:t>
            </a:r>
          </a:p>
        </p:txBody>
      </p:sp>
      <p:sp>
        <p:nvSpPr>
          <p:cNvPr id="7" name="09 / 14">
            <a:extLst xmlns:a="http://schemas.openxmlformats.org/drawingml/2006/main">
              <a:ext uri="{FF2B5EF4-FFF2-40B4-BE49-F238E27FC236}">
                <a16:creationId xmlns:a16="http://schemas.microsoft.com/office/drawing/2014/main" id="{4F57898C-FC30-4192-ACD7-5C21C75D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09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16348-63A1-4AC7-A2F6-3A2C7D6CA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add39ed7e4f0c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pattern-opening">
            <a:extLst xmlns:a="http://schemas.openxmlformats.org/drawingml/2006/main">
              <a:ext uri="{FF2B5EF4-FFF2-40B4-BE49-F238E27FC236}">
                <a16:creationId xmlns:a16="http://schemas.microsoft.com/office/drawing/2014/main" id="{B2EE42A3-4126-4FA8-9401-DBB91BA8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偏移主要形成一倍頻；振幅不匹配與非正交相位主要形成兩倍頻，但對應不同的正弦／餘弦圖樣。</a:t>
            </a:r>
          </a:p>
        </p:txBody>
      </p:sp>
      <p:sp>
        <p:nvSpPr>
          <p:cNvPr id="10" name="pattern-comparison-condition">
            <a:extLst xmlns:a="http://schemas.openxmlformats.org/drawingml/2006/main">
              <a:ext uri="{FF2B5EF4-FFF2-40B4-BE49-F238E27FC236}">
                <a16:creationId xmlns:a16="http://schemas.microsoft.com/office/drawing/2014/main" id="{6AFFA186-FD68-4E46-8DC7-3A599D9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44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以下先看小誤差、且高次諧波可忽略的情況。為比較週期形狀，圖中先扣除平方和的平均值：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pattern-demean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21933826-7686-4AFA-8872-34F218C658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305800" y="1943100"/>
                <a:ext cx="327660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 = 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 − </m:t>
                      </m:r>
                      <m:bar>
                        <m:barPr>
                          <m:pos m:val="top"/>
                        </m:barPr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</m:bar>
                    </m:oMath>
                  </m:oMathPara>
                </a14:m>
              </a:p>
            </p:txBody>
          </p:sp>
        </mc:Choice>
        <mc:Fallback>
          <p:sp>
            <p:nvSpPr>
              <p:cNvPr id="11" name="pattern-demean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21933826-7686-4AFA-8872-34F218C658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910637" y="1966912"/>
                <a:ext cx="2066925" cy="2857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4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2" name="pattern-phase-average-definition">
            <a:extLst xmlns:a="http://schemas.openxmlformats.org/drawingml/2006/main">
              <a:ext uri="{FF2B5EF4-FFF2-40B4-BE49-F238E27FC236}">
                <a16:creationId xmlns:a16="http://schemas.microsoft.com/office/drawing/2014/main" id="{C9729F25-F8D7-4FDC-82B9-4892AB2A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ε 為感測器訊號相位；q̄ 為一個完整訊號週期的相位平均值。</a:t>
            </a:r>
          </a:p>
        </p:txBody>
      </p:sp>
      <p:sp>
        <p:nvSpPr>
          <p:cNvPr id="13" name="pattern-row-1-heading">
            <a:extLst xmlns:a="http://schemas.openxmlformats.org/drawingml/2006/main">
              <a:ext uri="{FF2B5EF4-FFF2-40B4-BE49-F238E27FC236}">
                <a16:creationId xmlns:a16="http://schemas.microsoft.com/office/drawing/2014/main" id="{91F3A84D-80A1-44C0-A696-2E9938D3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偏移 → 一倍頻圖樣</a:t>
            </a:r>
          </a:p>
        </p:txBody>
      </p:sp>
      <p:sp>
        <p:nvSpPr>
          <p:cNvPr id="14" name="pattern-row-1-causality">
            <a:extLst xmlns:a="http://schemas.openxmlformats.org/drawingml/2006/main">
              <a:ext uri="{FF2B5EF4-FFF2-40B4-BE49-F238E27FC236}">
                <a16:creationId xmlns:a16="http://schemas.microsoft.com/office/drawing/2014/main" id="{A16EA5FE-EE31-497A-A663-3AC26231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偏移讓軌跡中心偏離原點。向量轉動一個訊號週期時，</a:t>
            </a:r>
          </a:p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距離原點出現一次較大、一次較小，因此形成一倍頻起伏。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pattern-offse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9A67083-F190-497B-8F2D-A7DDFB5FD8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3248025"/>
                <a:ext cx="541020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offset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≈ 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 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+ 2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sin 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5" name="pattern-offse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9A67083-F190-497B-8F2D-A7DDFB5FD8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866900" y="3271837"/>
                <a:ext cx="2895600" cy="25717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5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6" name="pattern-row-2-heading">
            <a:extLst xmlns:a="http://schemas.openxmlformats.org/drawingml/2006/main">
              <a:ext uri="{FF2B5EF4-FFF2-40B4-BE49-F238E27FC236}">
                <a16:creationId xmlns:a16="http://schemas.microsoft.com/office/drawing/2014/main" id="{B7A2AF7D-6DC7-4864-A536-B817FA7C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振幅不匹配 → 兩倍頻餘弦圖樣</a:t>
            </a:r>
          </a:p>
        </p:txBody>
      </p:sp>
      <p:sp>
        <p:nvSpPr>
          <p:cNvPr id="17" name="pattern-row-2-causality">
            <a:extLst xmlns:a="http://schemas.openxmlformats.org/drawingml/2006/main">
              <a:ext uri="{FF2B5EF4-FFF2-40B4-BE49-F238E27FC236}">
                <a16:creationId xmlns:a16="http://schemas.microsoft.com/office/drawing/2014/main" id="{7B13BF02-4866-4A01-A4AB-D61EBE25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以兩路峰值分別為 1+g、1−g 為例，向量轉過半個訊號週期後，</a:t>
            </a:r>
          </a:p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平方和的變化便重複，因此形成兩倍頻起伏。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pattern-amplitud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CE338880-E62D-409D-83A1-C7CF04A0C1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4314825"/>
                <a:ext cx="314325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amplitude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≈ 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g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cos(2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pattern-amplitud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CE338880-E62D-409D-83A1-C7CF04A0C1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205139" y="4314825"/>
                <a:ext cx="1952171" cy="3048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6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9" name="pattern-row-3-heading">
            <a:extLst xmlns:a="http://schemas.openxmlformats.org/drawingml/2006/main">
              <a:ext uri="{FF2B5EF4-FFF2-40B4-BE49-F238E27FC236}">
                <a16:creationId xmlns:a16="http://schemas.microsoft.com/office/drawing/2014/main" id="{D0213F13-2208-42E1-BC8D-BECCC51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非正交相位 → 兩倍頻正弦圖樣</a:t>
            </a:r>
          </a:p>
        </p:txBody>
      </p:sp>
      <p:sp>
        <p:nvSpPr>
          <p:cNvPr id="20" name="pattern-row-3-causality">
            <a:extLst xmlns:a="http://schemas.openxmlformats.org/drawingml/2006/main">
              <a:ext uri="{FF2B5EF4-FFF2-40B4-BE49-F238E27FC236}">
                <a16:creationId xmlns:a16="http://schemas.microsoft.com/office/drawing/2014/main" id="{5F5F651B-C614-4BAE-867C-14C344FD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沿用第 5 頁的相位定義，b 路的相位誤差使它混入 a 路成分。</a:t>
            </a:r>
          </a:p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平方和的一階交叉項與 sin ε cos ε 成正比，因此形成兩倍頻正弦圖樣。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pattern-phas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2C2C2E1A-EB1F-4FD2-860E-23B4697165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5514975"/>
                <a:ext cx="314325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phase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≈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φ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e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sin(2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1" name="pattern-phas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2C2C2E1A-EB1F-4FD2-860E-23B4697165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346653" y="5514975"/>
                <a:ext cx="1669143" cy="3048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7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22" name="pattern-gain-definition">
            <a:extLst xmlns:a="http://schemas.openxmlformats.org/drawingml/2006/main">
              <a:ext uri="{FF2B5EF4-FFF2-40B4-BE49-F238E27FC236}">
                <a16:creationId xmlns:a16="http://schemas.microsoft.com/office/drawing/2014/main" id="{0F36A7D1-D14F-4F74-95AA-9E2A174F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8625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 表示此示例中兩路峰值</a:t>
            </a:r>
          </a:p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的對稱偏差。</a:t>
            </a:r>
          </a:p>
        </p:txBody>
      </p:sp>
      <p:sp>
        <p:nvSpPr>
          <p:cNvPr id="23" name="pattern-y-axis-label">
            <a:extLst xmlns:a="http://schemas.openxmlformats.org/drawingml/2006/main">
              <a:ext uri="{FF2B5EF4-FFF2-40B4-BE49-F238E27FC236}">
                <a16:creationId xmlns:a16="http://schemas.microsoft.com/office/drawing/2014/main" id="{D9991831-4B35-4457-B0BA-AFD1F9BA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501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平方和偏差 Δq（正規化）</a:t>
            </a:r>
          </a:p>
        </p:txBody>
      </p:sp>
      <p:graphicFrame>
        <p:nvGraphicFramePr>
          <p:cNvPr id="24" name="Chart">
            <a:extLst xmlns:a="http://schemas.openxmlformats.org/drawingml/2006/main">
              <a:ext uri="{FF2B5EF4-FFF2-40B4-BE49-F238E27FC236}">
                <a16:creationId xmlns:a16="http://schemas.microsoft.com/office/drawing/2014/main" id="{FE47D19D-FA1A-4CA4-9363-BB20915F6887}"/>
              </a:ext>
            </a:extLst>
          </p:cNvPr>
          <p:cNvGraphicFramePr/>
          <p:nvPr/>
        </p:nvGraphicFramePr>
        <p:xfrm>
          <a:off xmlns:a="http://schemas.openxmlformats.org/drawingml/2006/main" x="6477000" y="2724150"/>
          <a:ext xmlns:a="http://schemas.openxmlformats.org/drawingml/2006/main" cx="5105400" cy="72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de25e569b04447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A6E9C-C810-4B46-A965-31DE8292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03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315B80"/>
            </a:solidFill>
            <a:prstDash val="solid"/>
          </a:ln>
        </p:spPr>
      </p:sp>
      <p:sp>
        <p:nvSpPr>
          <p:cNvPr id="26" name="pattern-legend-0-680">
            <a:extLst xmlns:a="http://schemas.openxmlformats.org/drawingml/2006/main">
              <a:ext uri="{FF2B5EF4-FFF2-40B4-BE49-F238E27FC236}">
                <a16:creationId xmlns:a16="http://schemas.microsoft.com/office/drawing/2014/main" id="{61DA3984-1C02-475B-8D23-F95D16F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860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a 路偏移：餘弦 1×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79EF2-0DFC-4DED-9420-4E75354F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003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A55D35"/>
            </a:solidFill>
            <a:prstDash val="solid"/>
          </a:ln>
        </p:spPr>
      </p:sp>
      <p:sp>
        <p:nvSpPr>
          <p:cNvPr id="28" name="pattern-legend-0-957">
            <a:extLst xmlns:a="http://schemas.openxmlformats.org/drawingml/2006/main">
              <a:ext uri="{FF2B5EF4-FFF2-40B4-BE49-F238E27FC236}">
                <a16:creationId xmlns:a16="http://schemas.microsoft.com/office/drawing/2014/main" id="{2B7C9F34-3F0D-459E-AF09-027367A7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860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 路偏移：正弦 1×</a:t>
            </a:r>
          </a:p>
        </p:txBody>
      </p:sp>
      <p:graphicFrame>
        <p:nvGraphicFramePr>
          <p:cNvPr id="29" name="Chart">
            <a:extLst xmlns:a="http://schemas.openxmlformats.org/drawingml/2006/main">
              <a:ext uri="{FF2B5EF4-FFF2-40B4-BE49-F238E27FC236}">
                <a16:creationId xmlns:a16="http://schemas.microsoft.com/office/drawing/2014/main" id="{29C0ADAC-DD8C-4A74-9F19-FB56F4423C61}"/>
              </a:ext>
            </a:extLst>
          </p:cNvPr>
          <p:cNvGraphicFramePr/>
          <p:nvPr/>
        </p:nvGraphicFramePr>
        <p:xfrm>
          <a:off xmlns:a="http://schemas.openxmlformats.org/drawingml/2006/main" x="6477000" y="3790950"/>
          <a:ext xmlns:a="http://schemas.openxmlformats.org/drawingml/2006/main" cx="5105400" cy="72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ae678348154b0a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597715-38B4-4CD7-8F5C-0014A52D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5776C"/>
            </a:solidFill>
            <a:prstDash val="solid"/>
          </a:ln>
        </p:spPr>
      </p:sp>
      <p:sp>
        <p:nvSpPr>
          <p:cNvPr id="31" name="pattern-legend-1-680">
            <a:extLst xmlns:a="http://schemas.openxmlformats.org/drawingml/2006/main">
              <a:ext uri="{FF2B5EF4-FFF2-40B4-BE49-F238E27FC236}">
                <a16:creationId xmlns:a16="http://schemas.microsoft.com/office/drawing/2014/main" id="{8BFDCA3F-8E09-46B8-88A7-F3410A97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振幅不匹配：餘弦 2×</a:t>
            </a:r>
          </a:p>
        </p:txBody>
      </p:sp>
      <p:graphicFrame>
        <p:nvGraphicFramePr>
          <p:cNvPr id="32" name="Chart">
            <a:extLst xmlns:a="http://schemas.openxmlformats.org/drawingml/2006/main">
              <a:ext uri="{FF2B5EF4-FFF2-40B4-BE49-F238E27FC236}">
                <a16:creationId xmlns:a16="http://schemas.microsoft.com/office/drawing/2014/main" id="{F2BAB711-C46D-4326-8696-069198814CE6}"/>
              </a:ext>
            </a:extLst>
          </p:cNvPr>
          <p:cNvGraphicFramePr/>
          <p:nvPr/>
        </p:nvGraphicFramePr>
        <p:xfrm>
          <a:off xmlns:a="http://schemas.openxmlformats.org/drawingml/2006/main" x="6477000" y="4962525"/>
          <a:ext xmlns:a="http://schemas.openxmlformats.org/drawingml/2006/main" cx="5105400" cy="72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74706b15364bda"/>
          </a:graphicData>
        </a:graphic>
      </p:graphicFrame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4001F-FA31-4523-B70B-9A350FEB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A55D35"/>
            </a:solidFill>
            <a:prstDash val="solid"/>
          </a:ln>
        </p:spPr>
      </p:sp>
      <p:sp>
        <p:nvSpPr>
          <p:cNvPr id="34" name="pattern-legend-2-680">
            <a:extLst xmlns:a="http://schemas.openxmlformats.org/drawingml/2006/main">
              <a:ext uri="{FF2B5EF4-FFF2-40B4-BE49-F238E27FC236}">
                <a16:creationId xmlns:a16="http://schemas.microsoft.com/office/drawing/2014/main" id="{E5C8E2B3-1977-4767-A2D6-FF2D0864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24400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非正交相位：正弦 2×</a:t>
            </a:r>
          </a:p>
        </p:txBody>
      </p:sp>
      <p:sp>
        <p:nvSpPr>
          <p:cNvPr id="35" name="pattern-harmonic-separation">
            <a:extLst xmlns:a="http://schemas.openxmlformats.org/drawingml/2006/main">
              <a:ext uri="{FF2B5EF4-FFF2-40B4-BE49-F238E27FC236}">
                <a16:creationId xmlns:a16="http://schemas.microsoft.com/office/drawing/2014/main" id="{AC12DEE6-2295-4463-A100-7A8FEA8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510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同為兩倍頻，正弦／餘弦圖樣提供分離線索。</a:t>
            </a:r>
          </a:p>
        </p:txBody>
      </p:sp>
      <p:sp>
        <p:nvSpPr>
          <p:cNvPr id="36" name="pattern-phase-assumption">
            <a:extLst xmlns:a="http://schemas.openxmlformats.org/drawingml/2006/main">
              <a:ext uri="{FF2B5EF4-FFF2-40B4-BE49-F238E27FC236}">
                <a16:creationId xmlns:a16="http://schemas.microsoft.com/office/drawing/2014/main" id="{3492C51E-EA08-42A1-B86F-CAEB8C21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91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φ_e：rad，小角度一階近似。</a:t>
            </a:r>
          </a:p>
        </p:txBody>
      </p:sp>
      <p:sp>
        <p:nvSpPr>
          <p:cNvPr id="37" name="pattern-x-axis-label">
            <a:extLst xmlns:a="http://schemas.openxmlformats.org/drawingml/2006/main">
              <a:ext uri="{FF2B5EF4-FFF2-40B4-BE49-F238E27FC236}">
                <a16:creationId xmlns:a16="http://schemas.microsoft.com/office/drawing/2014/main" id="{6C2B45E3-185F-4CA1-A83A-7F168B79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95950"/>
            <a:ext cx="510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感測器訊號相位 ε（°）</a:t>
            </a:r>
          </a:p>
        </p:txBody>
      </p:sp>
      <p:sp>
        <p:nvSpPr>
          <p:cNvPr id="38" name="pattern-limit-1">
            <a:extLst xmlns:a="http://schemas.openxmlformats.org/drawingml/2006/main">
              <a:ext uri="{FF2B5EF4-FFF2-40B4-BE49-F238E27FC236}">
                <a16:creationId xmlns:a16="http://schemas.microsoft.com/office/drawing/2014/main" id="{73F0399F-61F2-46BA-BA18-AAAB9EE9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頻率基準：1×、2× 以感測器訊號週期定義，不能直接視為機械每轉一圈。</a:t>
            </a:r>
          </a:p>
        </p:txBody>
      </p:sp>
      <p:sp>
        <p:nvSpPr>
          <p:cNvPr id="39" name="pattern-limit-2">
            <a:extLst xmlns:a="http://schemas.openxmlformats.org/drawingml/2006/main">
              <a:ext uri="{FF2B5EF4-FFF2-40B4-BE49-F238E27FC236}">
                <a16:creationId xmlns:a16="http://schemas.microsoft.com/office/drawing/2014/main" id="{5129FFE6-53FD-4276-AF68-C0FD421E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適用條件：高次諧波也可能落入相同頻帶，僅憑一倍頻或兩倍頻，無法唯一判定誤差來源。</a:t>
            </a:r>
          </a:p>
        </p:txBody>
      </p:sp>
      <p:sp>
        <p:nvSpPr>
          <p:cNvPr id="40" name="pattern-limit-3">
            <a:extLst xmlns:a="http://schemas.openxmlformats.org/drawingml/2006/main">
              <a:ext uri="{FF2B5EF4-FFF2-40B4-BE49-F238E27FC236}">
                <a16:creationId xmlns:a16="http://schemas.microsoft.com/office/drawing/2014/main" id="{7AA229C9-ABE2-4475-ADC1-7E7F9F5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接回殘差：本圖畫 q−q̄；改用第 8 頁的 e=1−q 時，週期成分會反號。實際學習仍保留平均值資訊。</a:t>
            </a:r>
          </a:p>
        </p:txBody>
      </p:sp>
    </p:spTree>
    <p:extLst>
      <p:ext uri="{BB962C8B-B14F-4D97-AF65-F5344CB8AC3E}">
        <p14:creationId xmlns:p14="http://schemas.microsoft.com/office/powerpoint/2010/main" val="792293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AD5496-89C6-4C16-8C57-E9EB34E0A010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0010775" y="55435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18D75-C1EF-4369-A797-1279AE165F54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439150" y="554355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8325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FE1BAB-35CC-4144-8B88-3EAB692E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6E2DAC97-9684-4D29-938C-2518CBF6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相關解調與調整方向">
            <a:extLst xmlns:a="http://schemas.openxmlformats.org/drawingml/2006/main">
              <a:ext uri="{FF2B5EF4-FFF2-40B4-BE49-F238E27FC236}">
                <a16:creationId xmlns:a16="http://schemas.microsoft.com/office/drawing/2014/main" id="{72C180FA-7CB3-4699-95A1-F96DB332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相關解調與調整方向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61D9B3-ADFB-4CD9-96FF-C2C749FE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相關運算如何取得參數調整方向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2AD52-A3DD-4E83-A10B-D4C3C01E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D4964F69-2D0A-47B5-AFD7-9C52BFEF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p.51／R5、D3；角度相關教學例</a:t>
            </a:r>
          </a:p>
        </p:txBody>
      </p:sp>
      <p:sp>
        <p:nvSpPr>
          <p:cNvPr id="7" name="10 / 14">
            <a:extLst xmlns:a="http://schemas.openxmlformats.org/drawingml/2006/main">
              <a:ext uri="{FF2B5EF4-FFF2-40B4-BE49-F238E27FC236}">
                <a16:creationId xmlns:a16="http://schemas.microsoft.com/office/drawing/2014/main" id="{E6DC681E-2E2D-41B9-B59D-3E9783B2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10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0D382-BEE7-427F-80A4-BD8944E07B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79fb2b0034689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correlation-opening">
            <a:extLst xmlns:a="http://schemas.openxmlformats.org/drawingml/2006/main">
              <a:ext uri="{FF2B5EF4-FFF2-40B4-BE49-F238E27FC236}">
                <a16:creationId xmlns:a16="http://schemas.microsoft.com/office/drawing/2014/main" id="{2C825BD7-4C52-4EC2-9940-79F2C53D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將殘差乘上對應的角度圖樣，使該成分產生直流平均值；</a:t>
            </a:r>
          </a:p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平均值的正負，再配合補償參數的作用方向，決定如何修正。</a:t>
            </a:r>
          </a:p>
        </p:txBody>
      </p:sp>
      <p:sp>
        <p:nvSpPr>
          <p:cNvPr id="10" name="correlation-multiplication-heading">
            <a:extLst xmlns:a="http://schemas.openxmlformats.org/drawingml/2006/main">
              <a:ext uri="{FF2B5EF4-FFF2-40B4-BE49-F238E27FC236}">
                <a16:creationId xmlns:a16="http://schemas.microsoft.com/office/drawing/2014/main" id="{D835DF9E-5210-4275-982B-E093F841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① 相乘：讓指定圖樣產生直流分量</a:t>
            </a:r>
          </a:p>
        </p:txBody>
      </p:sp>
      <p:sp>
        <p:nvSpPr>
          <p:cNvPr id="11" name="correlation-residual-introduction">
            <a:extLst xmlns:a="http://schemas.openxmlformats.org/drawingml/2006/main">
              <a:ext uri="{FF2B5EF4-FFF2-40B4-BE49-F238E27FC236}">
                <a16:creationId xmlns:a16="http://schemas.microsoft.com/office/drawing/2014/main" id="{774EE978-08A6-43A5-8760-A80F4C86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以同時包含兩倍頻餘弦與正弦的教學殘差為例：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rrelation-residual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BDE4E84E-E245-449B-8CB3-A331AB29CC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2781300"/>
                <a:ext cx="628650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−0.12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cos(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− 0.10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sin(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correlation-residual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BDE4E84E-E245-449B-8CB3-A331AB29CC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652587" y="2824162"/>
                <a:ext cx="4200525" cy="2286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8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3" name="correlation-reference-pattern">
            <a:extLst xmlns:a="http://schemas.openxmlformats.org/drawingml/2006/main">
              <a:ext uri="{FF2B5EF4-FFF2-40B4-BE49-F238E27FC236}">
                <a16:creationId xmlns:a16="http://schemas.microsoft.com/office/drawing/2014/main" id="{21D5BF71-9C9F-453B-B9E2-10509BF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若要觀察其中的餘弦成分，就將整條殘差乘上 cos(2ε)：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rrelation-produc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EE647C7F-6661-4CF6-9195-081B2E9EB5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3381375"/>
                <a:ext cx="628650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0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(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cos(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2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−0.06 − 0.06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cos(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4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− 0.05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sin(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4</m:t>
                      </m:r>
                      <m: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ε</m:t>
                      </m:r>
                      <m:r>
                        <m:rPr>
                          <m:sty m:val="p"/>
                        </m:rPr>
                        <a:rPr sz="180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correlation-produc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EE647C7F-6661-4CF6-9195-081B2E9EB5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38212" y="3433762"/>
                <a:ext cx="5629275" cy="2095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19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5" name="correlation-dc-mechanism">
            <a:extLst xmlns:a="http://schemas.openxmlformats.org/drawingml/2006/main">
              <a:ext uri="{FF2B5EF4-FFF2-40B4-BE49-F238E27FC236}">
                <a16:creationId xmlns:a16="http://schemas.microsoft.com/office/drawing/2014/main" id="{ECE55578-BAB3-4967-B430-3F6F7326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原本的兩倍頻餘弦，乘完後產生固定值 −0.06；</a:t>
            </a:r>
          </a:p>
          <a:p xmlns:a="http://schemas.openxmlformats.org/drawingml/2006/main">
            <a:pPr>
              <a:buNone/>
              <a:def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正弦成分則只形成四倍頻交流項。</a:t>
            </a:r>
          </a:p>
        </p:txBody>
      </p:sp>
      <p:sp>
        <p:nvSpPr>
          <p:cNvPr id="16" name="correlation-average-heading">
            <a:extLst xmlns:a="http://schemas.openxmlformats.org/drawingml/2006/main">
              <a:ext uri="{FF2B5EF4-FFF2-40B4-BE49-F238E27FC236}">
                <a16:creationId xmlns:a16="http://schemas.microsoft.com/office/drawing/2014/main" id="{1505E0EA-48B9-46A3-B02E-0EE652C9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② 平均：交流項抵消，留下帶正負號的相關值</a:t>
            </a:r>
          </a:p>
        </p:txBody>
      </p:sp>
      <p:sp>
        <p:nvSpPr>
          <p:cNvPr id="17" name="correlation-angle-average-condition">
            <a:extLst xmlns:a="http://schemas.openxmlformats.org/drawingml/2006/main">
              <a:ext uri="{FF2B5EF4-FFF2-40B4-BE49-F238E27FC236}">
                <a16:creationId xmlns:a16="http://schemas.microsoft.com/office/drawing/2014/main" id="{A19AD2E7-F182-4A25-8478-CC7D7F87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完整訊號週期、均勻角度加權下，四倍頻的正負面積互相抵消：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rrelation-averag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BE159373-285A-4283-9E48-037D781E10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4676775"/>
                <a:ext cx="390525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d>
                            <m:dPr>
                              <m:begChr m:val="〈"/>
                              <m:endChr m:val="〉"/>
                              <m:grow m:val="1"/>
                            </m:dPr>
                            <m:e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e</m:t>
                              </m:r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(</m:t>
                              </m:r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ε</m:t>
                              </m:r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)</m:t>
                              </m:r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 cos(</m:t>
                              </m:r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ε</m:t>
                              </m:r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)</m:t>
                              </m:r>
                            </m:e>
                          </m:d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ε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−0.06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correlation-averag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BE159373-285A-4283-9E48-037D781E10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66507" y="4676775"/>
                <a:ext cx="3191435" cy="3048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0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9" name="correlation-negative-component">
            <a:extLst xmlns:a="http://schemas.openxmlformats.org/drawingml/2006/main">
              <a:ext uri="{FF2B5EF4-FFF2-40B4-BE49-F238E27FC236}">
                <a16:creationId xmlns:a16="http://schemas.microsoft.com/office/drawing/2014/main" id="{7DA7D9D7-87AA-40A2-9910-D27871C5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767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殘差中存在負的</a:t>
            </a:r>
          </a:p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兩倍頻餘弦成分。</a:t>
            </a:r>
          </a:p>
        </p:txBody>
      </p:sp>
      <p:sp>
        <p:nvSpPr>
          <p:cNvPr id="20" name="correlation-symbols">
            <a:extLst xmlns:a="http://schemas.openxmlformats.org/drawingml/2006/main">
              <a:ext uri="{FF2B5EF4-FFF2-40B4-BE49-F238E27FC236}">
                <a16:creationId xmlns:a16="http://schemas.microsoft.com/office/drawing/2014/main" id="{6AC17CA5-CADA-484F-BB8E-AE3C28B4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28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ε 是感測器訊號相位；〈·〉ε 代表完整訊號週期的角度平均。</a:t>
            </a:r>
          </a:p>
        </p:txBody>
      </p:sp>
      <p:sp>
        <p:nvSpPr>
          <p:cNvPr id="21" name="correlation-adjustment-heading">
            <a:extLst xmlns:a="http://schemas.openxmlformats.org/drawingml/2006/main">
              <a:ext uri="{FF2B5EF4-FFF2-40B4-BE49-F238E27FC236}">
                <a16:creationId xmlns:a16="http://schemas.microsoft.com/office/drawing/2014/main" id="{BE228ACE-488B-42F3-8B0F-EE69D7EF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628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13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③ 調整：依補償定義，決定參數增減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rrelation-gains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C85DB72A-8661-4C3B-9EDD-14A6E1A3E64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5486400"/>
                <a:ext cx="628650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,   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v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− </m:t>
                      </m:r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2" name="correlation-gains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C85DB72A-8661-4C3B-9EDD-14A6E1A3E64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266950" y="5524500"/>
                <a:ext cx="2971800" cy="2286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23" name="correlation-x-axis-label">
            <a:extLst xmlns:a="http://schemas.openxmlformats.org/drawingml/2006/main">
              <a:ext uri="{FF2B5EF4-FFF2-40B4-BE49-F238E27FC236}">
                <a16:creationId xmlns:a16="http://schemas.microsoft.com/office/drawing/2014/main" id="{AF1B6A46-12AC-422A-A0C6-1A9B1449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443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共用橫軸：感測器訊號相位 ε（°）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684AE-7EB3-486F-B3DA-90B82748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315B80"/>
            </a:solidFill>
            <a:prstDash val="solid"/>
          </a:ln>
        </p:spPr>
      </p:sp>
      <p:sp>
        <p:nvSpPr>
          <p:cNvPr id="25" name="correlation-residual-legend">
            <a:extLst xmlns:a="http://schemas.openxmlformats.org/drawingml/2006/main">
              <a:ext uri="{FF2B5EF4-FFF2-40B4-BE49-F238E27FC236}">
                <a16:creationId xmlns:a16="http://schemas.microsoft.com/office/drawing/2014/main" id="{44F6941D-725B-4468-9FD8-BE800B20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193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原始殘差 e</a:t>
            </a:r>
          </a:p>
        </p:txBody>
      </p:sp>
      <p:sp>
        <p:nvSpPr>
          <p:cNvPr id="26" name="correlation-y-axis-label">
            <a:extLst xmlns:a="http://schemas.openxmlformats.org/drawingml/2006/main">
              <a:ext uri="{FF2B5EF4-FFF2-40B4-BE49-F238E27FC236}">
                <a16:creationId xmlns:a16="http://schemas.microsoft.com/office/drawing/2014/main" id="{DD963623-42E4-4E5C-ACD1-BA643209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383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正規化數值</a:t>
            </a:r>
          </a:p>
        </p:txBody>
      </p:sp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D0A99EF7-6FF2-4969-B78A-ACA6A4B8AB60}"/>
              </a:ext>
            </a:extLst>
          </p:cNvPr>
          <p:cNvGraphicFramePr/>
          <p:nvPr/>
        </p:nvGraphicFramePr>
        <p:xfrm>
          <a:off xmlns:a="http://schemas.openxmlformats.org/drawingml/2006/main" x="7143750" y="2476500"/>
          <a:ext xmlns:a="http://schemas.openxmlformats.org/drawingml/2006/main" cx="4438650" cy="1114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60d554160c47d6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568271-82CE-4C44-B4D5-2A3A9B36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25776C"/>
            </a:solidFill>
            <a:prstDash val="solid"/>
          </a:ln>
        </p:spPr>
      </p:sp>
      <p:sp>
        <p:nvSpPr>
          <p:cNvPr id="29" name="correlation-product-legend">
            <a:extLst xmlns:a="http://schemas.openxmlformats.org/drawingml/2006/main">
              <a:ext uri="{FF2B5EF4-FFF2-40B4-BE49-F238E27FC236}">
                <a16:creationId xmlns:a16="http://schemas.microsoft.com/office/drawing/2014/main" id="{0F7C4DD3-1D21-42C4-B954-049DE1B5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0522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乘積 e·cos(2ε)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E0ABF8-8A9A-4A74-82E1-4FB3F7FC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385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AC8325"/>
            </a:solidFill>
            <a:prstDash val="solid"/>
          </a:ln>
        </p:spPr>
      </p:sp>
      <p:sp>
        <p:nvSpPr>
          <p:cNvPr id="31" name="correlation-mean-legend">
            <a:extLst xmlns:a="http://schemas.openxmlformats.org/drawingml/2006/main">
              <a:ext uri="{FF2B5EF4-FFF2-40B4-BE49-F238E27FC236}">
                <a16:creationId xmlns:a16="http://schemas.microsoft.com/office/drawing/2014/main" id="{446E5564-C9A2-40DF-BB84-1A640DE0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242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角度平均值 −0.06</a:t>
            </a:r>
          </a:p>
        </p:txBody>
      </p:sp>
      <p:graphicFrame>
        <p:nvGraphicFramePr>
          <p:cNvPr id="32" name="Chart">
            <a:extLst xmlns:a="http://schemas.openxmlformats.org/drawingml/2006/main">
              <a:ext uri="{FF2B5EF4-FFF2-40B4-BE49-F238E27FC236}">
                <a16:creationId xmlns:a16="http://schemas.microsoft.com/office/drawing/2014/main" id="{7DC525DA-0C0F-4584-A1F5-F22699FC3B16}"/>
              </a:ext>
            </a:extLst>
          </p:cNvPr>
          <p:cNvGraphicFramePr/>
          <p:nvPr/>
        </p:nvGraphicFramePr>
        <p:xfrm>
          <a:off xmlns:a="http://schemas.openxmlformats.org/drawingml/2006/main" x="7143750" y="4000500"/>
          <a:ext xmlns:a="http://schemas.openxmlformats.org/drawingml/2006/main" cx="4438650" cy="1114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aee36ed3a14203"/>
          </a:graphicData>
        </a:graphic>
      </p:graphicFrame>
      <p:sp>
        <p:nvSpPr>
          <p:cNvPr id="33" name="correlation-cause-0">
            <a:extLst xmlns:a="http://schemas.openxmlformats.org/drawingml/2006/main">
              <a:ext uri="{FF2B5EF4-FFF2-40B4-BE49-F238E27FC236}">
                <a16:creationId xmlns:a16="http://schemas.microsoft.com/office/drawing/2014/main" id="{D4AD09B6-7619-4201-ABEB-0AC06192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95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相關平均值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為負</a:t>
            </a:r>
          </a:p>
        </p:txBody>
      </p:sp>
      <p:sp>
        <p:nvSpPr>
          <p:cNvPr id="34" name="correlation-cause-1">
            <a:extLst xmlns:a="http://schemas.openxmlformats.org/drawingml/2006/main">
              <a:ext uri="{FF2B5EF4-FFF2-40B4-BE49-F238E27FC236}">
                <a16:creationId xmlns:a16="http://schemas.microsoft.com/office/drawing/2014/main" id="{C772002D-7E02-4536-B002-2EEFEDDB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95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差動增益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g_d 減小</a:t>
            </a:r>
          </a:p>
        </p:txBody>
      </p:sp>
      <p:sp>
        <p:nvSpPr>
          <p:cNvPr id="35" name="correlation-cause-2">
            <a:extLst xmlns:a="http://schemas.openxmlformats.org/drawingml/2006/main">
              <a:ext uri="{FF2B5EF4-FFF2-40B4-BE49-F238E27FC236}">
                <a16:creationId xmlns:a16="http://schemas.microsoft.com/office/drawing/2014/main" id="{B1113705-7776-426F-B988-F515DD39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95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66675" tIns="66675" rIns="66675" bIns="66675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a 路增益下降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b 路增益上升</a:t>
            </a:r>
          </a:p>
        </p:txBody>
      </p:sp>
      <p:sp>
        <p:nvSpPr>
          <p:cNvPr id="38" name="correlation-gain-causality">
            <a:extLst xmlns:a="http://schemas.openxmlformats.org/drawingml/2006/main">
              <a:ext uri="{FF2B5EF4-FFF2-40B4-BE49-F238E27FC236}">
                <a16:creationId xmlns:a16="http://schemas.microsoft.com/office/drawing/2014/main" id="{96367A3B-8949-4552-9620-4A6E57F5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接近理想、振幅不匹配為主時，負相關使 g_d 減小。固定 g_c 觀察，a 路增益下降、b 路增益上升，修正振幅不平衡。</a:t>
            </a:r>
          </a:p>
        </p:txBody>
      </p:sp>
      <p:sp>
        <p:nvSpPr>
          <p:cNvPr id="39" name="correlation-note-1">
            <a:extLst xmlns:a="http://schemas.openxmlformats.org/drawingml/2006/main">
              <a:ext uri="{FF2B5EF4-FFF2-40B4-BE49-F238E27FC236}">
                <a16:creationId xmlns:a16="http://schemas.microsoft.com/office/drawing/2014/main" id="{86F30ED8-821D-47D0-B9FD-853F236D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實際學習仍使用完整的 e=1−q，不先扣除平均值；緩慢累積會保留交流漣波，不能視為有限時間內完全消除交流。</a:t>
            </a:r>
          </a:p>
        </p:txBody>
      </p:sp>
      <p:sp>
        <p:nvSpPr>
          <p:cNvPr id="40" name="correlation-note-2">
            <a:extLst xmlns:a="http://schemas.openxmlformats.org/drawingml/2006/main">
              <a:ext uri="{FF2B5EF4-FFF2-40B4-BE49-F238E27FC236}">
                <a16:creationId xmlns:a16="http://schemas.microsoft.com/office/drawing/2014/main" id="{E1A5FBFD-A7B2-4489-9840-916F7CD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參數調整極性依各通道的補償定義配置。圖中的 cos(2ε) 用於解釋原理；實作由補償後訊號建立相關圖樣，下一頁再說明五個通道的分工。</a:t>
            </a:r>
          </a:p>
        </p:txBody>
      </p:sp>
    </p:spTree>
    <p:extLst>
      <p:ext uri="{BB962C8B-B14F-4D97-AF65-F5344CB8AC3E}">
        <p14:creationId xmlns:p14="http://schemas.microsoft.com/office/powerpoint/2010/main" val="1771085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4" name="learning-feedback-to-front">
            <a:extLst xmlns:a="http://schemas.openxmlformats.org/drawingml/2006/main">
              <a:ext uri="{FF2B5EF4-FFF2-40B4-BE49-F238E27FC236}">
                <a16:creationId xmlns:a16="http://schemas.microsoft.com/office/drawing/2014/main" id="{8A553EB9-3B15-4FA9-9B6D-9E8E38EF8383}"/>
              </a:ext>
            </a:extLst>
          </p:cNvPr>
          <p:cNvCxnSpPr>
            <a:stCxn xmlns:a="http://schemas.openxmlformats.org/drawingml/2006/main" id="10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95275" y="35623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103" name="learning-feedback-up">
            <a:extLst xmlns:a="http://schemas.openxmlformats.org/drawingml/2006/main">
              <a:ext uri="{FF2B5EF4-FFF2-40B4-BE49-F238E27FC236}">
                <a16:creationId xmlns:a16="http://schemas.microsoft.com/office/drawing/2014/main" id="{F55AE57C-03DA-48A2-B626-EDE95D60E156}"/>
              </a:ext>
            </a:extLst>
          </p:cNvPr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285750" y="3571875"/>
            <a:ext cx="0" cy="1885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</a:ln>
        </p:spPr>
      </p:cxnSp>
      <p:cxnSp>
        <p:nvCxnSpPr>
          <p:cNvPr id="102" name="learning-feedback-left">
            <a:extLst xmlns:a="http://schemas.openxmlformats.org/drawingml/2006/main">
              <a:ext uri="{FF2B5EF4-FFF2-40B4-BE49-F238E27FC236}">
                <a16:creationId xmlns:a16="http://schemas.microsoft.com/office/drawing/2014/main" id="{EF38F76F-9CFF-411A-989D-DFD0A38583F3}"/>
              </a:ext>
            </a:extLst>
          </p:cNvPr>
          <p:cNvCxnSpPr>
            <a:stCxn xmlns:a="http://schemas.openxmlformats.org/drawingml/2006/main" id="98" idx="1"/>
            <a:endCxn xmlns:a="http://schemas.openxmlformats.org/drawingml/2006/main" id="99" idx="3"/>
          </p:cNvCxnSpPr>
          <p:nvPr/>
        </p:nvCxnSpPr>
        <p:spPr>
          <a:xfrm xmlns:a="http://schemas.openxmlformats.org/drawingml/2006/main" flipH="1">
            <a:off x="295275" y="5467350"/>
            <a:ext cx="104870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</a:ln>
        </p:spPr>
      </p:cxnSp>
      <p:cxnSp>
        <p:nvCxnSpPr>
          <p:cNvPr id="101" name="learning-feedback-down">
            <a:extLst xmlns:a="http://schemas.openxmlformats.org/drawingml/2006/main">
              <a:ext uri="{FF2B5EF4-FFF2-40B4-BE49-F238E27FC236}">
                <a16:creationId xmlns:a16="http://schemas.microsoft.com/office/drawing/2014/main" id="{4C6140D6-04D4-400C-9D61-87DEC98CC813}"/>
              </a:ext>
            </a:extLst>
          </p:cNvPr>
          <p:cNvCxnSpPr>
            <a:stCxn xmlns:a="http://schemas.openxmlformats.org/drawingml/2006/main" id="96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0791825" y="460057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</a:ln>
        </p:spPr>
      </p:cxnSp>
      <p:cxnSp>
        <p:nvCxnSpPr>
          <p:cNvPr id="97" name="learning-merge-to-update">
            <a:extLst xmlns:a="http://schemas.openxmlformats.org/drawingml/2006/main">
              <a:ext uri="{FF2B5EF4-FFF2-40B4-BE49-F238E27FC236}">
                <a16:creationId xmlns:a16="http://schemas.microsoft.com/office/drawing/2014/main" id="{A4EDD81F-F33D-43DA-957A-06780627CBEE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629775" y="42576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95" name="learning-branch-4-merge">
            <a:extLst xmlns:a="http://schemas.openxmlformats.org/drawingml/2006/main">
              <a:ext uri="{FF2B5EF4-FFF2-40B4-BE49-F238E27FC236}">
                <a16:creationId xmlns:a16="http://schemas.microsoft.com/office/drawing/2014/main" id="{2E6E7A9B-3A8D-4652-AB18-6063644DEA0A}"/>
              </a:ext>
            </a:extLst>
          </p:cNvPr>
          <p:cNvCxnSpPr>
            <a:stCxn xmlns:a="http://schemas.openxmlformats.org/drawingml/2006/main" id="87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296400" y="50577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94" name="learning-branch-4-state">
            <a:extLst xmlns:a="http://schemas.openxmlformats.org/drawingml/2006/main">
              <a:ext uri="{FF2B5EF4-FFF2-40B4-BE49-F238E27FC236}">
                <a16:creationId xmlns:a16="http://schemas.microsoft.com/office/drawing/2014/main" id="{AAB99308-0CA6-4EF0-9F36-35F219E757D9}"/>
              </a:ext>
            </a:extLst>
          </p:cNvPr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5314950" y="5057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93" name="learning-branch-4-integrate">
            <a:extLst xmlns:a="http://schemas.openxmlformats.org/drawingml/2006/main">
              <a:ext uri="{FF2B5EF4-FFF2-40B4-BE49-F238E27FC236}">
                <a16:creationId xmlns:a16="http://schemas.microsoft.com/office/drawing/2014/main" id="{B80427FD-5E60-4D9A-95C4-51EB73FAECEC}"/>
              </a:ext>
            </a:extLst>
          </p:cNvPr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600450" y="5057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92" name="learning-branch-4-input">
            <a:extLst xmlns:a="http://schemas.openxmlformats.org/drawingml/2006/main">
              <a:ext uri="{FF2B5EF4-FFF2-40B4-BE49-F238E27FC236}">
                <a16:creationId xmlns:a16="http://schemas.microsoft.com/office/drawing/2014/main" id="{F255A0EB-B29C-4327-BAA7-EF807DC16B6C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2019300" y="50577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84" name="learning-branch-3-merge">
            <a:extLst xmlns:a="http://schemas.openxmlformats.org/drawingml/2006/main">
              <a:ext uri="{FF2B5EF4-FFF2-40B4-BE49-F238E27FC236}">
                <a16:creationId xmlns:a16="http://schemas.microsoft.com/office/drawing/2014/main" id="{F7D96240-F7A4-4F3D-B265-1C09D472BCD3}"/>
              </a:ext>
            </a:extLst>
          </p:cNvPr>
          <p:cNvCxnSpPr>
            <a:stCxn xmlns:a="http://schemas.openxmlformats.org/drawingml/2006/main" id="7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296400" y="46577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83" name="learning-branch-3-state">
            <a:extLst xmlns:a="http://schemas.openxmlformats.org/drawingml/2006/main">
              <a:ext uri="{FF2B5EF4-FFF2-40B4-BE49-F238E27FC236}">
                <a16:creationId xmlns:a16="http://schemas.microsoft.com/office/drawing/2014/main" id="{AD3575AB-E583-498A-953E-2E810609EF7C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5314950" y="4657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82" name="learning-branch-3-integrate">
            <a:extLst xmlns:a="http://schemas.openxmlformats.org/drawingml/2006/main">
              <a:ext uri="{FF2B5EF4-FFF2-40B4-BE49-F238E27FC236}">
                <a16:creationId xmlns:a16="http://schemas.microsoft.com/office/drawing/2014/main" id="{C07A96BE-A8BF-4AC6-A92A-1A46F47DE6F8}"/>
              </a:ext>
            </a:extLst>
          </p:cNvPr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3600450" y="46577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81" name="learning-branch-3-input">
            <a:extLst xmlns:a="http://schemas.openxmlformats.org/drawingml/2006/main">
              <a:ext uri="{FF2B5EF4-FFF2-40B4-BE49-F238E27FC236}">
                <a16:creationId xmlns:a16="http://schemas.microsoft.com/office/drawing/2014/main" id="{C3B7F59A-2458-429C-AC86-797EDA02D963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2019300" y="46577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73" name="learning-branch-2-merge">
            <a:extLst xmlns:a="http://schemas.openxmlformats.org/drawingml/2006/main">
              <a:ext uri="{FF2B5EF4-FFF2-40B4-BE49-F238E27FC236}">
                <a16:creationId xmlns:a16="http://schemas.microsoft.com/office/drawing/2014/main" id="{BD505FA1-8783-4951-9303-31D1C9C94E13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96400" y="42576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72" name="learning-branch-2-state">
            <a:extLst xmlns:a="http://schemas.openxmlformats.org/drawingml/2006/main">
              <a:ext uri="{FF2B5EF4-FFF2-40B4-BE49-F238E27FC236}">
                <a16:creationId xmlns:a16="http://schemas.microsoft.com/office/drawing/2014/main" id="{38CFD36B-9E74-49D6-BA11-78256215C046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5314950" y="4257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71" name="learning-branch-2-integrate">
            <a:extLst xmlns:a="http://schemas.openxmlformats.org/drawingml/2006/main">
              <a:ext uri="{FF2B5EF4-FFF2-40B4-BE49-F238E27FC236}">
                <a16:creationId xmlns:a16="http://schemas.microsoft.com/office/drawing/2014/main" id="{AD8130BF-172D-4C21-BAB2-EE019DDB65A1}"/>
              </a:ext>
            </a:extLst>
          </p:cNvPr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3600450" y="4257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70" name="learning-branch-2-input">
            <a:extLst xmlns:a="http://schemas.openxmlformats.org/drawingml/2006/main">
              <a:ext uri="{FF2B5EF4-FFF2-40B4-BE49-F238E27FC236}">
                <a16:creationId xmlns:a16="http://schemas.microsoft.com/office/drawing/2014/main" id="{C8358C49-39FB-46DA-A175-107BA4156332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2019300" y="42576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AC8325"/>
            </a:solidFill>
            <a:tailEnd type="triangle" w="med" len="med"/>
          </a:ln>
        </p:spPr>
      </p:cxnSp>
      <p:cxnSp>
        <p:nvCxnSpPr>
          <p:cNvPr id="62" name="learning-branch-1-merge">
            <a:extLst xmlns:a="http://schemas.openxmlformats.org/drawingml/2006/main">
              <a:ext uri="{FF2B5EF4-FFF2-40B4-BE49-F238E27FC236}">
                <a16:creationId xmlns:a16="http://schemas.microsoft.com/office/drawing/2014/main" id="{CD89EC22-6717-44A0-A5CB-BE783F25C26E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296400" y="38576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61" name="learning-branch-1-state">
            <a:extLst xmlns:a="http://schemas.openxmlformats.org/drawingml/2006/main">
              <a:ext uri="{FF2B5EF4-FFF2-40B4-BE49-F238E27FC236}">
                <a16:creationId xmlns:a16="http://schemas.microsoft.com/office/drawing/2014/main" id="{462A0FDE-A2CE-42C1-AF0E-BBAAD511CBAC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5314950" y="3857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60" name="learning-branch-1-integrate">
            <a:extLst xmlns:a="http://schemas.openxmlformats.org/drawingml/2006/main">
              <a:ext uri="{FF2B5EF4-FFF2-40B4-BE49-F238E27FC236}">
                <a16:creationId xmlns:a16="http://schemas.microsoft.com/office/drawing/2014/main" id="{3CF67E68-B31A-45C4-9814-8C8D6BC04D9A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600450" y="3857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59" name="learning-branch-1-input">
            <a:extLst xmlns:a="http://schemas.openxmlformats.org/drawingml/2006/main">
              <a:ext uri="{FF2B5EF4-FFF2-40B4-BE49-F238E27FC236}">
                <a16:creationId xmlns:a16="http://schemas.microsoft.com/office/drawing/2014/main" id="{EF65D957-32F8-4680-8346-1A77B349B70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019300" y="3857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51" name="learning-branch-0-merge">
            <a:extLst xmlns:a="http://schemas.openxmlformats.org/drawingml/2006/main">
              <a:ext uri="{FF2B5EF4-FFF2-40B4-BE49-F238E27FC236}">
                <a16:creationId xmlns:a16="http://schemas.microsoft.com/office/drawing/2014/main" id="{313035EA-B136-466E-BDAF-738BA08943E4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296400" y="34575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50" name="learning-branch-0-state">
            <a:extLst xmlns:a="http://schemas.openxmlformats.org/drawingml/2006/main">
              <a:ext uri="{FF2B5EF4-FFF2-40B4-BE49-F238E27FC236}">
                <a16:creationId xmlns:a16="http://schemas.microsoft.com/office/drawing/2014/main" id="{B2A93971-C682-41B5-966B-5EAFCF3C3F00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31495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49" name="learning-branch-0-integrate">
            <a:extLst xmlns:a="http://schemas.openxmlformats.org/drawingml/2006/main">
              <a:ext uri="{FF2B5EF4-FFF2-40B4-BE49-F238E27FC236}">
                <a16:creationId xmlns:a16="http://schemas.microsoft.com/office/drawing/2014/main" id="{80E3BD50-5969-4AEB-BAC0-8ED7A6B44482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600450" y="3457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48" name="learning-branch-0-input">
            <a:extLst xmlns:a="http://schemas.openxmlformats.org/drawingml/2006/main">
              <a:ext uri="{FF2B5EF4-FFF2-40B4-BE49-F238E27FC236}">
                <a16:creationId xmlns:a16="http://schemas.microsoft.com/office/drawing/2014/main" id="{F8984B62-293E-4370-8A28-B451FB812427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019300" y="34575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15B80"/>
            </a:solidFill>
            <a:tailEnd type="triangle" w="med" len="med"/>
          </a:ln>
        </p:spPr>
      </p:cxnSp>
      <p:cxnSp>
        <p:nvCxnSpPr>
          <p:cNvPr id="37" name="learning-output-bus-3">
            <a:extLst xmlns:a="http://schemas.openxmlformats.org/drawingml/2006/main">
              <a:ext uri="{FF2B5EF4-FFF2-40B4-BE49-F238E27FC236}">
                <a16:creationId xmlns:a16="http://schemas.microsoft.com/office/drawing/2014/main" id="{D2A1DF7E-D2A1-4165-95FF-1B07F5283465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620250" y="46672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6" name="learning-source-bus-3">
            <a:extLst xmlns:a="http://schemas.openxmlformats.org/drawingml/2006/main">
              <a:ext uri="{FF2B5EF4-FFF2-40B4-BE49-F238E27FC236}">
                <a16:creationId xmlns:a16="http://schemas.microsoft.com/office/drawing/2014/main" id="{46F0E359-C5EF-4315-A06C-B21FF22689A0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2009775" y="46672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5" name="learning-output-bus-2">
            <a:extLst xmlns:a="http://schemas.openxmlformats.org/drawingml/2006/main">
              <a:ext uri="{FF2B5EF4-FFF2-40B4-BE49-F238E27FC236}">
                <a16:creationId xmlns:a16="http://schemas.microsoft.com/office/drawing/2014/main" id="{72B55BE6-C195-406E-9DD6-35617E9E191A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9620250" y="42672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4" name="learning-source-bus-2">
            <a:extLst xmlns:a="http://schemas.openxmlformats.org/drawingml/2006/main">
              <a:ext uri="{FF2B5EF4-FFF2-40B4-BE49-F238E27FC236}">
                <a16:creationId xmlns:a16="http://schemas.microsoft.com/office/drawing/2014/main" id="{91BB09C4-F32B-4F2E-8499-96586A372290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2009775" y="42672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3" name="learning-output-bus-1">
            <a:extLst xmlns:a="http://schemas.openxmlformats.org/drawingml/2006/main">
              <a:ext uri="{FF2B5EF4-FFF2-40B4-BE49-F238E27FC236}">
                <a16:creationId xmlns:a16="http://schemas.microsoft.com/office/drawing/2014/main" id="{41047A2E-D7AE-4013-823C-78F7F59CE815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620250" y="38671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2" name="learning-source-bus-1">
            <a:extLst xmlns:a="http://schemas.openxmlformats.org/drawingml/2006/main">
              <a:ext uri="{FF2B5EF4-FFF2-40B4-BE49-F238E27FC236}">
                <a16:creationId xmlns:a16="http://schemas.microsoft.com/office/drawing/2014/main" id="{065CF47C-DB98-46A9-950F-552340B3589C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2009775" y="38671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1" name="learning-output-bus-0">
            <a:extLst xmlns:a="http://schemas.openxmlformats.org/drawingml/2006/main">
              <a:ext uri="{FF2B5EF4-FFF2-40B4-BE49-F238E27FC236}">
                <a16:creationId xmlns:a16="http://schemas.microsoft.com/office/drawing/2014/main" id="{1B89F7CD-790C-423A-99BC-90B453883059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9620250" y="34671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30" name="learning-source-bus-0">
            <a:extLst xmlns:a="http://schemas.openxmlformats.org/drawingml/2006/main">
              <a:ext uri="{FF2B5EF4-FFF2-40B4-BE49-F238E27FC236}">
                <a16:creationId xmlns:a16="http://schemas.microsoft.com/office/drawing/2014/main" id="{1181A168-C193-472A-9BED-E2EEA96567DB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009775" y="34671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</a:ln>
        </p:spPr>
      </p:cxnSp>
      <p:cxnSp>
        <p:nvCxnSpPr>
          <p:cNvPr id="29" name="learning-residual-to-bus">
            <a:extLst xmlns:a="http://schemas.openxmlformats.org/drawingml/2006/main">
              <a:ext uri="{FF2B5EF4-FFF2-40B4-BE49-F238E27FC236}">
                <a16:creationId xmlns:a16="http://schemas.microsoft.com/office/drawing/2014/main" id="{65844221-F3EF-4262-B799-D5C0732B956F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733550" y="4257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  <a:tailEnd type="triangle" w="med" len="med"/>
          </a:ln>
        </p:spPr>
      </p:cxnSp>
      <p:cxnSp>
        <p:nvCxnSpPr>
          <p:cNvPr id="28" name="learning-front-to-residual">
            <a:extLst xmlns:a="http://schemas.openxmlformats.org/drawingml/2006/main">
              <a:ext uri="{FF2B5EF4-FFF2-40B4-BE49-F238E27FC236}">
                <a16:creationId xmlns:a16="http://schemas.microsoft.com/office/drawing/2014/main" id="{56A654AA-BB74-4297-90B4-F37555CD438C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171575" y="3848100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173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AD466A4-53F9-4794-85FC-29832C4F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4CCA3849-4C72-41ED-BB7D-DBC4EABC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五條平行學習路徑">
            <a:extLst xmlns:a="http://schemas.openxmlformats.org/drawingml/2006/main">
              <a:ext uri="{FF2B5EF4-FFF2-40B4-BE49-F238E27FC236}">
                <a16:creationId xmlns:a16="http://schemas.microsoft.com/office/drawing/2014/main" id="{44C066A0-5261-4A33-A54A-EB6B67D7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五條平行學習路徑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D0EEC8-5CF2-430C-BA74-ED4F8C49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五個積分器的分工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E5C75-3F35-4ACD-BF9D-7AA09726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572A7549-E0BF-4FD0-9F3F-12E5EEC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p.51, Fig. 4／R6、D2–D3；極性依本專案補償定義</a:t>
            </a:r>
          </a:p>
        </p:txBody>
      </p:sp>
      <p:sp>
        <p:nvSpPr>
          <p:cNvPr id="7" name="11 / 14">
            <a:extLst xmlns:a="http://schemas.openxmlformats.org/drawingml/2006/main">
              <a:ext uri="{FF2B5EF4-FFF2-40B4-BE49-F238E27FC236}">
                <a16:creationId xmlns:a16="http://schemas.microsoft.com/office/drawing/2014/main" id="{CE7A9121-A9F0-4508-8DE3-57184A6E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11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269F8-845F-4CB1-97A0-8DFF328702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218aa6f4c4c68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learning-opening">
            <a:extLst xmlns:a="http://schemas.openxmlformats.org/drawingml/2006/main">
              <a:ext uri="{FF2B5EF4-FFF2-40B4-BE49-F238E27FC236}">
                <a16:creationId xmlns:a16="http://schemas.microsoft.com/office/drawing/2014/main" id="{D182B0F5-F1AC-4D44-B95A-A8F0D5A1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五個積分器共用同一個殘差；不同的相關圖樣，讓各通道主要回應不同的誤差特徵，</a:t>
            </a:r>
          </a:p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再將結果緩慢累積為補償參數。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learning-c2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C189DA20-38BC-45F2-B086-E80619287E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2143125"/>
                <a:ext cx="5219700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f>
                        <m:num>
                          <m:sSup>
                            <m:e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 − </m:t>
                          </m:r>
                          <m:sSup>
                            <m:e>
                              <m: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1875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den>
                      </m:f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cos(2</m:t>
                      </m:r>
                      <m:acc>
                        <m:accPr>
                          <m:chr m:val="̂"/>
                        </m:accPr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ε</m:t>
                          </m:r>
                        </m:e>
                      </m:acc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learning-c2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C189DA20-38BC-45F2-B086-E80619287E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94194" y="2143125"/>
                <a:ext cx="2250512" cy="5429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learning-s2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72A9AD7-D051-4DAC-AA15-F288A75632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10300" y="2143125"/>
                <a:ext cx="5372100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8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x</m:t>
                          </m:r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y</m:t>
                          </m:r>
                        </m:num>
                        <m:den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q</m:t>
                          </m:r>
                        </m:den>
                      </m:f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sin(2</m:t>
                      </m:r>
                      <m:acc>
                        <m:accPr>
                          <m:chr m:val="̂"/>
                        </m:accPr>
                        <m:e>
                          <m:r>
                            <a:rPr sz="187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ε</m:t>
                          </m:r>
                        </m:e>
                      </m:acc>
                      <m:r>
                        <m:rPr>
                          <m:sty m:val="p"/>
                        </m:rPr>
                        <a:rPr sz="18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learning-s2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72A9AD7-D051-4DAC-AA15-F288A75632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899427" y="2143125"/>
                <a:ext cx="1993845" cy="5429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3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2" name="learning-valid-q-and-angle">
            <a:extLst xmlns:a="http://schemas.openxmlformats.org/drawingml/2006/main">
              <a:ext uri="{FF2B5EF4-FFF2-40B4-BE49-F238E27FC236}">
                <a16:creationId xmlns:a16="http://schemas.microsoft.com/office/drawing/2014/main" id="{6A402D36-9C0F-483D-98E8-5ACEAE9C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q=x²+y²，ε̂=atan2(y,x)；q 通過有效範圍檢查後計算。學習路徑不需要外部真實角度，也不必額外計算兩倍角三角函數。</a:t>
            </a:r>
          </a:p>
        </p:txBody>
      </p:sp>
      <p:sp>
        <p:nvSpPr>
          <p:cNvPr id="13" name="learning-pattern-origin">
            <a:extLst xmlns:a="http://schemas.openxmlformats.org/drawingml/2006/main">
              <a:ext uri="{FF2B5EF4-FFF2-40B4-BE49-F238E27FC236}">
                <a16:creationId xmlns:a16="http://schemas.microsoft.com/office/drawing/2014/main" id="{3F7C8BC7-A384-4BC6-AAB7-FA93E2C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補償接近理想時，這些圖樣才進一步近似真實相位 ε 的圖樣。 x ≈ cos ε；y ≈ sin ε（單位峰值）。</a:t>
            </a:r>
          </a:p>
        </p:txBody>
      </p:sp>
      <p:sp>
        <p:nvSpPr>
          <p:cNvPr id="14" name="learning-front">
            <a:extLst xmlns:a="http://schemas.openxmlformats.org/drawingml/2006/main">
              <a:ext uri="{FF2B5EF4-FFF2-40B4-BE49-F238E27FC236}">
                <a16:creationId xmlns:a16="http://schemas.microsoft.com/office/drawing/2014/main" id="{FBBE4AAC-06D6-4A80-BA31-95659E3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123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</a:t>
            </a:r>
          </a:p>
        </p:txBody>
      </p:sp>
      <p:sp>
        <p:nvSpPr>
          <p:cNvPr id="15" name="learning-residual-node">
            <a:extLst xmlns:a="http://schemas.openxmlformats.org/drawingml/2006/main">
              <a:ext uri="{FF2B5EF4-FFF2-40B4-BE49-F238E27FC236}">
                <a16:creationId xmlns:a16="http://schemas.microsoft.com/office/drawing/2014/main" id="{47593F6F-84D8-4974-8E05-BEC3AAAA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123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learning-common-residual-label">
            <a:extLst xmlns:a="http://schemas.openxmlformats.org/drawingml/2006/main">
              <a:ext uri="{FF2B5EF4-FFF2-40B4-BE49-F238E27FC236}">
                <a16:creationId xmlns:a16="http://schemas.microsoft.com/office/drawing/2014/main" id="{8E4AA170-16F6-4A23-9E93-DB98B646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共用殘差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learning-residual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6EC8AFB5-5965-4380-9798-4F33488489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47700" y="4238625"/>
                <a:ext cx="1047750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1 − </m:t>
                      </m:r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7" name="learning-residual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6EC8AFB5-5965-4380-9798-4F33488489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42950" y="4281487"/>
                <a:ext cx="857250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4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8" name="learning-source-port-0">
            <a:extLst xmlns:a="http://schemas.openxmlformats.org/drawingml/2006/main">
              <a:ext uri="{FF2B5EF4-FFF2-40B4-BE49-F238E27FC236}">
                <a16:creationId xmlns:a16="http://schemas.microsoft.com/office/drawing/2014/main" id="{ED09D361-FE94-4B2D-A723-767C894C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48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learning-source-port-1">
            <a:extLst xmlns:a="http://schemas.openxmlformats.org/drawingml/2006/main">
              <a:ext uri="{FF2B5EF4-FFF2-40B4-BE49-F238E27FC236}">
                <a16:creationId xmlns:a16="http://schemas.microsoft.com/office/drawing/2014/main" id="{BEE42ED1-3292-4F93-99BC-5752B1DB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4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learning-source-port-2">
            <a:extLst xmlns:a="http://schemas.openxmlformats.org/drawingml/2006/main">
              <a:ext uri="{FF2B5EF4-FFF2-40B4-BE49-F238E27FC236}">
                <a16:creationId xmlns:a16="http://schemas.microsoft.com/office/drawing/2014/main" id="{2ADFDB6C-9629-4588-8D7E-D3E0E7CF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learning-source-port-3">
            <a:extLst xmlns:a="http://schemas.openxmlformats.org/drawingml/2006/main">
              <a:ext uri="{FF2B5EF4-FFF2-40B4-BE49-F238E27FC236}">
                <a16:creationId xmlns:a16="http://schemas.microsoft.com/office/drawing/2014/main" id="{2DB247A7-1E62-4C84-AC80-F989C3FF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48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learning-source-port-4">
            <a:extLst xmlns:a="http://schemas.openxmlformats.org/drawingml/2006/main">
              <a:ext uri="{FF2B5EF4-FFF2-40B4-BE49-F238E27FC236}">
                <a16:creationId xmlns:a16="http://schemas.microsoft.com/office/drawing/2014/main" id="{E1F6A3A3-20C9-4B5A-A16A-2696816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learning-output-port-0">
            <a:extLst xmlns:a="http://schemas.openxmlformats.org/drawingml/2006/main">
              <a:ext uri="{FF2B5EF4-FFF2-40B4-BE49-F238E27FC236}">
                <a16:creationId xmlns:a16="http://schemas.microsoft.com/office/drawing/2014/main" id="{28C667C5-7483-4ECA-A22B-301A1032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48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learning-output-port-1">
            <a:extLst xmlns:a="http://schemas.openxmlformats.org/drawingml/2006/main">
              <a:ext uri="{FF2B5EF4-FFF2-40B4-BE49-F238E27FC236}">
                <a16:creationId xmlns:a16="http://schemas.microsoft.com/office/drawing/2014/main" id="{6FCA87C6-2F20-4AE7-A218-4F8C21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84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learning-output-port-2">
            <a:extLst xmlns:a="http://schemas.openxmlformats.org/drawingml/2006/main">
              <a:ext uri="{FF2B5EF4-FFF2-40B4-BE49-F238E27FC236}">
                <a16:creationId xmlns:a16="http://schemas.microsoft.com/office/drawing/2014/main" id="{A51D14C2-0443-41B6-A313-145BDAA2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48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learning-output-port-3">
            <a:extLst xmlns:a="http://schemas.openxmlformats.org/drawingml/2006/main">
              <a:ext uri="{FF2B5EF4-FFF2-40B4-BE49-F238E27FC236}">
                <a16:creationId xmlns:a16="http://schemas.microsoft.com/office/drawing/2014/main" id="{2E58CACF-1B24-48D9-BE88-2BA99DDD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48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learning-output-port-4">
            <a:extLst xmlns:a="http://schemas.openxmlformats.org/drawingml/2006/main">
              <a:ext uri="{FF2B5EF4-FFF2-40B4-BE49-F238E27FC236}">
                <a16:creationId xmlns:a16="http://schemas.microsoft.com/office/drawing/2014/main" id="{E0994781-1567-4C6E-AC21-F5EEDD6D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048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learning-input-heading">
            <a:extLst xmlns:a="http://schemas.openxmlformats.org/drawingml/2006/main">
              <a:ext uri="{FF2B5EF4-FFF2-40B4-BE49-F238E27FC236}">
                <a16:creationId xmlns:a16="http://schemas.microsoft.com/office/drawing/2014/main" id="{72ED06E2-85F7-4E94-A8E2-092F5E07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956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相關乘積</a:t>
            </a:r>
          </a:p>
        </p:txBody>
      </p:sp>
      <p:sp>
        <p:nvSpPr>
          <p:cNvPr id="39" name="learning-integrator-heading">
            <a:extLst xmlns:a="http://schemas.openxmlformats.org/drawingml/2006/main">
              <a:ext uri="{FF2B5EF4-FFF2-40B4-BE49-F238E27FC236}">
                <a16:creationId xmlns:a16="http://schemas.microsoft.com/office/drawing/2014/main" id="{44CE2731-37D6-46D7-A0B8-114A845C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956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40" name="learning-state-heading">
            <a:extLst xmlns:a="http://schemas.openxmlformats.org/drawingml/2006/main">
              <a:ext uri="{FF2B5EF4-FFF2-40B4-BE49-F238E27FC236}">
                <a16:creationId xmlns:a16="http://schemas.microsoft.com/office/drawing/2014/main" id="{44CCEA6C-8D45-4254-BACE-62FCB7E5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95625"/>
            <a:ext cx="3505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補償狀態與主要作用</a:t>
            </a:r>
          </a:p>
        </p:txBody>
      </p:sp>
      <p:sp>
        <p:nvSpPr>
          <p:cNvPr id="41" name="learning-product-0">
            <a:extLst xmlns:a="http://schemas.openxmlformats.org/drawingml/2006/main">
              <a:ext uri="{FF2B5EF4-FFF2-40B4-BE49-F238E27FC236}">
                <a16:creationId xmlns:a16="http://schemas.microsoft.com/office/drawing/2014/main" id="{44C84832-B45B-4BA4-8574-5297099E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76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learning-integrator-0">
            <a:extLst xmlns:a="http://schemas.openxmlformats.org/drawingml/2006/main">
              <a:ext uri="{FF2B5EF4-FFF2-40B4-BE49-F238E27FC236}">
                <a16:creationId xmlns:a16="http://schemas.microsoft.com/office/drawing/2014/main" id="{95DC14B4-19BD-420F-B729-E87CC13F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76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43" name="learning-output-0">
            <a:extLst xmlns:a="http://schemas.openxmlformats.org/drawingml/2006/main">
              <a:ext uri="{FF2B5EF4-FFF2-40B4-BE49-F238E27FC236}">
                <a16:creationId xmlns:a16="http://schemas.microsoft.com/office/drawing/2014/main" id="{8AFE7F67-1B20-4271-BC49-0B3D7373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7660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learning-input-0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85C7FB6F-EFA1-4C56-A2EF-048166EBBC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329565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4" name="learning-input-0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85C7FB6F-EFA1-4C56-A2EF-048166EBBC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843212" y="3395662"/>
                <a:ext cx="276225" cy="1238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5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learning-state-0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A75A162B-2FE0-4262-926C-248879A023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329565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5" name="learning-state-0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A75A162B-2FE0-4262-926C-248879A023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19800" y="3362325"/>
                <a:ext cx="228600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6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46" name="learning-state-label-0">
            <a:extLst xmlns:a="http://schemas.openxmlformats.org/drawingml/2006/main">
              <a:ext uri="{FF2B5EF4-FFF2-40B4-BE49-F238E27FC236}">
                <a16:creationId xmlns:a16="http://schemas.microsoft.com/office/drawing/2014/main" id="{3FECA91E-C68D-4B8A-AC5D-21BD22C6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528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共同增益</a:t>
            </a:r>
          </a:p>
        </p:txBody>
      </p:sp>
      <p:sp>
        <p:nvSpPr>
          <p:cNvPr id="47" name="learning-action-0">
            <a:extLst xmlns:a="http://schemas.openxmlformats.org/drawingml/2006/main">
              <a:ext uri="{FF2B5EF4-FFF2-40B4-BE49-F238E27FC236}">
                <a16:creationId xmlns:a16="http://schemas.microsoft.com/office/drawing/2014/main" id="{87AC3EDF-8899-404B-8BCD-E8E8F0DF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8612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同向調整兩路增益，</a:t>
            </a:r>
          </a:p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使平均平方和回到目標</a:t>
            </a:r>
          </a:p>
        </p:txBody>
      </p:sp>
      <p:sp>
        <p:nvSpPr>
          <p:cNvPr id="52" name="learning-product-1">
            <a:extLst xmlns:a="http://schemas.openxmlformats.org/drawingml/2006/main">
              <a:ext uri="{FF2B5EF4-FFF2-40B4-BE49-F238E27FC236}">
                <a16:creationId xmlns:a16="http://schemas.microsoft.com/office/drawing/2014/main" id="{455F5540-7F37-46C2-B15B-558D238F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766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learning-integrator-1">
            <a:extLst xmlns:a="http://schemas.openxmlformats.org/drawingml/2006/main">
              <a:ext uri="{FF2B5EF4-FFF2-40B4-BE49-F238E27FC236}">
                <a16:creationId xmlns:a16="http://schemas.microsoft.com/office/drawing/2014/main" id="{43C73BC4-ED61-4AB3-99AA-08045C9F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766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54" name="learning-output-1">
            <a:extLst xmlns:a="http://schemas.openxmlformats.org/drawingml/2006/main">
              <a:ext uri="{FF2B5EF4-FFF2-40B4-BE49-F238E27FC236}">
                <a16:creationId xmlns:a16="http://schemas.microsoft.com/office/drawing/2014/main" id="{B812CD56-0B45-462A-8C75-12ED14A3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7665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learning-input-1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830827C2-B161-45C3-A059-9215FD8B323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369570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5" name="learning-input-1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830827C2-B161-45C3-A059-9215FD8B323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28912" y="3762375"/>
                <a:ext cx="504825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7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learning-state-1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70BF37D5-CF3E-4162-9A94-276F18435E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369570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g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d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6" name="learning-state-1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70BF37D5-CF3E-4162-9A94-276F18435E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10275" y="3762375"/>
                <a:ext cx="247650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8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57" name="learning-state-label-1">
            <a:extLst xmlns:a="http://schemas.openxmlformats.org/drawingml/2006/main">
              <a:ext uri="{FF2B5EF4-FFF2-40B4-BE49-F238E27FC236}">
                <a16:creationId xmlns:a16="http://schemas.microsoft.com/office/drawing/2014/main" id="{4AD1FA06-FA2A-4B5C-BF0D-7D5B7309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7528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差動增益</a:t>
            </a:r>
          </a:p>
        </p:txBody>
      </p:sp>
      <p:sp>
        <p:nvSpPr>
          <p:cNvPr id="58" name="learning-action-1">
            <a:extLst xmlns:a="http://schemas.openxmlformats.org/drawingml/2006/main">
              <a:ext uri="{FF2B5EF4-FFF2-40B4-BE49-F238E27FC236}">
                <a16:creationId xmlns:a16="http://schemas.microsoft.com/office/drawing/2014/main" id="{74A6C02E-3CFE-4B26-B19F-09896077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617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反向調整兩路增益，</a:t>
            </a:r>
          </a:p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修正振幅不平衡</a:t>
            </a:r>
          </a:p>
        </p:txBody>
      </p:sp>
      <p:sp>
        <p:nvSpPr>
          <p:cNvPr id="63" name="learning-product-2">
            <a:extLst xmlns:a="http://schemas.openxmlformats.org/drawingml/2006/main">
              <a:ext uri="{FF2B5EF4-FFF2-40B4-BE49-F238E27FC236}">
                <a16:creationId xmlns:a16="http://schemas.microsoft.com/office/drawing/2014/main" id="{3CE30E5B-EB8C-44F9-9D39-0A220181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learning-integrator-2">
            <a:extLst xmlns:a="http://schemas.openxmlformats.org/drawingml/2006/main">
              <a:ext uri="{FF2B5EF4-FFF2-40B4-BE49-F238E27FC236}">
                <a16:creationId xmlns:a16="http://schemas.microsoft.com/office/drawing/2014/main" id="{409E64AB-C889-4F7B-8E73-18F2C990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767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65" name="learning-output-2">
            <a:extLst xmlns:a="http://schemas.openxmlformats.org/drawingml/2006/main">
              <a:ext uri="{FF2B5EF4-FFF2-40B4-BE49-F238E27FC236}">
                <a16:creationId xmlns:a16="http://schemas.microsoft.com/office/drawing/2014/main" id="{3C12C40B-E3E5-4539-98EF-2014F745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7670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learning-input-2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348CB459-90FE-4F7A-B408-07887969FD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409575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ac8325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a:rPr sz="1725">
                          <a:solidFill>
                            <a:srgbClr val="ac8325"/>
                          </a:solidFill>
                          <a:latin typeface="Cambria Math"/>
                        </a:rPr>
                        <m:t xml:space="preserve">e</m:t>
                      </m:r>
                      <m:sSub>
                        <m:e>
                          <m:r>
                            <a:rPr sz="1725">
                              <a:solidFill>
                                <a:srgbClr val="ac8325"/>
                              </a:solidFill>
                              <a:latin typeface="Cambria Math"/>
                            </a:rPr>
                            <m:t xml:space="preserve"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ac8325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6" name="learning-input-2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348CB459-90FE-4F7A-B408-07887969FD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38437" y="4162425"/>
                <a:ext cx="485775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29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learning-state-2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21A71E3C-8049-4BFC-A3FD-AD3676D3B3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409575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φ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c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7" name="learning-state-2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21A71E3C-8049-4BFC-A3FD-AD3676D3B3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15037" y="4162425"/>
                <a:ext cx="238125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0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68" name="learning-state-label-2">
            <a:extLst xmlns:a="http://schemas.openxmlformats.org/drawingml/2006/main">
              <a:ext uri="{FF2B5EF4-FFF2-40B4-BE49-F238E27FC236}">
                <a16:creationId xmlns:a16="http://schemas.microsoft.com/office/drawing/2014/main" id="{A8693FD3-D2C9-4FEC-89D1-EB3B022D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529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相位</a:t>
            </a:r>
          </a:p>
        </p:txBody>
      </p:sp>
      <p:sp>
        <p:nvSpPr>
          <p:cNvPr id="69" name="learning-action-2">
            <a:extLst xmlns:a="http://schemas.openxmlformats.org/drawingml/2006/main">
              <a:ext uri="{FF2B5EF4-FFF2-40B4-BE49-F238E27FC236}">
                <a16:creationId xmlns:a16="http://schemas.microsoft.com/office/drawing/2014/main" id="{7AFEC4E9-3BA5-4DCE-B8F4-4A2E53E5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8622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修正兩路訊號的</a:t>
            </a:r>
          </a:p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非正交相位</a:t>
            </a:r>
          </a:p>
        </p:txBody>
      </p:sp>
      <p:sp>
        <p:nvSpPr>
          <p:cNvPr id="74" name="learning-product-3">
            <a:extLst xmlns:a="http://schemas.openxmlformats.org/drawingml/2006/main">
              <a:ext uri="{FF2B5EF4-FFF2-40B4-BE49-F238E27FC236}">
                <a16:creationId xmlns:a16="http://schemas.microsoft.com/office/drawing/2014/main" id="{4C98EF37-6220-47EE-9D57-A8E9DEA8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767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learning-integrator-3">
            <a:extLst xmlns:a="http://schemas.openxmlformats.org/drawingml/2006/main">
              <a:ext uri="{FF2B5EF4-FFF2-40B4-BE49-F238E27FC236}">
                <a16:creationId xmlns:a16="http://schemas.microsoft.com/office/drawing/2014/main" id="{2A6F3C39-8FF1-48A6-84C4-F9A4B25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767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76" name="learning-output-3">
            <a:extLst xmlns:a="http://schemas.openxmlformats.org/drawingml/2006/main">
              <a:ext uri="{FF2B5EF4-FFF2-40B4-BE49-F238E27FC236}">
                <a16:creationId xmlns:a16="http://schemas.microsoft.com/office/drawing/2014/main" id="{7D29AFDF-B4A8-4D63-823C-5A0361CA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7675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learning-input-3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339B6EAE-0794-4759-B603-041BC9F77F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449580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x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7" name="learning-input-3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339B6EAE-0794-4759-B603-041BC9F77F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86062" y="4595812"/>
                <a:ext cx="390525" cy="1238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1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learning-state-3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AA545EB7-91E7-4C34-B3E9-359D4070E5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449580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8" name="learning-state-3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AA545EB7-91E7-4C34-B3E9-359D4070E5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24562" y="4581525"/>
                <a:ext cx="219075" cy="1524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2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79" name="learning-state-label-3">
            <a:extLst xmlns:a="http://schemas.openxmlformats.org/drawingml/2006/main">
              <a:ext uri="{FF2B5EF4-FFF2-40B4-BE49-F238E27FC236}">
                <a16:creationId xmlns:a16="http://schemas.microsoft.com/office/drawing/2014/main" id="{C58E5BD1-2DD9-426B-A788-FAD2F9C6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529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a 路偏移</a:t>
            </a:r>
          </a:p>
        </p:txBody>
      </p:sp>
      <p:sp>
        <p:nvSpPr>
          <p:cNvPr id="80" name="learning-action-3">
            <a:extLst xmlns:a="http://schemas.openxmlformats.org/drawingml/2006/main">
              <a:ext uri="{FF2B5EF4-FFF2-40B4-BE49-F238E27FC236}">
                <a16:creationId xmlns:a16="http://schemas.microsoft.com/office/drawing/2014/main" id="{2550D00D-64BD-4534-B442-3528A8C1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8627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 a 路的直流偏移</a:t>
            </a:r>
          </a:p>
        </p:txBody>
      </p:sp>
      <p:sp>
        <p:nvSpPr>
          <p:cNvPr id="85" name="learning-product-4">
            <a:extLst xmlns:a="http://schemas.openxmlformats.org/drawingml/2006/main">
              <a:ext uri="{FF2B5EF4-FFF2-40B4-BE49-F238E27FC236}">
                <a16:creationId xmlns:a16="http://schemas.microsoft.com/office/drawing/2014/main" id="{4F121051-36F5-4C7A-9502-B2612543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768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learning-integrator-4">
            <a:extLst xmlns:a="http://schemas.openxmlformats.org/drawingml/2006/main">
              <a:ext uri="{FF2B5EF4-FFF2-40B4-BE49-F238E27FC236}">
                <a16:creationId xmlns:a16="http://schemas.microsoft.com/office/drawing/2014/main" id="{C5B7B43D-E08F-4DD7-BC96-4A23FC7C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768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</a:t>
            </a:r>
          </a:p>
        </p:txBody>
      </p:sp>
      <p:sp>
        <p:nvSpPr>
          <p:cNvPr id="87" name="learning-output-4">
            <a:extLst xmlns:a="http://schemas.openxmlformats.org/drawingml/2006/main">
              <a:ext uri="{FF2B5EF4-FFF2-40B4-BE49-F238E27FC236}">
                <a16:creationId xmlns:a16="http://schemas.microsoft.com/office/drawing/2014/main" id="{8E713536-CC3C-408D-8E65-8CE1FE2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76800"/>
            <a:ext cx="350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learning-input-4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D6D6A546-0315-4D2E-BAAF-5DB472DF37F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4895850"/>
                <a:ext cx="1143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y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8" name="learning-input-4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D6D6A546-0315-4D2E-BAAF-5DB472DF37F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81300" y="4972050"/>
                <a:ext cx="400050" cy="1714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3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learning-state-4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EA669AF-63D3-4689-9750-43D1D3431C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838825" y="4895850"/>
                <a:ext cx="59055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sSub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o</m:t>
                          </m:r>
                        </m:e>
                        <m:sub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9" name="learning-state-4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EA669AF-63D3-4689-9750-43D1D3431C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24562" y="4981575"/>
                <a:ext cx="219075" cy="1524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4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90" name="learning-state-label-4">
            <a:extLst xmlns:a="http://schemas.openxmlformats.org/drawingml/2006/main">
              <a:ext uri="{FF2B5EF4-FFF2-40B4-BE49-F238E27FC236}">
                <a16:creationId xmlns:a16="http://schemas.microsoft.com/office/drawing/2014/main" id="{C166A7EE-CCF9-4A50-A3CC-29BB7239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9530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b 路偏移</a:t>
            </a:r>
          </a:p>
        </p:txBody>
      </p:sp>
      <p:sp>
        <p:nvSpPr>
          <p:cNvPr id="91" name="learning-action-4">
            <a:extLst xmlns:a="http://schemas.openxmlformats.org/drawingml/2006/main">
              <a:ext uri="{FF2B5EF4-FFF2-40B4-BE49-F238E27FC236}">
                <a16:creationId xmlns:a16="http://schemas.microsoft.com/office/drawing/2014/main" id="{CFF0B821-CB5A-4D16-91CA-A7EE202B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86325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修正 b 路的直流偏移</a:t>
            </a:r>
          </a:p>
        </p:txBody>
      </p:sp>
      <p:sp>
        <p:nvSpPr>
          <p:cNvPr id="96" name="learning-update">
            <a:extLst xmlns:a="http://schemas.openxmlformats.org/drawingml/2006/main">
              <a:ext uri="{FF2B5EF4-FFF2-40B4-BE49-F238E27FC236}">
                <a16:creationId xmlns:a16="http://schemas.microsoft.com/office/drawing/2014/main" id="{250C7277-0210-43FB-ACA3-6D059DB6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14775"/>
            <a:ext cx="1581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更新補償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參數</a:t>
            </a:r>
          </a:p>
        </p:txBody>
      </p:sp>
      <p:sp>
        <p:nvSpPr>
          <p:cNvPr id="98" name="learning-feedback-lower-right">
            <a:extLst xmlns:a="http://schemas.openxmlformats.org/drawingml/2006/main">
              <a:ext uri="{FF2B5EF4-FFF2-40B4-BE49-F238E27FC236}">
                <a16:creationId xmlns:a16="http://schemas.microsoft.com/office/drawing/2014/main" id="{38BFC21B-2EFD-4B90-B6FC-EA3681A8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457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learning-feedback-lower-left">
            <a:extLst xmlns:a="http://schemas.openxmlformats.org/drawingml/2006/main">
              <a:ext uri="{FF2B5EF4-FFF2-40B4-BE49-F238E27FC236}">
                <a16:creationId xmlns:a16="http://schemas.microsoft.com/office/drawing/2014/main" id="{B1EC0E53-2B30-4ED1-855B-048AC93F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457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learning-feedback-upper-left">
            <a:extLst xmlns:a="http://schemas.openxmlformats.org/drawingml/2006/main">
              <a:ext uri="{FF2B5EF4-FFF2-40B4-BE49-F238E27FC236}">
                <a16:creationId xmlns:a16="http://schemas.microsoft.com/office/drawing/2014/main" id="{6C610C9A-4126-4BF3-99CF-74E1867E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52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learning-next-sample">
            <a:extLst xmlns:a="http://schemas.openxmlformats.org/drawingml/2006/main">
              <a:ext uri="{FF2B5EF4-FFF2-40B4-BE49-F238E27FC236}">
                <a16:creationId xmlns:a16="http://schemas.microsoft.com/office/drawing/2014/main" id="{70F92377-EBE7-495D-B6BB-EE8FDB30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57800"/>
            <a:ext cx="342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下一筆取樣生效</a:t>
            </a:r>
          </a:p>
        </p:txBody>
      </p:sp>
      <p:sp>
        <p:nvSpPr>
          <p:cNvPr id="106" name="learning-positive-gains">
            <a:extLst xmlns:a="http://schemas.openxmlformats.org/drawingml/2006/main">
              <a:ext uri="{FF2B5EF4-FFF2-40B4-BE49-F238E27FC236}">
                <a16:creationId xmlns:a16="http://schemas.microsoft.com/office/drawing/2014/main" id="{BE1F60B7-267D-4C0B-8A99-C54C7D5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0995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各通道各自使用</a:t>
            </a:r>
          </a:p>
          <a:p xmlns:a="http://schemas.openxmlformats.org/drawingml/2006/main">
            <a:pPr algn="ctr"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正學習增益</a:t>
            </a:r>
          </a:p>
        </p:txBody>
      </p:sp>
      <p:sp>
        <p:nvSpPr>
          <p:cNvPr id="107" name="learning-phase-polarity">
            <a:extLst xmlns:a="http://schemas.openxmlformats.org/drawingml/2006/main">
              <a:ext uri="{FF2B5EF4-FFF2-40B4-BE49-F238E27FC236}">
                <a16:creationId xmlns:a16="http://schemas.microsoft.com/office/drawing/2014/main" id="{93B309FE-4A4C-434D-8CC6-FDCC963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沿用本簡報的相位定義，若正的非正交相位誤差尚未補足，e·S₂ 的角度平均會偏負。</a:t>
            </a:r>
          </a:p>
          <a:p xmlns:a="http://schemas.openxmlformats.org/drawingml/2006/main">
            <a:pPr>
              <a:buNone/>
              <a:def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此時以負號累積，才能讓 φ_c 增加，補掉剩餘相位誤差。這個負號來自殘差定義與相位補償方向的配合。</a:t>
            </a:r>
          </a:p>
        </p:txBody>
      </p:sp>
      <p:sp>
        <p:nvSpPr>
          <p:cNvPr id="108" name="learning-boundary">
            <a:extLst xmlns:a="http://schemas.openxmlformats.org/drawingml/2006/main">
              <a:ext uri="{FF2B5EF4-FFF2-40B4-BE49-F238E27FC236}">
                <a16:creationId xmlns:a16="http://schemas.microsoft.com/office/drawing/2014/main" id="{37DD827F-12E6-4ED8-BD40-F3A8213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這是接近理想工作點的主要分工，五個通道仍會相互耦合；速度權重與學習啟停，接續下一頁說明。</a:t>
            </a:r>
          </a:p>
        </p:txBody>
      </p:sp>
    </p:spTree>
    <p:extLst>
      <p:ext uri="{BB962C8B-B14F-4D97-AF65-F5344CB8AC3E}">
        <p14:creationId xmlns:p14="http://schemas.microsoft.com/office/powerpoint/2010/main" val="78612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qualification-learning-yes">
            <a:extLst xmlns:a="http://schemas.openxmlformats.org/drawingml/2006/main">
              <a:ext uri="{FF2B5EF4-FFF2-40B4-BE49-F238E27FC236}">
                <a16:creationId xmlns:a16="http://schemas.microsoft.com/office/drawing/2014/main" id="{A5EE2A20-EE5F-4B68-BB41-76DF23C12625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315575" y="45243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tailEnd type="triangle" w="med" len="med"/>
          </a:ln>
        </p:spPr>
      </p:cxnSp>
      <p:cxnSp>
        <p:nvCxnSpPr>
          <p:cNvPr id="41" name="qualification-learning-no">
            <a:extLst xmlns:a="http://schemas.openxmlformats.org/drawingml/2006/main">
              <a:ext uri="{FF2B5EF4-FFF2-40B4-BE49-F238E27FC236}">
                <a16:creationId xmlns:a16="http://schemas.microsoft.com/office/drawing/2014/main" id="{A18884D2-E6DB-401A-B62F-87902E6B243A}"/>
              </a:ext>
            </a:extLst>
          </p:cNvPr>
          <p:cNvCxnSpPr>
            <a:stCxn xmlns:a="http://schemas.openxmlformats.org/drawingml/2006/main" id="34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8020050" y="434340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  <a:tailEnd type="triangle" w="med" len="med"/>
          </a:ln>
        </p:spPr>
      </p:cxnSp>
      <p:cxnSp>
        <p:nvCxnSpPr>
          <p:cNvPr id="40" name="qualification-learning-no-turn">
            <a:extLst xmlns:a="http://schemas.openxmlformats.org/drawingml/2006/main">
              <a:ext uri="{FF2B5EF4-FFF2-40B4-BE49-F238E27FC236}">
                <a16:creationId xmlns:a16="http://schemas.microsoft.com/office/drawing/2014/main" id="{CAFCA5C1-1069-4785-812D-5930E9DAFCB5}"/>
              </a:ext>
            </a:extLst>
          </p:cNvPr>
          <p:cNvCxnSpPr>
            <a:stCxn xmlns:a="http://schemas.openxmlformats.org/drawingml/2006/main" id="30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8029575" y="433387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</a:ln>
        </p:spPr>
      </p:cxnSp>
      <p:cxnSp>
        <p:nvCxnSpPr>
          <p:cNvPr id="39" name="qualification-valid-to-learning">
            <a:extLst xmlns:a="http://schemas.openxmlformats.org/drawingml/2006/main">
              <a:ext uri="{FF2B5EF4-FFF2-40B4-BE49-F238E27FC236}">
                <a16:creationId xmlns:a16="http://schemas.microsoft.com/office/drawing/2014/main" id="{13304EE1-62A6-40CC-8F2A-9DE45AD8056E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0315575" y="38957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  <a:tailEnd type="triangle" w="med" len="med"/>
          </a:ln>
        </p:spPr>
      </p:cxnSp>
      <p:cxnSp>
        <p:nvCxnSpPr>
          <p:cNvPr id="38" name="qualification-measurement-yes">
            <a:extLst xmlns:a="http://schemas.openxmlformats.org/drawingml/2006/main">
              <a:ext uri="{FF2B5EF4-FFF2-40B4-BE49-F238E27FC236}">
                <a16:creationId xmlns:a16="http://schemas.microsoft.com/office/drawing/2014/main" id="{351B0024-536B-4A57-AE5B-AA0CFA29D672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0315575" y="320992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  <a:tailEnd type="triangle" w="med" len="med"/>
          </a:ln>
        </p:spPr>
      </p:cxnSp>
      <p:cxnSp>
        <p:nvCxnSpPr>
          <p:cNvPr id="37" name="qualification-measurement-no">
            <a:extLst xmlns:a="http://schemas.openxmlformats.org/drawingml/2006/main">
              <a:ext uri="{FF2B5EF4-FFF2-40B4-BE49-F238E27FC236}">
                <a16:creationId xmlns:a16="http://schemas.microsoft.com/office/drawing/2014/main" id="{522F162D-5150-4F82-8A9E-87EAD6A49C45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020050" y="30289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5D35"/>
            </a:solidFill>
            <a:tailEnd type="triangle" w="med" len="med"/>
          </a:ln>
        </p:spPr>
      </p:cxnSp>
      <p:cxnSp>
        <p:nvCxnSpPr>
          <p:cNvPr id="36" name="qualification-measurement-no-turn">
            <a:extLst xmlns:a="http://schemas.openxmlformats.org/drawingml/2006/main">
              <a:ext uri="{FF2B5EF4-FFF2-40B4-BE49-F238E27FC236}">
                <a16:creationId xmlns:a16="http://schemas.microsoft.com/office/drawing/2014/main" id="{11362F1D-B08C-4E40-8E82-DE0ACD391CDE}"/>
              </a:ext>
            </a:extLst>
          </p:cNvPr>
          <p:cNvCxnSpPr>
            <a:stCxn xmlns:a="http://schemas.openxmlformats.org/drawingml/2006/main" id="27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8029575" y="3019425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55D35"/>
            </a:solidFill>
          </a:ln>
        </p:spPr>
      </p:cxnSp>
      <p:cxnSp>
        <p:nvCxnSpPr>
          <p:cNvPr id="35" name="qualification-sample-to-measurement">
            <a:extLst xmlns:a="http://schemas.openxmlformats.org/drawingml/2006/main">
              <a:ext uri="{FF2B5EF4-FFF2-40B4-BE49-F238E27FC236}">
                <a16:creationId xmlns:a16="http://schemas.microsoft.com/office/drawing/2014/main" id="{105D7BC7-D51D-4F71-8875-5B6AA73210CD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0220325" y="2600325"/>
            <a:ext cx="9525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26173"/>
            </a:solidFill>
            <a:tailEnd type="triangle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1B38C4-E044-4356-992A-09D61216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5547576E-77A5-469C-8DC3-B09B1A39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速度權重與學習資格">
            <a:extLst xmlns:a="http://schemas.openxmlformats.org/drawingml/2006/main">
              <a:ext uri="{FF2B5EF4-FFF2-40B4-BE49-F238E27FC236}">
                <a16:creationId xmlns:a16="http://schemas.microsoft.com/office/drawing/2014/main" id="{DF709199-429C-4753-96E4-04AFC8D4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速度權重與學習資格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BDCE9F-3A92-4709-87F5-004B186C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速度權重與學習啟停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4C395-449F-47E8-92B4-F40DD0D1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BEF9E006-2E32-413D-8652-3AED2251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Bünte &amp; Beineke (2004), p.51–52／R6、D3–D5；啟停與凍結依本專案設計</a:t>
            </a:r>
          </a:p>
        </p:txBody>
      </p:sp>
      <p:sp>
        <p:nvSpPr>
          <p:cNvPr id="7" name="12 / 14">
            <a:extLst xmlns:a="http://schemas.openxmlformats.org/drawingml/2006/main">
              <a:ext uri="{FF2B5EF4-FFF2-40B4-BE49-F238E27FC236}">
                <a16:creationId xmlns:a16="http://schemas.microsoft.com/office/drawing/2014/main" id="{223D3712-9BF6-4471-AD90-04EB6B51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12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B36CA-4AE1-484F-A7F5-BE1885FE6F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a29c0a00e448f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qualification-opening">
            <a:extLst xmlns:a="http://schemas.openxmlformats.org/drawingml/2006/main">
              <a:ext uri="{FF2B5EF4-FFF2-40B4-BE49-F238E27FC236}">
                <a16:creationId xmlns:a16="http://schemas.microsoft.com/office/drawing/2014/main" id="{B92D0194-2CFD-40F1-97B2-235FC341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速度權重決定累積多少，學習許可決定是否更新；</a:t>
            </a:r>
          </a:p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參數凍結時，有效訊號仍持續補償。</a:t>
            </a:r>
          </a:p>
        </p:txBody>
      </p:sp>
      <p:sp>
        <p:nvSpPr>
          <p:cNvPr id="10" name="qualification-heading-225">
            <a:extLst xmlns:a="http://schemas.openxmlformats.org/drawingml/2006/main">
              <a:ext uri="{FF2B5EF4-FFF2-40B4-BE49-F238E27FC236}">
                <a16:creationId xmlns:a16="http://schemas.microsoft.com/office/drawing/2014/main" id="{46E2DA37-3713-40D5-9EF5-5697325D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30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速度權重：按照走過的相位路程累積</a:t>
            </a:r>
          </a:p>
        </p:txBody>
      </p:sp>
      <p:sp>
        <p:nvSpPr>
          <p:cNvPr id="11" name="qualification-weight-explanation">
            <a:extLst xmlns:a="http://schemas.openxmlformats.org/drawingml/2006/main">
              <a:ext uri="{FF2B5EF4-FFF2-40B4-BE49-F238E27FC236}">
                <a16:creationId xmlns:a16="http://schemas.microsoft.com/office/drawing/2014/main" id="{53AD9487-BE7A-4013-861C-93371046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等時間取樣時，低速會在同一段相位留下更多樣本。將速度大小乘上取樣時間，可讓更新量依走過的相位路程加權，減少取樣密度隨速度改變造成的偏重。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qualification-weigh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3BF53BF1-F389-41F7-B59D-23D3A9A43A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09600" y="2771775"/>
                <a:ext cx="6305550" cy="333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9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Δ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ℓ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L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9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d>
                        <m:dPr>
                          <m:begChr m:val="|"/>
                          <m:endChr m:val="|"/>
                          <m:grow m:val="1"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sz="1950">
                                      <a:solidFill>
                                        <a:srgbClr val="253346"/>
                                      </a:solidFill>
                                      <a:latin typeface="Cambria Math"/>
                                    </a:rPr>
                                    <m:t xml:space="preserve">ω</m:t>
                                  </m:r>
                                </m:e>
                              </m:acc>
                            </m:e>
                            <m:sub>
                              <m:r>
                                <a:rPr sz="1950">
                                  <a:solidFill>
                                    <a:srgbClr val="253346"/>
                                  </a:solidFill>
                                  <a:latin typeface="Cambria Math"/>
                                </a:rPr>
                                <m:t xml:space="preserve">ε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[</m:t>
                          </m:r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]</m:t>
                          </m:r>
                        </m:e>
                      </m:d>
                      <m:sSub>
                        <m:e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T</m:t>
                          </m:r>
                        </m:e>
                        <m:sub>
                          <m:r>
                            <a:rPr sz="1950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" name="qualification-weigh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3BF53BF1-F389-41F7-B59D-23D3A9A43A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300287" y="2795587"/>
                <a:ext cx="2924175" cy="28575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5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3" name="qualification-symbols">
            <a:extLst xmlns:a="http://schemas.openxmlformats.org/drawingml/2006/main">
              <a:ext uri="{FF2B5EF4-FFF2-40B4-BE49-F238E27FC236}">
                <a16:creationId xmlns:a16="http://schemas.microsoft.com/office/drawing/2014/main" id="{7B27E730-3A4C-46AA-94B9-E3AA2EDA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Δℓ：本筆允許學習的相位路程，rad。</a:t>
            </a:r>
          </a:p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ω̂_ε：感測器訊號相位速度，rad/s。</a:t>
            </a:r>
          </a:p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T_s：取樣週期；L：學習許可，合格為 1，否則為 0。</a:t>
            </a:r>
          </a:p>
        </p:txBody>
      </p:sp>
      <p:sp>
        <p:nvSpPr>
          <p:cNvPr id="14" name="qualification-heading-379">
            <a:extLst xmlns:a="http://schemas.openxmlformats.org/drawingml/2006/main">
              <a:ext uri="{FF2B5EF4-FFF2-40B4-BE49-F238E27FC236}">
                <a16:creationId xmlns:a16="http://schemas.microsoft.com/office/drawing/2014/main" id="{4B588B36-476A-412B-8634-D16D4DA5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630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使用絕對值：反轉時保留原本的修正方向</a:t>
            </a:r>
          </a:p>
        </p:txBody>
      </p:sp>
      <p:sp>
        <p:nvSpPr>
          <p:cNvPr id="15" name="qualification-absolute-explanation">
            <a:extLst xmlns:a="http://schemas.openxmlformats.org/drawingml/2006/main">
              <a:ext uri="{FF2B5EF4-FFF2-40B4-BE49-F238E27FC236}">
                <a16:creationId xmlns:a16="http://schemas.microsoft.com/office/drawing/2014/main" id="{0E06AD3C-498F-442B-A39E-4A12559E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6305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五個通道的更新極性已由第 11 頁定義。對相同的殘差與相關圖樣，</a:t>
            </a:r>
          </a:p>
          <a:p xmlns:a="http://schemas.openxmlformats.org/drawingml/2006/main">
            <a:pPr>
              <a:buNone/>
              <a:def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轉向不應再次翻轉參數的修正方向，因此速度只提供非負權重。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743EC-FA3E-47DB-B321-865C9FAB2EB7}"/>
              </a:ext>
            </a:extLst>
          </p:cNvPr>
          <p:cNvGraphicFramePr/>
          <p:nvPr/>
        </p:nvGraphicFramePr>
        <p:xfrm>
          <a:off xmlns:a="http://schemas.openxmlformats.org/drawingml/2006/main" x="609600" y="4305300"/>
          <a:ext xmlns:a="http://schemas.openxmlformats.org/drawingml/2006/main" cx="3181350" cy="628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38300"/>
                <a:gridCol w="1543050"/>
              </a:tblGrid>
              <a:tr h="209550"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5F7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相位速度</a:t>
                      </a:r>
                    </a:p>
                  </a:txBody>
                  <a:tcPr marL="19050" marR="19050" marT="9525" marB="9525" anchor="ctr">
                    <a:lnL w="5715">
                      <a:solidFill>
                        <a:srgbClr val="C3CAD2"/>
                      </a:solidFill>
                      <a:prstDash val="solid"/>
                    </a:lnL>
                    <a:lnR w="5715">
                      <a:solidFill>
                        <a:srgbClr val="C3CAD2"/>
                      </a:solidFill>
                      <a:prstDash val="solid"/>
                    </a:lnR>
                    <a:lnT w="5715">
                      <a:solidFill>
                        <a:srgbClr val="C3CAD2"/>
                      </a:solidFill>
                      <a:prstDash val="solid"/>
                    </a:lnT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5F7F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本筆相位路程</a:t>
                      </a:r>
                    </a:p>
                  </a:txBody>
                  <a:tcPr marL="19050" marR="19050" marT="9525" marB="9525" anchor="ctr">
                    <a:lnR w="5715">
                      <a:solidFill>
                        <a:srgbClr val="C3CAD2"/>
                      </a:solidFill>
                      <a:prstDash val="solid"/>
                    </a:lnR>
                    <a:lnT w="5715">
                      <a:solidFill>
                        <a:srgbClr val="C3CAD2"/>
                      </a:solidFill>
                      <a:prstDash val="solid"/>
                    </a:lnT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0B0F14"/>
                    </a:solidFill>
                  </a:tcPr>
                </a:tc>
              </a:tr>
              <a:tr h="209550"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0">
                          <a:solidFill>
                            <a:srgbClr val="2533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＋100 rad/s</a:t>
                      </a:r>
                    </a:p>
                  </a:txBody>
                  <a:tcPr marL="19050" marR="19050" marT="9525" marB="9525" anchor="ctr">
                    <a:lnL w="5715">
                      <a:solidFill>
                        <a:srgbClr val="C3CAD2"/>
                      </a:solidFill>
                      <a:prstDash val="solid"/>
                    </a:lnL>
                    <a:lnR w="5715">
                      <a:solidFill>
                        <a:srgbClr val="C3CAD2"/>
                      </a:solidFill>
                      <a:prstDash val="solid"/>
                    </a:lnR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E8EBEE"/>
                    </a:solidFill>
                  </a:tcPr>
                </a:tc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0">
                          <a:solidFill>
                            <a:srgbClr val="2533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0.01 rad</a:t>
                      </a:r>
                    </a:p>
                  </a:txBody>
                  <a:tcPr marL="19050" marR="19050" marT="9525" marB="9525" anchor="ctr">
                    <a:lnR w="5715">
                      <a:solidFill>
                        <a:srgbClr val="C3CAD2"/>
                      </a:solidFill>
                      <a:prstDash val="solid"/>
                    </a:lnR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E8EBEE"/>
                    </a:solidFill>
                  </a:tcPr>
                </a:tc>
              </a:tr>
              <a:tr h="209550"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0">
                          <a:solidFill>
                            <a:srgbClr val="2533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−100 rad/s</a:t>
                      </a:r>
                    </a:p>
                  </a:txBody>
                  <a:tcPr marL="19050" marR="19050" marT="9525" marB="9525" anchor="ctr">
                    <a:lnL w="5715">
                      <a:solidFill>
                        <a:srgbClr val="C3CAD2"/>
                      </a:solidFill>
                      <a:prstDash val="solid"/>
                    </a:lnL>
                    <a:lnR w="5715">
                      <a:solidFill>
                        <a:srgbClr val="C3CAD2"/>
                      </a:solidFill>
                      <a:prstDash val="solid"/>
                    </a:lnR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E8EBEE"/>
                    </a:solidFill>
                  </a:tcPr>
                </a:tc>
                <a:tc>
                  <a:txBody>
                    <a:bodyPr lIns="19050" tIns="19050" rIns="19050" bIns="1905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163" b="0">
                          <a:solidFill>
                            <a:srgbClr val="253346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0.01 rad</a:t>
                      </a:r>
                    </a:p>
                  </a:txBody>
                  <a:tcPr marL="19050" marR="19050" marT="9525" marB="9525" anchor="ctr">
                    <a:lnR w="5715">
                      <a:solidFill>
                        <a:srgbClr val="C3CAD2"/>
                      </a:solidFill>
                      <a:prstDash val="solid"/>
                    </a:lnR>
                    <a:lnB w="5715">
                      <a:solidFill>
                        <a:srgbClr val="C3CAD2"/>
                      </a:solidFill>
                      <a:prstDash val="solid"/>
                    </a:lnB>
                    <a:solidFill>
                      <a:srgbClr val="E8EBEE"/>
                    </a:solidFill>
                  </a:tcPr>
                </a:tc>
              </a:tr>
            </a:tbl>
          </a:graphicData>
        </a:graphic>
      </p:graphicFrame>
      <p:sp>
        <p:nvSpPr>
          <p:cNvPr id="17" name="qualification-example-setting">
            <a:extLst xmlns:a="http://schemas.openxmlformats.org/drawingml/2006/main">
              <a:ext uri="{FF2B5EF4-FFF2-40B4-BE49-F238E27FC236}">
                <a16:creationId xmlns:a16="http://schemas.microsoft.com/office/drawing/2014/main" id="{6160514B-2A2B-464E-8C3E-6B5AA1C8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1482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取樣週期 T_s=100 μs，且允許學習：</a:t>
            </a:r>
          </a:p>
        </p:txBody>
      </p:sp>
      <p:sp>
        <p:nvSpPr>
          <p:cNvPr id="18" name="qualification-example-conclusion">
            <a:extLst xmlns:a="http://schemas.openxmlformats.org/drawingml/2006/main">
              <a:ext uri="{FF2B5EF4-FFF2-40B4-BE49-F238E27FC236}">
                <a16:creationId xmlns:a16="http://schemas.microsoft.com/office/drawing/2014/main" id="{410E4B8A-96CB-4ADA-9A53-23F5636E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62475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兩種轉向使用相同權重；若直接使用帶正負號的速度，反轉會連同參數更新方向一起翻轉。</a:t>
            </a:r>
          </a:p>
        </p:txBody>
      </p:sp>
      <p:sp>
        <p:nvSpPr>
          <p:cNvPr id="19" name="qualification-heading-526">
            <a:extLst xmlns:a="http://schemas.openxmlformats.org/drawingml/2006/main">
              <a:ext uri="{FF2B5EF4-FFF2-40B4-BE49-F238E27FC236}">
                <a16:creationId xmlns:a16="http://schemas.microsoft.com/office/drawing/2014/main" id="{09204F72-72E4-49D2-BF16-2578EA3F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30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學習啟停：資料、速度與運動條件都須合格</a:t>
            </a:r>
          </a:p>
        </p:txBody>
      </p:sp>
      <p:sp>
        <p:nvSpPr>
          <p:cNvPr id="20" name="qualification-permission">
            <a:extLst xmlns:a="http://schemas.openxmlformats.org/drawingml/2006/main">
              <a:ext uri="{FF2B5EF4-FFF2-40B4-BE49-F238E27FC236}">
                <a16:creationId xmlns:a16="http://schemas.microsoft.com/office/drawing/2014/main" id="{5A0E3124-38AF-4CDE-80BA-F17D547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5777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四項皆合格：L=1</a:t>
            </a:r>
          </a:p>
        </p:txBody>
      </p:sp>
      <p:sp>
        <p:nvSpPr>
          <p:cNvPr id="21" name="qualification-condition-0">
            <a:extLst xmlns:a="http://schemas.openxmlformats.org/drawingml/2006/main">
              <a:ext uri="{FF2B5EF4-FFF2-40B4-BE49-F238E27FC236}">
                <a16:creationId xmlns:a16="http://schemas.microsoft.com/office/drawing/2014/main" id="{92D91383-51AF-4744-B746-705F0789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30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資料有效：原始訊號、補償計算及平方和檢查皆合格。</a:t>
            </a:r>
          </a:p>
        </p:txBody>
      </p:sp>
      <p:sp>
        <p:nvSpPr>
          <p:cNvPr id="22" name="qualification-condition-1">
            <a:extLst xmlns:a="http://schemas.openxmlformats.org/drawingml/2006/main">
              <a:ext uri="{FF2B5EF4-FFF2-40B4-BE49-F238E27FC236}">
                <a16:creationId xmlns:a16="http://schemas.microsoft.com/office/drawing/2014/main" id="{9EC0BE04-BA6F-401A-9A43-9DBE7C63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630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速度有效：速度估測可信，且大小落在設定的學習範圍。</a:t>
            </a:r>
          </a:p>
        </p:txBody>
      </p:sp>
      <p:sp>
        <p:nvSpPr>
          <p:cNvPr id="23" name="qualification-condition-2">
            <a:extLst xmlns:a="http://schemas.openxmlformats.org/drawingml/2006/main">
              <a:ext uri="{FF2B5EF4-FFF2-40B4-BE49-F238E27FC236}">
                <a16:creationId xmlns:a16="http://schemas.microsoft.com/office/drawing/2014/main" id="{52010DE6-9E69-4C31-B04C-3D6AAB87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0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運動合格：近期具充分相位覆蓋，取樣未集中在少數固定相位。</a:t>
            </a:r>
          </a:p>
        </p:txBody>
      </p:sp>
      <p:sp>
        <p:nvSpPr>
          <p:cNvPr id="24" name="qualification-condition-3">
            <a:extLst xmlns:a="http://schemas.openxmlformats.org/drawingml/2006/main">
              <a:ext uri="{FF2B5EF4-FFF2-40B4-BE49-F238E27FC236}">
                <a16:creationId xmlns:a16="http://schemas.microsoft.com/office/drawing/2014/main" id="{857CECCC-DB2F-4E7D-8B4E-78AE36EC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630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學習獲准：上層允許學習，且無學習數值錯誤鎖定。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26D6D1-F757-4F88-B36B-16DD4EC4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0" cy="3705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26" name="qualification-sample">
            <a:extLst xmlns:a="http://schemas.openxmlformats.org/drawingml/2006/main">
              <a:ext uri="{FF2B5EF4-FFF2-40B4-BE49-F238E27FC236}">
                <a16:creationId xmlns:a16="http://schemas.microsoft.com/office/drawing/2014/main" id="{76D1E74A-B686-4CE4-9C6B-BC8AC221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以目前參數完成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取樣與補償檢查</a:t>
            </a:r>
          </a:p>
        </p:txBody>
      </p:sp>
      <p:sp>
        <p:nvSpPr>
          <p:cNvPr id="27" name="qualification-measurement">
            <a:extLst xmlns:a="http://schemas.openxmlformats.org/drawingml/2006/main">
              <a:ext uri="{FF2B5EF4-FFF2-40B4-BE49-F238E27FC236}">
                <a16:creationId xmlns:a16="http://schemas.microsoft.com/office/drawing/2014/main" id="{4D4F5F90-22D3-4708-8052-DC3FD7B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28925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量測有效？</a:t>
            </a:r>
          </a:p>
        </p:txBody>
      </p:sp>
      <p:sp>
        <p:nvSpPr>
          <p:cNvPr id="28" name="qualification-invalid">
            <a:extLst xmlns:a="http://schemas.openxmlformats.org/drawingml/2006/main">
              <a:ext uri="{FF2B5EF4-FFF2-40B4-BE49-F238E27FC236}">
                <a16:creationId xmlns:a16="http://schemas.microsoft.com/office/drawing/2014/main" id="{B557E039-DFFC-4515-B821-F69C426E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14725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55D35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保留參數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位置無效</a:t>
            </a:r>
          </a:p>
        </p:txBody>
      </p:sp>
      <p:sp>
        <p:nvSpPr>
          <p:cNvPr id="29" name="qualification-valid">
            <a:extLst xmlns:a="http://schemas.openxmlformats.org/drawingml/2006/main">
              <a:ext uri="{FF2B5EF4-FFF2-40B4-BE49-F238E27FC236}">
                <a16:creationId xmlns:a16="http://schemas.microsoft.com/office/drawing/2014/main" id="{17154918-2FDC-4B3B-9B31-F150B8DB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14725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本筆位置有效</a:t>
            </a:r>
          </a:p>
        </p:txBody>
      </p:sp>
      <p:sp>
        <p:nvSpPr>
          <p:cNvPr id="30" name="qualification-learning">
            <a:extLst xmlns:a="http://schemas.openxmlformats.org/drawingml/2006/main">
              <a:ext uri="{FF2B5EF4-FFF2-40B4-BE49-F238E27FC236}">
                <a16:creationId xmlns:a16="http://schemas.microsoft.com/office/drawing/2014/main" id="{CC436A51-C2F3-4B94-AB7B-9C72ADE8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43375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學習條件合格？</a:t>
            </a:r>
          </a:p>
        </p:txBody>
      </p:sp>
      <p:sp>
        <p:nvSpPr>
          <p:cNvPr id="31" name="qualification-freeze">
            <a:extLst xmlns:a="http://schemas.openxmlformats.org/drawingml/2006/main">
              <a:ext uri="{FF2B5EF4-FFF2-40B4-BE49-F238E27FC236}">
                <a16:creationId xmlns:a16="http://schemas.microsoft.com/office/drawing/2014/main" id="{ED438B2D-8CCE-43D6-B7BE-3431B53F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24425"/>
            <a:ext cx="1562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526173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凍結參數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沿用保留參數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持續補償</a:t>
            </a:r>
          </a:p>
        </p:txBody>
      </p:sp>
      <p:sp>
        <p:nvSpPr>
          <p:cNvPr id="32" name="qualification-update">
            <a:extLst xmlns:a="http://schemas.openxmlformats.org/drawingml/2006/main">
              <a:ext uri="{FF2B5EF4-FFF2-40B4-BE49-F238E27FC236}">
                <a16:creationId xmlns:a16="http://schemas.microsoft.com/office/drawing/2014/main" id="{645CC56D-CEF7-4900-9F7A-1E9022D3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24425"/>
            <a:ext cx="2533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速度絕對值加權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五通道緩慢更新</a:t>
            </a:r>
          </a:p>
        </p:txBody>
      </p:sp>
      <p:sp>
        <p:nvSpPr>
          <p:cNvPr id="33" name="qualification-invalid-bend">
            <a:extLst xmlns:a="http://schemas.openxmlformats.org/drawingml/2006/main">
              <a:ext uri="{FF2B5EF4-FFF2-40B4-BE49-F238E27FC236}">
                <a16:creationId xmlns:a16="http://schemas.microsoft.com/office/drawing/2014/main" id="{A6CB252B-D083-4FCA-8436-09778A25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9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qualification-freeze-bend">
            <a:extLst xmlns:a="http://schemas.openxmlformats.org/drawingml/2006/main">
              <a:ext uri="{FF2B5EF4-FFF2-40B4-BE49-F238E27FC236}">
                <a16:creationId xmlns:a16="http://schemas.microsoft.com/office/drawing/2014/main" id="{3ECC6F1B-74D7-441C-B649-36D42C89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24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qualification-measurement-no-label">
            <a:extLst xmlns:a="http://schemas.openxmlformats.org/drawingml/2006/main">
              <a:ext uri="{FF2B5EF4-FFF2-40B4-BE49-F238E27FC236}">
                <a16:creationId xmlns:a16="http://schemas.microsoft.com/office/drawing/2014/main" id="{01FAB5BD-9D1D-473B-90AD-8CBEE47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71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A55D35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44" name="qualification-measurement-yes-label">
            <a:extLst xmlns:a="http://schemas.openxmlformats.org/drawingml/2006/main">
              <a:ext uri="{FF2B5EF4-FFF2-40B4-BE49-F238E27FC236}">
                <a16:creationId xmlns:a16="http://schemas.microsoft.com/office/drawing/2014/main" id="{740D3658-65C4-4604-A3C1-E3BEE19B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480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45" name="qualification-learning-no-label">
            <a:extLst xmlns:a="http://schemas.openxmlformats.org/drawingml/2006/main">
              <a:ext uri="{FF2B5EF4-FFF2-40B4-BE49-F238E27FC236}">
                <a16:creationId xmlns:a16="http://schemas.microsoft.com/office/drawing/2014/main" id="{3E043C94-7981-4FCF-A86E-A631BCBD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957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46" name="qualification-learning-yes-label">
            <a:extLst xmlns:a="http://schemas.openxmlformats.org/drawingml/2006/main">
              <a:ext uri="{FF2B5EF4-FFF2-40B4-BE49-F238E27FC236}">
                <a16:creationId xmlns:a16="http://schemas.microsoft.com/office/drawing/2014/main" id="{FE9E1C0F-CD8F-4AA0-9FF2-19023624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386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qualification-freez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774736F-3F65-4B6B-AB14-7E15DCF49D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43750" y="5581650"/>
                <a:ext cx="2152650" cy="304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57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+1] = </m:t>
                      </m:r>
                      <m: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57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7" name="qualification-freez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774736F-3F65-4B6B-AB14-7E15DCF49D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539037" y="5638800"/>
                <a:ext cx="1362075" cy="190500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6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48" name="qualification-next-sample">
            <a:extLst xmlns:a="http://schemas.openxmlformats.org/drawingml/2006/main">
              <a:ext uri="{FF2B5EF4-FFF2-40B4-BE49-F238E27FC236}">
                <a16:creationId xmlns:a16="http://schemas.microsoft.com/office/drawing/2014/main" id="{1529FEA4-E07E-4CD9-B14B-87BC2D6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2927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下一筆取樣生效</a:t>
            </a:r>
          </a:p>
        </p:txBody>
      </p:sp>
      <p:sp>
        <p:nvSpPr>
          <p:cNvPr id="49" name="qualification-boundary-0">
            <a:extLst xmlns:a="http://schemas.openxmlformats.org/drawingml/2006/main">
              <a:ext uri="{FF2B5EF4-FFF2-40B4-BE49-F238E27FC236}">
                <a16:creationId xmlns:a16="http://schemas.microsoft.com/office/drawing/2014/main" id="{DCB33753-9720-4C95-A5A9-922BE7C2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路程不等於覆蓋：反覆走同一小段，即使累積路程很長，也可能缺少辨識資訊。</a:t>
            </a:r>
          </a:p>
        </p:txBody>
      </p:sp>
      <p:sp>
        <p:nvSpPr>
          <p:cNvPr id="50" name="qualification-boundary-1">
            <a:extLst xmlns:a="http://schemas.openxmlformats.org/drawingml/2006/main">
              <a:ext uri="{FF2B5EF4-FFF2-40B4-BE49-F238E27FC236}">
                <a16:creationId xmlns:a16="http://schemas.microsoft.com/office/drawing/2014/main" id="{AB3E6E28-2AD9-4A1A-B64E-13654CFD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更新異常時保留原參數：若學習候選值發生數值異常，停止後續學習；本筆已通過檢查的量測仍有效。</a:t>
            </a:r>
          </a:p>
        </p:txBody>
      </p:sp>
    </p:spTree>
    <p:extLst>
      <p:ext uri="{BB962C8B-B14F-4D97-AF65-F5344CB8AC3E}">
        <p14:creationId xmlns:p14="http://schemas.microsoft.com/office/powerpoint/2010/main" val="3306118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verification-reference-accuracy">
            <a:extLst xmlns:a="http://schemas.openxmlformats.org/drawingml/2006/main">
              <a:ext uri="{FF2B5EF4-FFF2-40B4-BE49-F238E27FC236}">
                <a16:creationId xmlns:a16="http://schemas.microsoft.com/office/drawing/2014/main" id="{893F1377-C569-469E-B3E0-73139181FA91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324850" y="5838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tailEnd type="triangle" w="med" len="med"/>
          </a:ln>
        </p:spPr>
      </p:cxnSp>
      <p:cxnSp>
        <p:nvCxnSpPr>
          <p:cNvPr id="49" name="verification-phase-reference">
            <a:extLst xmlns:a="http://schemas.openxmlformats.org/drawingml/2006/main">
              <a:ext uri="{FF2B5EF4-FFF2-40B4-BE49-F238E27FC236}">
                <a16:creationId xmlns:a16="http://schemas.microsoft.com/office/drawing/2014/main" id="{AE8FC2C6-E046-4D94-9863-240D782A6870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429250" y="5838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tailEnd type="triangle" w="med" len="med"/>
          </a:ln>
        </p:spPr>
      </p:cxnSp>
      <p:cxnSp>
        <p:nvCxnSpPr>
          <p:cNvPr id="48" name="verification-phase-input">
            <a:extLst xmlns:a="http://schemas.openxmlformats.org/drawingml/2006/main">
              <a:ext uri="{FF2B5EF4-FFF2-40B4-BE49-F238E27FC236}">
                <a16:creationId xmlns:a16="http://schemas.microsoft.com/office/drawing/2014/main" id="{E1C5B91E-B7C9-4FC4-8D26-FCE963662F68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3067050" y="5838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tailEnd type="triangle" w="med" len="med"/>
          </a:ln>
        </p:spPr>
      </p:cxnSp>
      <p:cxnSp>
        <p:nvCxnSpPr>
          <p:cNvPr id="47" name="verification-observation-output">
            <a:extLst xmlns:a="http://schemas.openxmlformats.org/drawingml/2006/main">
              <a:ext uri="{FF2B5EF4-FFF2-40B4-BE49-F238E27FC236}">
                <a16:creationId xmlns:a16="http://schemas.microsoft.com/office/drawing/2014/main" id="{71907140-AEF0-490B-8126-550074CD7AB3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5848350" y="53340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tailEnd type="triangle" w="med" len="med"/>
          </a:ln>
        </p:spPr>
      </p:cxnSp>
      <p:cxnSp>
        <p:nvCxnSpPr>
          <p:cNvPr id="46" name="verification-observation-input">
            <a:extLst xmlns:a="http://schemas.openxmlformats.org/drawingml/2006/main">
              <a:ext uri="{FF2B5EF4-FFF2-40B4-BE49-F238E27FC236}">
                <a16:creationId xmlns:a16="http://schemas.microsoft.com/office/drawing/2014/main" id="{823AB44C-A9D4-478D-9C11-063287563393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3067050" y="5334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tailEnd type="triangle" w="med" len="med"/>
          </a:ln>
        </p:spPr>
      </p:cxnSp>
      <p:cxnSp>
        <p:nvCxnSpPr>
          <p:cNvPr id="45" name="verification-branch-down">
            <a:extLst xmlns:a="http://schemas.openxmlformats.org/drawingml/2006/main">
              <a:ext uri="{FF2B5EF4-FFF2-40B4-BE49-F238E27FC236}">
                <a16:creationId xmlns:a16="http://schemas.microsoft.com/office/drawing/2014/main" id="{B6D3E3EB-2BB2-4D8B-9A84-E7B370849771}"/>
              </a:ext>
            </a:extLst>
          </p:cNvPr>
          <p:cNvCxnSpPr>
            <a:stCxn xmlns:a="http://schemas.openxmlformats.org/drawingml/2006/main" id="35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3057525" y="56769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</a:ln>
        </p:spPr>
      </p:cxnSp>
      <p:cxnSp>
        <p:nvCxnSpPr>
          <p:cNvPr id="44" name="verification-branch-up">
            <a:extLst xmlns:a="http://schemas.openxmlformats.org/drawingml/2006/main">
              <a:ext uri="{FF2B5EF4-FFF2-40B4-BE49-F238E27FC236}">
                <a16:creationId xmlns:a16="http://schemas.microsoft.com/office/drawing/2014/main" id="{40E6CF2F-D3FA-455B-8654-7232761F2A8A}"/>
              </a:ext>
            </a:extLst>
          </p:cNvPr>
          <p:cNvCxnSpPr>
            <a:stCxn xmlns:a="http://schemas.openxmlformats.org/drawingml/2006/main" id="35" idx="0"/>
            <a:endCxn xmlns:a="http://schemas.openxmlformats.org/drawingml/2006/main" id="36" idx="2"/>
          </p:cNvCxnSpPr>
          <p:nvPr/>
        </p:nvCxnSpPr>
        <p:spPr>
          <a:xfrm xmlns:a="http://schemas.openxmlformats.org/drawingml/2006/main" flipV="1">
            <a:off x="3057525" y="53435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</a:ln>
        </p:spPr>
      </p:cxnSp>
      <p:cxnSp>
        <p:nvCxnSpPr>
          <p:cNvPr id="43" name="verification-source-to-branch">
            <a:extLst xmlns:a="http://schemas.openxmlformats.org/drawingml/2006/main">
              <a:ext uri="{FF2B5EF4-FFF2-40B4-BE49-F238E27FC236}">
                <a16:creationId xmlns:a16="http://schemas.microsoft.com/office/drawing/2014/main" id="{9B489167-6457-4610-BF69-5107A8F8691B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762250" y="56673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193BD9-B7F2-4F4D-AE2A-714F7C2F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C11ECC23-4713-4C66-9135-C36E971E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適用條件與工程驗證">
            <a:extLst xmlns:a="http://schemas.openxmlformats.org/drawingml/2006/main">
              <a:ext uri="{FF2B5EF4-FFF2-40B4-BE49-F238E27FC236}">
                <a16:creationId xmlns:a16="http://schemas.microsoft.com/office/drawing/2014/main" id="{199DD730-46C6-406D-B3AB-5C93851B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適用條件與工程驗證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DE3D29-8DE7-49CE-8C02-CD0FE2E3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的適用條件與工程驗證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18B22-F522-44E4-8CAE-774957B8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8B1E9A08-4A54-4FE7-BFE1-0E22E909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依據 R7、D1、D5–D6；本專案完整閉迴路與實機驗證尚待完成。</a:t>
            </a:r>
          </a:p>
        </p:txBody>
      </p:sp>
      <p:sp>
        <p:nvSpPr>
          <p:cNvPr id="7" name="13 / 14">
            <a:extLst xmlns:a="http://schemas.openxmlformats.org/drawingml/2006/main">
              <a:ext uri="{FF2B5EF4-FFF2-40B4-BE49-F238E27FC236}">
                <a16:creationId xmlns:a16="http://schemas.microsoft.com/office/drawing/2014/main" id="{B15389C0-65AF-4F5B-84ED-50A486AB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13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07B72-EA4E-4D8B-9A9F-5273B779F5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5ed51e34f4ecc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verification-opening">
            <a:extLst xmlns:a="http://schemas.openxmlformats.org/drawingml/2006/main">
              <a:ext uri="{FF2B5EF4-FFF2-40B4-BE49-F238E27FC236}">
                <a16:creationId xmlns:a16="http://schemas.microsoft.com/office/drawing/2014/main" id="{B1D2E9E7-97E6-4761-A5E7-9C1DC3F9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GPOC 利用五個參數校正模型內的系統性失真。</a:t>
            </a:r>
          </a:p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應用時，須同時確認訊號模型、學習條件與實際量測精度。</a:t>
            </a:r>
          </a:p>
        </p:txBody>
      </p:sp>
      <p:sp>
        <p:nvSpPr>
          <p:cNvPr id="10" name="verification-column-0">
            <a:extLst xmlns:a="http://schemas.openxmlformats.org/drawingml/2006/main">
              <a:ext uri="{FF2B5EF4-FFF2-40B4-BE49-F238E27FC236}">
                <a16:creationId xmlns:a16="http://schemas.microsoft.com/office/drawing/2014/main" id="{EC552A88-E260-4796-B04C-2D16A1AD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適用條件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D73E6-6EBF-4316-A02D-9EC6919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80"/>
            </a:solidFill>
            <a:prstDash val="solid"/>
          </a:ln>
        </p:spPr>
      </p:sp>
      <p:sp>
        <p:nvSpPr>
          <p:cNvPr id="12" name="verification-item-0-0-title">
            <a:extLst xmlns:a="http://schemas.openxmlformats.org/drawingml/2006/main">
              <a:ext uri="{FF2B5EF4-FFF2-40B4-BE49-F238E27FC236}">
                <a16:creationId xmlns:a16="http://schemas.microsoft.com/office/drawing/2014/main" id="{5DC8C7BD-D4CF-46C9-B2B7-FCA3B217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誤差模型相符</a:t>
            </a:r>
          </a:p>
        </p:txBody>
      </p:sp>
      <p:sp>
        <p:nvSpPr>
          <p:cNvPr id="13" name="verification-item-0-0-description">
            <a:extLst xmlns:a="http://schemas.openxmlformats.org/drawingml/2006/main">
              <a:ext uri="{FF2B5EF4-FFF2-40B4-BE49-F238E27FC236}">
                <a16:creationId xmlns:a16="http://schemas.microsoft.com/office/drawing/2014/main" id="{D8F6B2D7-34B9-4B80-B4A8-FB4F5CC3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主要失真可由偏移、增益與非正交相位描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述，且參數漂移慢於學習的追蹤速度。</a:t>
            </a:r>
          </a:p>
        </p:txBody>
      </p:sp>
      <p:sp>
        <p:nvSpPr>
          <p:cNvPr id="14" name="verification-item-0-1-title">
            <a:extLst xmlns:a="http://schemas.openxmlformats.org/drawingml/2006/main">
              <a:ext uri="{FF2B5EF4-FFF2-40B4-BE49-F238E27FC236}">
                <a16:creationId xmlns:a16="http://schemas.microsoft.com/office/drawing/2014/main" id="{D849E1D9-32A2-404F-9A27-D94E0DC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雙通道量測可信</a:t>
            </a:r>
          </a:p>
        </p:txBody>
      </p:sp>
      <p:sp>
        <p:nvSpPr>
          <p:cNvPr id="15" name="verification-item-0-1-description">
            <a:extLst xmlns:a="http://schemas.openxmlformats.org/drawingml/2006/main">
              <a:ext uri="{FF2B5EF4-FFF2-40B4-BE49-F238E27FC236}">
                <a16:creationId xmlns:a16="http://schemas.microsoft.com/office/drawing/2014/main" id="{63D5F0FB-C1C2-439C-B905-7B0C0544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兩路訊號同步取樣、未飽和且幅值足夠，並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保有可區分相位的資訊。</a:t>
            </a:r>
          </a:p>
        </p:txBody>
      </p:sp>
      <p:sp>
        <p:nvSpPr>
          <p:cNvPr id="16" name="verification-item-0-2-title">
            <a:extLst xmlns:a="http://schemas.openxmlformats.org/drawingml/2006/main">
              <a:ext uri="{FF2B5EF4-FFF2-40B4-BE49-F238E27FC236}">
                <a16:creationId xmlns:a16="http://schemas.microsoft.com/office/drawing/2014/main" id="{FE96DFAE-9BE1-4F10-9D59-817FEE9C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運動提供充分資訊</a:t>
            </a:r>
          </a:p>
        </p:txBody>
      </p:sp>
      <p:sp>
        <p:nvSpPr>
          <p:cNvPr id="17" name="verification-item-0-2-description">
            <a:extLst xmlns:a="http://schemas.openxmlformats.org/drawingml/2006/main">
              <a:ext uri="{FF2B5EF4-FFF2-40B4-BE49-F238E27FC236}">
                <a16:creationId xmlns:a16="http://schemas.microsoft.com/office/drawing/2014/main" id="{E2C578F9-B275-4AE1-AADC-6A4C17FC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近期運動具備足夠相位覆蓋，取樣不集中在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少數固定相位。</a:t>
            </a:r>
          </a:p>
        </p:txBody>
      </p:sp>
      <p:sp>
        <p:nvSpPr>
          <p:cNvPr id="18" name="verification-column-1">
            <a:extLst xmlns:a="http://schemas.openxmlformats.org/drawingml/2006/main">
              <a:ext uri="{FF2B5EF4-FFF2-40B4-BE49-F238E27FC236}">
                <a16:creationId xmlns:a16="http://schemas.microsoft.com/office/drawing/2014/main" id="{33CD5D9E-4D14-4022-AB4E-58A548FD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09800"/>
            <a:ext cx="335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方法限制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1307B-9A74-4BEA-9773-55A57178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14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C8325"/>
            </a:solidFill>
            <a:prstDash val="solid"/>
          </a:ln>
        </p:spPr>
      </p:sp>
      <p:sp>
        <p:nvSpPr>
          <p:cNvPr id="20" name="verification-item-1-0-title">
            <a:extLst xmlns:a="http://schemas.openxmlformats.org/drawingml/2006/main">
              <a:ext uri="{FF2B5EF4-FFF2-40B4-BE49-F238E27FC236}">
                <a16:creationId xmlns:a16="http://schemas.microsoft.com/office/drawing/2014/main" id="{C2ADB38A-C4CA-4B1E-BE1A-64623C60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384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五個參數無法涵蓋所有失真</a:t>
            </a:r>
          </a:p>
        </p:txBody>
      </p:sp>
      <p:sp>
        <p:nvSpPr>
          <p:cNvPr id="21" name="verification-item-1-0-description">
            <a:extLst xmlns:a="http://schemas.openxmlformats.org/drawingml/2006/main">
              <a:ext uri="{FF2B5EF4-FFF2-40B4-BE49-F238E27FC236}">
                <a16:creationId xmlns:a16="http://schemas.microsoft.com/office/drawing/2014/main" id="{5EDE30CC-3FDD-4B44-830E-6EDEDE07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051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高次諧波可能混入相關圖樣，使參數估測產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生偏差；延長積分時間也未必能消除。</a:t>
            </a:r>
          </a:p>
        </p:txBody>
      </p:sp>
      <p:sp>
        <p:nvSpPr>
          <p:cNvPr id="22" name="verification-item-1-1-title">
            <a:extLst xmlns:a="http://schemas.openxmlformats.org/drawingml/2006/main">
              <a:ext uri="{FF2B5EF4-FFF2-40B4-BE49-F238E27FC236}">
                <a16:creationId xmlns:a16="http://schemas.microsoft.com/office/drawing/2014/main" id="{C07F528C-A907-4605-8486-B86E9EF1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575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學習速度存在取捨</a:t>
            </a:r>
          </a:p>
        </p:txBody>
      </p:sp>
      <p:sp>
        <p:nvSpPr>
          <p:cNvPr id="23" name="verification-item-1-1-description">
            <a:extLst xmlns:a="http://schemas.openxmlformats.org/drawingml/2006/main">
              <a:ext uri="{FF2B5EF4-FFF2-40B4-BE49-F238E27FC236}">
                <a16:creationId xmlns:a16="http://schemas.microsoft.com/office/drawing/2014/main" id="{7D31B280-60CF-4BDC-B65D-5EB52FB5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2427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加快更新可提升漂移追蹤能力，也可能增加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參數漣波與通道耦合，須驗證離散穩定性。</a:t>
            </a:r>
          </a:p>
        </p:txBody>
      </p:sp>
      <p:sp>
        <p:nvSpPr>
          <p:cNvPr id="24" name="verification-item-1-2-title">
            <a:extLst xmlns:a="http://schemas.openxmlformats.org/drawingml/2006/main">
              <a:ext uri="{FF2B5EF4-FFF2-40B4-BE49-F238E27FC236}">
                <a16:creationId xmlns:a16="http://schemas.microsoft.com/office/drawing/2014/main" id="{BFA962DE-30BC-4BC8-B37E-E111DAD8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27672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平方和無法單獨證明量測精度</a:t>
            </a:r>
          </a:p>
        </p:txBody>
      </p:sp>
      <p:sp>
        <p:nvSpPr>
          <p:cNvPr id="25" name="verification-item-1-2-description">
            <a:extLst xmlns:a="http://schemas.openxmlformats.org/drawingml/2006/main">
              <a:ext uri="{FF2B5EF4-FFF2-40B4-BE49-F238E27FC236}">
                <a16:creationId xmlns:a16="http://schemas.microsoft.com/office/drawing/2014/main" id="{F6435C8D-08F2-4F54-88D6-BD2C882C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434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軌跡接近單位圓，仍須進一步確認角度與速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度誤差。</a:t>
            </a:r>
          </a:p>
        </p:txBody>
      </p:sp>
      <p:sp>
        <p:nvSpPr>
          <p:cNvPr id="26" name="verification-column-2">
            <a:extLst xmlns:a="http://schemas.openxmlformats.org/drawingml/2006/main">
              <a:ext uri="{FF2B5EF4-FFF2-40B4-BE49-F238E27FC236}">
                <a16:creationId xmlns:a16="http://schemas.microsoft.com/office/drawing/2014/main" id="{559D9C8D-1A14-4CBE-82F2-0D473427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3448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工程驗證重點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FC099-7AA2-4F70-988A-59593326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B80"/>
            </a:solidFill>
            <a:prstDash val="solid"/>
          </a:ln>
        </p:spPr>
      </p:sp>
      <p:sp>
        <p:nvSpPr>
          <p:cNvPr id="28" name="verification-item-2-0-title">
            <a:extLst xmlns:a="http://schemas.openxmlformats.org/drawingml/2006/main">
              <a:ext uri="{FF2B5EF4-FFF2-40B4-BE49-F238E27FC236}">
                <a16:creationId xmlns:a16="http://schemas.microsoft.com/office/drawing/2014/main" id="{1C3E157D-8E99-4C42-8873-F80ECBF0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384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學習行為</a:t>
            </a:r>
          </a:p>
        </p:txBody>
      </p:sp>
      <p:sp>
        <p:nvSpPr>
          <p:cNvPr id="29" name="verification-item-2-0-description">
            <a:extLst xmlns:a="http://schemas.openxmlformats.org/drawingml/2006/main">
              <a:ext uri="{FF2B5EF4-FFF2-40B4-BE49-F238E27FC236}">
                <a16:creationId xmlns:a16="http://schemas.microsoft.com/office/drawing/2014/main" id="{B79064F7-C947-462E-923B-1974C0EB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在混合誤差、不同初值及參數漂移下，檢查收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斂、殘差與參數漣波。</a:t>
            </a:r>
          </a:p>
        </p:txBody>
      </p:sp>
      <p:sp>
        <p:nvSpPr>
          <p:cNvPr id="30" name="verification-item-2-1-title">
            <a:extLst xmlns:a="http://schemas.openxmlformats.org/drawingml/2006/main">
              <a:ext uri="{FF2B5EF4-FFF2-40B4-BE49-F238E27FC236}">
                <a16:creationId xmlns:a16="http://schemas.microsoft.com/office/drawing/2014/main" id="{881ECD8C-96F0-4772-94E7-D7F3196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5757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運作與異常處理</a:t>
            </a:r>
          </a:p>
        </p:txBody>
      </p:sp>
      <p:sp>
        <p:nvSpPr>
          <p:cNvPr id="31" name="verification-item-2-1-description">
            <a:extLst xmlns:a="http://schemas.openxmlformats.org/drawingml/2006/main">
              <a:ext uri="{FF2B5EF4-FFF2-40B4-BE49-F238E27FC236}">
                <a16:creationId xmlns:a16="http://schemas.microsoft.com/office/drawing/2014/main" id="{D93712D4-EA6D-4C10-885E-69F2F9C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2427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測試正反轉、局部往返、取樣退化及無效輸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入，核對凍結、限幅與參數保留。</a:t>
            </a:r>
          </a:p>
        </p:txBody>
      </p:sp>
      <p:sp>
        <p:nvSpPr>
          <p:cNvPr id="32" name="verification-item-2-2-title">
            <a:extLst xmlns:a="http://schemas.openxmlformats.org/drawingml/2006/main">
              <a:ext uri="{FF2B5EF4-FFF2-40B4-BE49-F238E27FC236}">
                <a16:creationId xmlns:a16="http://schemas.microsoft.com/office/drawing/2014/main" id="{10572F1B-078D-4A73-889F-20E2BE7B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7672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實際精度與執行成本</a:t>
            </a:r>
          </a:p>
        </p:txBody>
      </p:sp>
      <p:sp>
        <p:nvSpPr>
          <p:cNvPr id="33" name="verification-item-2-2-description">
            <a:extLst xmlns:a="http://schemas.openxmlformats.org/drawingml/2006/main">
              <a:ext uri="{FF2B5EF4-FFF2-40B4-BE49-F238E27FC236}">
                <a16:creationId xmlns:a16="http://schemas.microsoft.com/office/drawing/2014/main" id="{8AA92D4D-45A8-4406-8825-48792AC6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4342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使用獨立參考比較角度與速度誤差，並確認數</a:t>
            </a:r>
          </a:p>
          <a:p xmlns:a="http://schemas.openxmlformats.org/drawingml/2006/main">
            <a:pPr>
              <a:buNone/>
              <a:def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值精度、最差執行時間及量測延遲。</a:t>
            </a:r>
          </a:p>
        </p:txBody>
      </p:sp>
      <p:sp>
        <p:nvSpPr>
          <p:cNvPr id="34" name="verification-signal">
            <a:extLst xmlns:a="http://schemas.openxmlformats.org/drawingml/2006/main">
              <a:ext uri="{FF2B5EF4-FFF2-40B4-BE49-F238E27FC236}">
                <a16:creationId xmlns:a16="http://schemas.microsoft.com/office/drawing/2014/main" id="{DB5C133F-B7CF-4A15-9F29-DFB23989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補償後訊號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x、y</a:t>
            </a:r>
          </a:p>
        </p:txBody>
      </p:sp>
      <p:sp>
        <p:nvSpPr>
          <p:cNvPr id="35" name="verification-branch">
            <a:extLst xmlns:a="http://schemas.openxmlformats.org/drawingml/2006/main">
              <a:ext uri="{FF2B5EF4-FFF2-40B4-BE49-F238E27FC236}">
                <a16:creationId xmlns:a16="http://schemas.microsoft.com/office/drawing/2014/main" id="{4DF6489F-6EAE-4C0C-8C57-13A72185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57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verification-upper-port">
            <a:extLst xmlns:a="http://schemas.openxmlformats.org/drawingml/2006/main">
              <a:ext uri="{FF2B5EF4-FFF2-40B4-BE49-F238E27FC236}">
                <a16:creationId xmlns:a16="http://schemas.microsoft.com/office/drawing/2014/main" id="{781F32B4-8814-4BB3-B561-DCE5EF2A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24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verification-lower-port">
            <a:extLst xmlns:a="http://schemas.openxmlformats.org/drawingml/2006/main">
              <a:ext uri="{FF2B5EF4-FFF2-40B4-BE49-F238E27FC236}">
                <a16:creationId xmlns:a16="http://schemas.microsoft.com/office/drawing/2014/main" id="{21B70B83-DFB2-4EF0-9C80-A5A3F9C5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29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verification-observation">
            <a:extLst xmlns:a="http://schemas.openxmlformats.org/drawingml/2006/main">
              <a:ext uri="{FF2B5EF4-FFF2-40B4-BE49-F238E27FC236}">
                <a16:creationId xmlns:a16="http://schemas.microsoft.com/office/drawing/2014/main" id="{4EAEFCBB-4197-475B-B49C-9D6DF33B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53025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平方和與殘差</a:t>
            </a:r>
          </a:p>
        </p:txBody>
      </p:sp>
      <p:sp>
        <p:nvSpPr>
          <p:cNvPr id="39" name="verification-observation-check">
            <a:extLst xmlns:a="http://schemas.openxmlformats.org/drawingml/2006/main">
              <a:ext uri="{FF2B5EF4-FFF2-40B4-BE49-F238E27FC236}">
                <a16:creationId xmlns:a16="http://schemas.microsoft.com/office/drawing/2014/main" id="{D15DBF2A-37EB-40CC-90EF-205A981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53025"/>
            <a:ext cx="521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檢查圓化與學習行為</a:t>
            </a:r>
          </a:p>
        </p:txBody>
      </p:sp>
      <p:sp>
        <p:nvSpPr>
          <p:cNvPr id="40" name="verification-phase">
            <a:extLst xmlns:a="http://schemas.openxmlformats.org/drawingml/2006/main">
              <a:ext uri="{FF2B5EF4-FFF2-40B4-BE49-F238E27FC236}">
                <a16:creationId xmlns:a16="http://schemas.microsoft.com/office/drawing/2014/main" id="{C2B41682-3483-4021-AEAA-76250046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57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插值相位</a:t>
            </a:r>
          </a:p>
        </p:txBody>
      </p:sp>
      <p:sp>
        <p:nvSpPr>
          <p:cNvPr id="41" name="verification-reference">
            <a:extLst xmlns:a="http://schemas.openxmlformats.org/drawingml/2006/main">
              <a:ext uri="{FF2B5EF4-FFF2-40B4-BE49-F238E27FC236}">
                <a16:creationId xmlns:a16="http://schemas.microsoft.com/office/drawing/2014/main" id="{A965EDEA-5C8E-43A4-9C39-0BAAA20B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57850"/>
            <a:ext cx="2419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與獨立參考比較</a:t>
            </a:r>
          </a:p>
        </p:txBody>
      </p:sp>
      <p:sp>
        <p:nvSpPr>
          <p:cNvPr id="42" name="verification-accuracy">
            <a:extLst xmlns:a="http://schemas.openxmlformats.org/drawingml/2006/main">
              <a:ext uri="{FF2B5EF4-FFF2-40B4-BE49-F238E27FC236}">
                <a16:creationId xmlns:a16="http://schemas.microsoft.com/office/drawing/2014/main" id="{83364E13-868C-4A3B-84A0-84EFE369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57850"/>
            <a:ext cx="2781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驗證角度／速度精度</a:t>
            </a:r>
          </a:p>
        </p:txBody>
      </p:sp>
      <p:sp>
        <p:nvSpPr>
          <p:cNvPr id="51" name="verification-takeaway">
            <a:extLst xmlns:a="http://schemas.openxmlformats.org/drawingml/2006/main">
              <a:ext uri="{FF2B5EF4-FFF2-40B4-BE49-F238E27FC236}">
                <a16:creationId xmlns:a16="http://schemas.microsoft.com/office/drawing/2014/main" id="{F4C6ED7A-DF74-44BE-ACD9-21B967B1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驗收須同時檢查訊號圓化、參數學習與角度／速度精度。</a:t>
            </a:r>
          </a:p>
        </p:txBody>
      </p:sp>
    </p:spTree>
    <p:extLst>
      <p:ext uri="{BB962C8B-B14F-4D97-AF65-F5344CB8AC3E}">
        <p14:creationId xmlns:p14="http://schemas.microsoft.com/office/powerpoint/2010/main" val="1198725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8EB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2" name="recap-feedback-compensation">
            <a:extLst xmlns:a="http://schemas.openxmlformats.org/drawingml/2006/main">
              <a:ext uri="{FF2B5EF4-FFF2-40B4-BE49-F238E27FC236}">
                <a16:creationId xmlns:a16="http://schemas.microsoft.com/office/drawing/2014/main" id="{7BE58820-F7D9-44D9-87FA-95AE0E8D4357}"/>
              </a:ext>
            </a:extLst>
          </p:cNvPr>
          <p:cNvCxnSpPr>
            <a:stCxn xmlns:a="http://schemas.openxmlformats.org/drawingml/2006/main" id="4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667125" y="23622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51" name="recap-feedback-across">
            <a:extLst xmlns:a="http://schemas.openxmlformats.org/drawingml/2006/main">
              <a:ext uri="{FF2B5EF4-FFF2-40B4-BE49-F238E27FC236}">
                <a16:creationId xmlns:a16="http://schemas.microsoft.com/office/drawing/2014/main" id="{C8BE9D35-646A-416D-A400-BCC687A0C17B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314325" y="2352675"/>
            <a:ext cx="3343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</a:ln>
        </p:spPr>
      </p:cxnSp>
      <p:cxnSp>
        <p:nvCxnSpPr>
          <p:cNvPr id="50" name="recap-feedback-up">
            <a:extLst xmlns:a="http://schemas.openxmlformats.org/drawingml/2006/main">
              <a:ext uri="{FF2B5EF4-FFF2-40B4-BE49-F238E27FC236}">
                <a16:creationId xmlns:a16="http://schemas.microsoft.com/office/drawing/2014/main" id="{EFF46AEA-0625-4F3E-8CB1-7BA27418C13D}"/>
              </a:ext>
            </a:extLst>
          </p:cNvPr>
          <p:cNvCxnSpPr>
            <a:stCxn xmlns:a="http://schemas.openxmlformats.org/drawingml/2006/main" id="46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304800" y="2362200"/>
            <a:ext cx="0" cy="1724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</a:ln>
        </p:spPr>
      </p:cxnSp>
      <p:cxnSp>
        <p:nvCxnSpPr>
          <p:cNvPr id="49" name="recap-feedback-out">
            <a:extLst xmlns:a="http://schemas.openxmlformats.org/drawingml/2006/main">
              <a:ext uri="{FF2B5EF4-FFF2-40B4-BE49-F238E27FC236}">
                <a16:creationId xmlns:a16="http://schemas.microsoft.com/office/drawing/2014/main" id="{F052BE02-5C99-4C59-B884-2DDB16FB1FEF}"/>
              </a:ext>
            </a:extLst>
          </p:cNvPr>
          <p:cNvCxnSpPr>
            <a:stCxn xmlns:a="http://schemas.openxmlformats.org/drawingml/2006/main" id="28" idx="1"/>
            <a:endCxn xmlns:a="http://schemas.openxmlformats.org/drawingml/2006/main" id="46" idx="3"/>
          </p:cNvCxnSpPr>
          <p:nvPr/>
        </p:nvCxnSpPr>
        <p:spPr>
          <a:xfrm xmlns:a="http://schemas.openxmlformats.org/drawingml/2006/main" flipH="1">
            <a:off x="314325" y="4095750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</a:ln>
        </p:spPr>
      </p:cxnSp>
      <p:cxnSp>
        <p:nvCxnSpPr>
          <p:cNvPr id="45" name="recap-permission-integrate">
            <a:extLst xmlns:a="http://schemas.openxmlformats.org/drawingml/2006/main">
              <a:ext uri="{FF2B5EF4-FFF2-40B4-BE49-F238E27FC236}">
                <a16:creationId xmlns:a16="http://schemas.microsoft.com/office/drawing/2014/main" id="{C9330B37-6825-48EC-A59A-E396A7600393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914775" y="36480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44" name="recap-integrate-update">
            <a:extLst xmlns:a="http://schemas.openxmlformats.org/drawingml/2006/main">
              <a:ext uri="{FF2B5EF4-FFF2-40B4-BE49-F238E27FC236}">
                <a16:creationId xmlns:a16="http://schemas.microsoft.com/office/drawing/2014/main" id="{31885C9B-0B06-4018-A416-03B12BDB5445}"/>
              </a:ext>
            </a:extLst>
          </p:cNvPr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2228850" y="40957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43" name="recap-correlation-integrate">
            <a:extLst xmlns:a="http://schemas.openxmlformats.org/drawingml/2006/main">
              <a:ext uri="{FF2B5EF4-FFF2-40B4-BE49-F238E27FC236}">
                <a16:creationId xmlns:a16="http://schemas.microsoft.com/office/drawing/2014/main" id="{1DAB25FB-0D5A-44E8-828E-32E631CEFD42}"/>
              </a:ext>
            </a:extLst>
          </p:cNvPr>
          <p:cNvCxnSpPr>
            <a:stCxn xmlns:a="http://schemas.openxmlformats.org/drawingml/2006/main" id="26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5114925" y="40957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42" name="recap-observation-correlation">
            <a:extLst xmlns:a="http://schemas.openxmlformats.org/drawingml/2006/main">
              <a:ext uri="{FF2B5EF4-FFF2-40B4-BE49-F238E27FC236}">
                <a16:creationId xmlns:a16="http://schemas.microsoft.com/office/drawing/2014/main" id="{9B651C73-E10F-4FBC-A44A-B1E21327A8A6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7696200" y="40957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C8325"/>
            </a:solidFill>
            <a:prstDash val="solid"/>
            <a:tailEnd type="triangle" w="med" len="med"/>
          </a:ln>
        </p:spPr>
      </p:cxnSp>
      <p:cxnSp>
        <p:nvCxnSpPr>
          <p:cNvPr id="41" name="recap-feature-to-correlation">
            <a:extLst xmlns:a="http://schemas.openxmlformats.org/drawingml/2006/main">
              <a:ext uri="{FF2B5EF4-FFF2-40B4-BE49-F238E27FC236}">
                <a16:creationId xmlns:a16="http://schemas.microsoft.com/office/drawing/2014/main" id="{DC6D9D9E-B83C-460F-B565-799A513D0A29}"/>
              </a:ext>
            </a:extLst>
          </p:cNvPr>
          <p:cNvCxnSpPr>
            <a:stCxn xmlns:a="http://schemas.openxmlformats.org/drawingml/2006/main" id="3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648450" y="35528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dash"/>
            <a:tailEnd type="triangle" w="med" len="med"/>
          </a:ln>
        </p:spPr>
      </p:cxnSp>
      <p:cxnSp>
        <p:nvCxnSpPr>
          <p:cNvPr id="40" name="recap-feature-across">
            <a:extLst xmlns:a="http://schemas.openxmlformats.org/drawingml/2006/main">
              <a:ext uri="{FF2B5EF4-FFF2-40B4-BE49-F238E27FC236}">
                <a16:creationId xmlns:a16="http://schemas.microsoft.com/office/drawing/2014/main" id="{0BEE4C6D-1666-49A1-8CE1-BF55D4B1EF01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057900" y="354330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dash"/>
          </a:ln>
        </p:spPr>
      </p:cxnSp>
      <p:cxnSp>
        <p:nvCxnSpPr>
          <p:cNvPr id="39" name="recap-feature-down">
            <a:extLst xmlns:a="http://schemas.openxmlformats.org/drawingml/2006/main">
              <a:ext uri="{FF2B5EF4-FFF2-40B4-BE49-F238E27FC236}">
                <a16:creationId xmlns:a16="http://schemas.microsoft.com/office/drawing/2014/main" id="{FFC23AA1-9250-4BA3-8485-2F509C9888C2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048375" y="33813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dash"/>
          </a:ln>
        </p:spPr>
      </p:cxnSp>
      <p:cxnSp>
        <p:nvCxnSpPr>
          <p:cNvPr id="38" name="recap-q-turn-observation">
            <a:extLst xmlns:a="http://schemas.openxmlformats.org/drawingml/2006/main">
              <a:ext uri="{FF2B5EF4-FFF2-40B4-BE49-F238E27FC236}">
                <a16:creationId xmlns:a16="http://schemas.microsoft.com/office/drawing/2014/main" id="{0670770C-BA0D-4984-9A16-1011F085DA1C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9882188" y="33813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cxnSp>
        <p:nvCxnSpPr>
          <p:cNvPr id="37" name="recap-branch-to-q-turn">
            <a:extLst xmlns:a="http://schemas.openxmlformats.org/drawingml/2006/main">
              <a:ext uri="{FF2B5EF4-FFF2-40B4-BE49-F238E27FC236}">
                <a16:creationId xmlns:a16="http://schemas.microsoft.com/office/drawing/2014/main" id="{9C90100E-DE86-41B5-9FD4-46FB2EA93468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057900" y="3371850"/>
            <a:ext cx="381476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</a:ln>
        </p:spPr>
      </p:cxnSp>
      <p:cxnSp>
        <p:nvCxnSpPr>
          <p:cNvPr id="36" name="recap-xy-branch">
            <a:extLst xmlns:a="http://schemas.openxmlformats.org/drawingml/2006/main">
              <a:ext uri="{FF2B5EF4-FFF2-40B4-BE49-F238E27FC236}">
                <a16:creationId xmlns:a16="http://schemas.microsoft.com/office/drawing/2014/main" id="{FA736BB2-6060-4EE0-9FB2-5B252F12C64B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6048375" y="31527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</a:ln>
        </p:spPr>
      </p:cxnSp>
      <p:cxnSp>
        <p:nvCxnSpPr>
          <p:cNvPr id="21" name="recap-atan2-output">
            <a:extLst xmlns:a="http://schemas.openxmlformats.org/drawingml/2006/main">
              <a:ext uri="{FF2B5EF4-FFF2-40B4-BE49-F238E27FC236}">
                <a16:creationId xmlns:a16="http://schemas.microsoft.com/office/drawing/2014/main" id="{ED4DB756-A0DC-49C4-8B01-01091B97DF2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001125" y="2857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cxnSp>
        <p:nvCxnSpPr>
          <p:cNvPr id="20" name="recap-xy-atan2">
            <a:extLst xmlns:a="http://schemas.openxmlformats.org/drawingml/2006/main">
              <a:ext uri="{FF2B5EF4-FFF2-40B4-BE49-F238E27FC236}">
                <a16:creationId xmlns:a16="http://schemas.microsoft.com/office/drawing/2014/main" id="{90191665-91D7-4388-BAE7-31BECB9AA649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58000" y="28575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cxnSp>
        <p:nvCxnSpPr>
          <p:cNvPr id="19" name="recap-compensation-xy">
            <a:extLst xmlns:a="http://schemas.openxmlformats.org/drawingml/2006/main">
              <a:ext uri="{FF2B5EF4-FFF2-40B4-BE49-F238E27FC236}">
                <a16:creationId xmlns:a16="http://schemas.microsoft.com/office/drawing/2014/main" id="{EE686B08-3BA2-4D7E-9FBD-FD75AAFECF5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686300" y="28575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cxnSp>
        <p:nvCxnSpPr>
          <p:cNvPr id="18" name="recap-raw-compensation">
            <a:extLst xmlns:a="http://schemas.openxmlformats.org/drawingml/2006/main">
              <a:ext uri="{FF2B5EF4-FFF2-40B4-BE49-F238E27FC236}">
                <a16:creationId xmlns:a16="http://schemas.microsoft.com/office/drawing/2014/main" id="{BF9117D8-9D8D-4BEA-BAF8-66BFE601582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133600" y="28575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15B80"/>
            </a:solidFill>
            <a:prstDash val="solid"/>
            <a:tailEnd type="triangle" w="med" len="me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05DF40-2808-4456-B543-FC818DA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</a:ln>
        </p:spPr>
      </p:sp>
      <p:sp>
        <p:nvSpPr>
          <p:cNvPr id="2" name="Sin/Cos 類比編碼器的 GPOC 補償">
            <a:extLst xmlns:a="http://schemas.openxmlformats.org/drawingml/2006/main">
              <a:ext uri="{FF2B5EF4-FFF2-40B4-BE49-F238E27FC236}">
                <a16:creationId xmlns:a16="http://schemas.microsoft.com/office/drawing/2014/main" id="{B2D6FE22-E452-49DD-9EC8-3D4A9343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5F7FB"/>
                </a:solidFill>
                <a:latin typeface="Microsoft JhengHei"/>
                <a:ea typeface="Microsoft JhengHei"/>
                <a:cs typeface="Microsoft JhengHei"/>
              </a:rPr>
              <a:t>Sin/Cos 類比編碼器的 GPOC 補償</a:t>
            </a:r>
          </a:p>
        </p:txBody>
      </p:sp>
      <p:sp>
        <p:nvSpPr>
          <p:cNvPr id="3" name="核心概念與運作流程">
            <a:extLst xmlns:a="http://schemas.openxmlformats.org/drawingml/2006/main">
              <a:ext uri="{FF2B5EF4-FFF2-40B4-BE49-F238E27FC236}">
                <a16:creationId xmlns:a16="http://schemas.microsoft.com/office/drawing/2014/main" id="{E6DF67A2-47B6-4D15-879D-E71D2E3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E8BC58"/>
                </a:solidFill>
                <a:latin typeface="Microsoft JhengHei"/>
                <a:ea typeface="Microsoft JhengHei"/>
                <a:cs typeface="Microsoft JhengHei"/>
              </a:rPr>
              <a:t>核心概念與運作流程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35C349-2441-477F-A5D7-9FB05BD9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GPOC 核心概念與完整運作流程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55660-059F-471A-8738-06AEF644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CAD2"/>
            </a:solidFill>
            <a:prstDash val="solid"/>
          </a:ln>
        </p:spPr>
      </p:sp>
      <p:sp>
        <p:nvSpPr>
          <p:cNvPr id="6" name="Bünte &amp; Beineke (2004) / GPOC">
            <a:extLst xmlns:a="http://schemas.openxmlformats.org/drawingml/2006/main">
              <a:ext uri="{FF2B5EF4-FFF2-40B4-BE49-F238E27FC236}">
                <a16:creationId xmlns:a16="http://schemas.microsoft.com/office/drawing/2014/main" id="{339FD61E-363F-4912-84B2-174D463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原論文 Fig. 3–4／R6、核心設計 D3–D5；離散更新時序依本專案定義</a:t>
            </a:r>
          </a:p>
        </p:txBody>
      </p:sp>
      <p:sp>
        <p:nvSpPr>
          <p:cNvPr id="7" name="14 / 14">
            <a:extLst xmlns:a="http://schemas.openxmlformats.org/drawingml/2006/main">
              <a:ext uri="{FF2B5EF4-FFF2-40B4-BE49-F238E27FC236}">
                <a16:creationId xmlns:a16="http://schemas.microsoft.com/office/drawing/2014/main" id="{DAA340DF-30B6-4599-9245-5417C753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526173"/>
                </a:solidFill>
                <a:latin typeface="Microsoft JhengHei"/>
                <a:ea typeface="Microsoft JhengHei"/>
                <a:cs typeface="Microsoft JhengHei"/>
              </a:rPr>
              <a:t>14 / 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C83B7-B88A-471F-AD0E-89D15D7623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70ee3c6e940d4"/>
          <a:stretch xmlns:a="http://schemas.openxmlformats.org/drawingml/2006/main"/>
        </p:blipFill>
        <p:spPr>
          <a:xfrm xmlns:a="http://schemas.openxmlformats.org/drawingml/2006/main">
            <a:off x="8839200" y="6416754"/>
            <a:ext cx="1200150" cy="330041"/>
          </a:xfrm>
          <a:prstGeom xmlns:a="http://schemas.openxmlformats.org/drawingml/2006/main" prst="rect">
            <a:avLst/>
          </a:prstGeom>
        </p:spPr>
      </p:pic>
      <p:sp>
        <p:nvSpPr>
          <p:cNvPr id="9" name="recap-opening">
            <a:extLst xmlns:a="http://schemas.openxmlformats.org/drawingml/2006/main">
              <a:ext uri="{FF2B5EF4-FFF2-40B4-BE49-F238E27FC236}">
                <a16:creationId xmlns:a16="http://schemas.microsoft.com/office/drawing/2014/main" id="{05D65392-4B48-432E-9159-D598631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GPOC 使用目前參數修正 Sin/Cos 訊號並輸出插值相位，</a:t>
            </a:r>
          </a:p>
          <a:p xmlns:a="http://schemas.openxmlformats.org/drawingml/2006/main">
            <a:pPr>
              <a:buNone/>
              <a:def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再由補償後的殘差回授，緩慢調整後續取樣所用的補償參數。</a:t>
            </a:r>
          </a:p>
        </p:txBody>
      </p:sp>
      <p:sp>
        <p:nvSpPr>
          <p:cNvPr id="10" name="recap-measurement-label">
            <a:extLst xmlns:a="http://schemas.openxmlformats.org/drawingml/2006/main">
              <a:ext uri="{FF2B5EF4-FFF2-40B4-BE49-F238E27FC236}">
                <a16:creationId xmlns:a16="http://schemas.microsoft.com/office/drawing/2014/main" id="{AF4F7397-3FE4-4CD3-B24D-4FF57903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當筆量測</a:t>
            </a:r>
          </a:p>
        </p:txBody>
      </p:sp>
      <p:sp>
        <p:nvSpPr>
          <p:cNvPr id="11" name="recap-raw">
            <a:extLst xmlns:a="http://schemas.openxmlformats.org/drawingml/2006/main">
              <a:ext uri="{FF2B5EF4-FFF2-40B4-BE49-F238E27FC236}">
                <a16:creationId xmlns:a16="http://schemas.microsoft.com/office/drawing/2014/main" id="{2F72D2FF-4920-4BBA-8795-6F220292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原始 Sin/Cos</a:t>
            </a:r>
          </a:p>
        </p:txBody>
      </p:sp>
      <p:sp>
        <p:nvSpPr>
          <p:cNvPr id="12" name="recap-compensation">
            <a:extLst xmlns:a="http://schemas.openxmlformats.org/drawingml/2006/main">
              <a:ext uri="{FF2B5EF4-FFF2-40B4-BE49-F238E27FC236}">
                <a16:creationId xmlns:a16="http://schemas.microsoft.com/office/drawing/2014/main" id="{989306B2-B8F4-41CB-9897-5E878BAF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62225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recap-compensation-title">
            <a:extLst xmlns:a="http://schemas.openxmlformats.org/drawingml/2006/main">
              <a:ext uri="{FF2B5EF4-FFF2-40B4-BE49-F238E27FC236}">
                <a16:creationId xmlns:a16="http://schemas.microsoft.com/office/drawing/2014/main" id="{2591CD4C-AB2E-4B65-B5A3-47350FF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訊號補償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ap-curren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DE8254A7-0756-4EFD-A303-019F732131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743200" y="2867025"/>
                <a:ext cx="184785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recap-curren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DE8254A7-0756-4EFD-A303-019F732131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467100" y="2895600"/>
                <a:ext cx="400050" cy="2000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7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15" name="recap-xy">
            <a:extLst xmlns:a="http://schemas.openxmlformats.org/drawingml/2006/main">
              <a:ext uri="{FF2B5EF4-FFF2-40B4-BE49-F238E27FC236}">
                <a16:creationId xmlns:a16="http://schemas.microsoft.com/office/drawing/2014/main" id="{3E7BA94B-F74A-4524-8535-8518954B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622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補償後訊號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x、y</a:t>
            </a:r>
          </a:p>
        </p:txBody>
      </p:sp>
      <p:sp>
        <p:nvSpPr>
          <p:cNvPr id="16" name="recap-atan2">
            <a:extLst xmlns:a="http://schemas.openxmlformats.org/drawingml/2006/main">
              <a:ext uri="{FF2B5EF4-FFF2-40B4-BE49-F238E27FC236}">
                <a16:creationId xmlns:a16="http://schemas.microsoft.com/office/drawing/2014/main" id="{F95FDBF7-8A71-41BE-B7B1-29449683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6222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atan2</a:t>
            </a:r>
          </a:p>
        </p:txBody>
      </p:sp>
      <p:sp>
        <p:nvSpPr>
          <p:cNvPr id="17" name="recap-output">
            <a:extLst xmlns:a="http://schemas.openxmlformats.org/drawingml/2006/main">
              <a:ext uri="{FF2B5EF4-FFF2-40B4-BE49-F238E27FC236}">
                <a16:creationId xmlns:a16="http://schemas.microsoft.com/office/drawing/2014/main" id="{42DE7911-4FB9-4711-BC54-677E645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62225"/>
            <a:ext cx="205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315B80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插值相位</a:t>
            </a:r>
          </a:p>
        </p:txBody>
      </p:sp>
      <p:sp>
        <p:nvSpPr>
          <p:cNvPr id="22" name="recap-observation">
            <a:extLst xmlns:a="http://schemas.openxmlformats.org/drawingml/2006/main">
              <a:ext uri="{FF2B5EF4-FFF2-40B4-BE49-F238E27FC236}">
                <a16:creationId xmlns:a16="http://schemas.microsoft.com/office/drawing/2014/main" id="{1D355999-CF17-4FD5-8649-1879B11D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76650"/>
            <a:ext cx="34004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recap-observation-title">
            <a:extLst xmlns:a="http://schemas.openxmlformats.org/drawingml/2006/main">
              <a:ext uri="{FF2B5EF4-FFF2-40B4-BE49-F238E27FC236}">
                <a16:creationId xmlns:a16="http://schemas.microsoft.com/office/drawing/2014/main" id="{B52070B1-7D1B-4ABE-B139-3EFD289C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14750"/>
            <a:ext cx="3324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平方和與殘差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ap-q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F22AB500-1C02-4D55-A54C-C222DCD351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77225" y="3962400"/>
                <a:ext cx="320992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</m:t>
                      </m:r>
                      <m:sSup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+ </m:t>
                      </m:r>
                      <m:sSup>
                        <m:e>
                          <m: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1725">
                              <a:solidFill>
                                <a:srgbClr val="253346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4" name="recap-q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F22AB500-1C02-4D55-A54C-C222DCD351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920162" y="3971925"/>
                <a:ext cx="1924050" cy="2381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8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ap-e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133413A9-6FD4-4D20-A0EA-D27ED5E2CB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277225" y="4238625"/>
                <a:ext cx="3209925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725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 = 1 − 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725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5" name="recap-e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133413A9-6FD4-4D20-A0EA-D27ED5E2CB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58287" y="4267200"/>
                <a:ext cx="1447800" cy="2000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39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26" name="recap-correlation">
            <a:extLst xmlns:a="http://schemas.openxmlformats.org/drawingml/2006/main">
              <a:ext uri="{FF2B5EF4-FFF2-40B4-BE49-F238E27FC236}">
                <a16:creationId xmlns:a16="http://schemas.microsoft.com/office/drawing/2014/main" id="{ABD2F896-23B1-4A2B-8B7E-2060AB07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9095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相關運算</a:t>
            </a:r>
          </a:p>
        </p:txBody>
      </p:sp>
      <p:sp>
        <p:nvSpPr>
          <p:cNvPr id="27" name="recap-integrate">
            <a:extLst xmlns:a="http://schemas.openxmlformats.org/drawingml/2006/main">
              <a:ext uri="{FF2B5EF4-FFF2-40B4-BE49-F238E27FC236}">
                <a16:creationId xmlns:a16="http://schemas.microsoft.com/office/drawing/2014/main" id="{24BFF0B1-3B47-47E9-9D92-287B4595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90950"/>
            <a:ext cx="2400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五通道</a:t>
            </a:r>
          </a:p>
          <a:p xmlns:a="http://schemas.openxmlformats.org/drawingml/2006/main">
            <a:pPr algn="ctr">
              <a:buNone/>
              <a:def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38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緩慢積分與限幅</a:t>
            </a:r>
          </a:p>
        </p:txBody>
      </p:sp>
      <p:sp>
        <p:nvSpPr>
          <p:cNvPr id="28" name="recap-update">
            <a:extLst xmlns:a="http://schemas.openxmlformats.org/drawingml/2006/main">
              <a:ext uri="{FF2B5EF4-FFF2-40B4-BE49-F238E27FC236}">
                <a16:creationId xmlns:a16="http://schemas.microsoft.com/office/drawing/2014/main" id="{9FAAF2D4-73FF-485B-A286-DBEB9275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75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recap-update-title">
            <a:extLst xmlns:a="http://schemas.openxmlformats.org/drawingml/2006/main">
              <a:ext uri="{FF2B5EF4-FFF2-40B4-BE49-F238E27FC236}">
                <a16:creationId xmlns:a16="http://schemas.microsoft.com/office/drawing/2014/main" id="{78F777EC-BFA4-4C71-AB53-E541F129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385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更新參數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ap-next-equation">
                <a:extLst xmlns:a="http://schemas.openxmlformats.org/drawingml/2006/main">
                  <a:ext uri="{FF2B5EF4-FFF2-40B4-BE49-F238E27FC236}">
                    <a16:creationId xmlns:a16="http://schemas.microsoft.com/office/drawing/2014/main" id="{948D5F92-1310-4310-8F3B-0B42136162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04850" y="4095750"/>
                <a:ext cx="142875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defPPr>
                <a:lvl1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1pPr>
                <a:lvl2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2pPr>
                <a:lvl3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3pPr>
                <a:lvl4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4pPr>
                <a:lvl5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5pPr>
                <a:lvl6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6pPr>
                <a:lvl7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7pPr>
                <a:lvl8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8pPr>
                <a:lvl9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lvl9pPr>
              </a:lstStyle>
              <a:p xmlns:a="http://schemas.openxmlformats.org/drawingml/2006/main">
                <a:pPr>
                  <a:defRPr sz="1650">
                    <a:solidFill>
                      <a:srgbClr val="253346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14:m>
                  <m:oMathPara xmlns:m="http://schemas.openxmlformats.org/officeDocument/2006/math">
                    <m:oMath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1</m:t>
                      </m:r>
                      <m:r>
                        <m:rPr>
                          <m:sty m:val="p"/>
                        </m:rPr>
                        <a:rPr sz="1650">
                          <a:solidFill>
                            <a:srgbClr val="253346"/>
                          </a:solidFill>
                          <a:latin typeface="Cambria Math"/>
                        </a:rPr>
                        <m:t xml:space="preserve"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0" name="recap-next-equation-compatibility-preview">
                <a:extLst xmlns:a="http://schemas.openxmlformats.org/drawingml/2006/main">
                  <a:ext uri="{FF2B5EF4-FFF2-40B4-BE49-F238E27FC236}">
                    <a16:creationId xmlns:a16="http://schemas.microsoft.com/office/drawing/2014/main" id="{948D5F92-1310-4310-8F3B-0B42136162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38225" y="4129087"/>
                <a:ext cx="762000" cy="200025"/>
              </a:xfrm>
              <a:prstGeom xmlns:a="http://schemas.openxmlformats.org/drawingml/2006/main" prst="rect">
                <a:avLst/>
              </a:prstGeom>
              <ns0:blipFill xmlns:ns0="http://schemas.openxmlformats.org/drawingml/2006/main">
                <ns0:blip xmlns:ns1="http://schemas.openxmlformats.org/officeDocument/2006/relationships" ns1:embed="rIdPreservedMath40"/>
                <ns0:stretch>
                  <ns0:fillRect/>
                </ns0:stretch>
              </ns0:blipFill>
              <a:ln xmlns:a="http://schemas.openxmlformats.org/drawingml/2006/main" w="0">
                <a:noFill/>
              </a:ln>
            </p:spPr>
          </p:sp>
        </mc:Fallback>
      </mc:AlternateContent>
      <p:sp>
        <p:nvSpPr>
          <p:cNvPr id="31" name="recap-permission">
            <a:extLst xmlns:a="http://schemas.openxmlformats.org/drawingml/2006/main">
              <a:ext uri="{FF2B5EF4-FFF2-40B4-BE49-F238E27FC236}">
                <a16:creationId xmlns:a16="http://schemas.microsoft.com/office/drawing/2014/main" id="{0DDD5404-4364-466C-837D-80DD38E9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05175"/>
            <a:ext cx="240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E"/>
          </a:solidFill>
          <a:ln xmlns:a="http://schemas.openxmlformats.org/drawingml/2006/main" w="19050">
            <a:solidFill>
              <a:srgbClr val="AC8325"/>
            </a:solidFill>
          </a:ln>
        </p:spPr>
        <p:txBody>
          <a:bodyPr xmlns:a="http://schemas.openxmlformats.org/drawingml/2006/main" wrap="none" lIns="38100" tIns="38100" rIns="38100" bIns="3810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學習許可、速度權重</a:t>
            </a:r>
          </a:p>
        </p:txBody>
      </p:sp>
      <p:sp>
        <p:nvSpPr>
          <p:cNvPr id="32" name="recap-signal-branch">
            <a:extLst xmlns:a="http://schemas.openxmlformats.org/drawingml/2006/main">
              <a:ext uri="{FF2B5EF4-FFF2-40B4-BE49-F238E27FC236}">
                <a16:creationId xmlns:a16="http://schemas.microsoft.com/office/drawing/2014/main" id="{F204ACE1-0E82-47BC-897C-B6827255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62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recap-q-turn">
            <a:extLst xmlns:a="http://schemas.openxmlformats.org/drawingml/2006/main">
              <a:ext uri="{FF2B5EF4-FFF2-40B4-BE49-F238E27FC236}">
                <a16:creationId xmlns:a16="http://schemas.microsoft.com/office/drawing/2014/main" id="{50546AFC-38A7-4D33-BCC1-07A212C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63" y="3362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ecap-feature-turn">
            <a:extLst xmlns:a="http://schemas.openxmlformats.org/drawingml/2006/main">
              <a:ext uri="{FF2B5EF4-FFF2-40B4-BE49-F238E27FC236}">
                <a16:creationId xmlns:a16="http://schemas.microsoft.com/office/drawing/2014/main" id="{E84800B0-D9F6-4659-B81F-E81907BD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33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recap-feature-end">
            <a:extLst xmlns:a="http://schemas.openxmlformats.org/drawingml/2006/main">
              <a:ext uri="{FF2B5EF4-FFF2-40B4-BE49-F238E27FC236}">
                <a16:creationId xmlns:a16="http://schemas.microsoft.com/office/drawing/2014/main" id="{82165542-75CD-43F0-8000-458E5EAE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533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recap-feedback-left">
            <a:extLst xmlns:a="http://schemas.openxmlformats.org/drawingml/2006/main">
              <a:ext uri="{FF2B5EF4-FFF2-40B4-BE49-F238E27FC236}">
                <a16:creationId xmlns:a16="http://schemas.microsoft.com/office/drawing/2014/main" id="{49D9E40C-BE5B-4959-AFEB-C2664A76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086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recap-feedback-upper">
            <a:extLst xmlns:a="http://schemas.openxmlformats.org/drawingml/2006/main">
              <a:ext uri="{FF2B5EF4-FFF2-40B4-BE49-F238E27FC236}">
                <a16:creationId xmlns:a16="http://schemas.microsoft.com/office/drawing/2014/main" id="{0D0F7174-0FD3-4133-8876-54BB73C7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343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recap-feedback-top">
            <a:extLst xmlns:a="http://schemas.openxmlformats.org/drawingml/2006/main">
              <a:ext uri="{FF2B5EF4-FFF2-40B4-BE49-F238E27FC236}">
                <a16:creationId xmlns:a16="http://schemas.microsoft.com/office/drawing/2014/main" id="{14D967B2-D656-441B-A1A8-597A9663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43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recap-pattern-source">
            <a:extLst xmlns:a="http://schemas.openxmlformats.org/drawingml/2006/main">
              <a:ext uri="{FF2B5EF4-FFF2-40B4-BE49-F238E27FC236}">
                <a16:creationId xmlns:a16="http://schemas.microsoft.com/office/drawing/2014/main" id="{24881D63-CE49-4987-BE96-A69AC7D9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472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>
                <a:solidFill>
                  <a:srgbClr val="315B80"/>
                </a:solidFill>
                <a:latin typeface="Microsoft JhengHei"/>
                <a:ea typeface="Microsoft JhengHei"/>
                <a:cs typeface="Microsoft JhengHei"/>
              </a:rPr>
              <a:t>相關圖樣由補償後的 x、y 與平方和 q 產生。</a:t>
            </a:r>
          </a:p>
        </p:txBody>
      </p:sp>
      <p:sp>
        <p:nvSpPr>
          <p:cNvPr id="54" name="recap-five-states">
            <a:extLst xmlns:a="http://schemas.openxmlformats.org/drawingml/2006/main">
              <a:ext uri="{FF2B5EF4-FFF2-40B4-BE49-F238E27FC236}">
                <a16:creationId xmlns:a16="http://schemas.microsoft.com/office/drawing/2014/main" id="{8CD38479-B0E0-4FFF-8AF5-8F47080B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五個學習通道：共同增益、差動增益、相位及兩路偏移。</a:t>
            </a:r>
          </a:p>
        </p:txBody>
      </p:sp>
      <p:sp>
        <p:nvSpPr>
          <p:cNvPr id="55" name="recap-next-sample">
            <a:extLst xmlns:a="http://schemas.openxmlformats.org/drawingml/2006/main">
              <a:ext uri="{FF2B5EF4-FFF2-40B4-BE49-F238E27FC236}">
                <a16:creationId xmlns:a16="http://schemas.microsoft.com/office/drawing/2014/main" id="{CC1E2DCD-A0E6-4019-AC1F-D5554A50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AC8325"/>
                </a:solidFill>
                <a:latin typeface="Microsoft JhengHei"/>
                <a:ea typeface="Microsoft JhengHei"/>
                <a:cs typeface="Microsoft JhengHei"/>
              </a:rPr>
              <a:t>下一筆取樣生效</a:t>
            </a:r>
          </a:p>
        </p:txBody>
      </p:sp>
      <p:sp>
        <p:nvSpPr>
          <p:cNvPr id="56" name="recap-point-0-title">
            <a:extLst xmlns:a="http://schemas.openxmlformats.org/drawingml/2006/main">
              <a:ext uri="{FF2B5EF4-FFF2-40B4-BE49-F238E27FC236}">
                <a16:creationId xmlns:a16="http://schemas.microsoft.com/office/drawing/2014/main" id="{17E83A75-CF07-49F8-804B-02B2733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先修正訊號，再計算相位</a:t>
            </a:r>
          </a:p>
        </p:txBody>
      </p:sp>
      <p:sp>
        <p:nvSpPr>
          <p:cNvPr id="57" name="recap-point-0-description">
            <a:extLst xmlns:a="http://schemas.openxmlformats.org/drawingml/2006/main">
              <a:ext uri="{FF2B5EF4-FFF2-40B4-BE49-F238E27FC236}">
                <a16:creationId xmlns:a16="http://schemas.microsoft.com/office/drawing/2014/main" id="{75627DA8-6691-419E-AB55-A76FB84E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335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補償器修正偏移、幅值與非正交關係，atan2 </a:t>
            </a:r>
          </a:p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再由修正後的訊號計算插值相位；跨週期位置</a:t>
            </a:r>
          </a:p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與速度由上層處理。</a:t>
            </a:r>
          </a:p>
        </p:txBody>
      </p:sp>
      <p:sp>
        <p:nvSpPr>
          <p:cNvPr id="58" name="recap-point-1-title">
            <a:extLst xmlns:a="http://schemas.openxmlformats.org/drawingml/2006/main">
              <a:ext uri="{FF2B5EF4-FFF2-40B4-BE49-F238E27FC236}">
                <a16:creationId xmlns:a16="http://schemas.microsoft.com/office/drawing/2014/main" id="{B388605C-45D7-4313-8801-9F3191C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9434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由殘差取得五個參數的調整方向</a:t>
            </a:r>
          </a:p>
        </p:txBody>
      </p:sp>
      <p:sp>
        <p:nvSpPr>
          <p:cNvPr id="59" name="recap-point-1-description">
            <a:extLst xmlns:a="http://schemas.openxmlformats.org/drawingml/2006/main">
              <a:ext uri="{FF2B5EF4-FFF2-40B4-BE49-F238E27FC236}">
                <a16:creationId xmlns:a16="http://schemas.microsoft.com/office/drawing/2014/main" id="{8F257CCC-6250-4E6B-986A-10CE62C9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29225"/>
            <a:ext cx="335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平方和呈現剩餘失真，相關運算辨認不同誤差</a:t>
            </a:r>
          </a:p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圖樣，再由五個積分器緩慢累積為補償參數。</a:t>
            </a:r>
          </a:p>
        </p:txBody>
      </p:sp>
      <p:sp>
        <p:nvSpPr>
          <p:cNvPr id="60" name="recap-point-2-title">
            <a:extLst xmlns:a="http://schemas.openxmlformats.org/drawingml/2006/main">
              <a:ext uri="{FF2B5EF4-FFF2-40B4-BE49-F238E27FC236}">
                <a16:creationId xmlns:a16="http://schemas.microsoft.com/office/drawing/2014/main" id="{FA7FD0F3-A1FA-4C84-8F65-7D3F9EF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43475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63" b="1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當筆參數保持一致，更新從下一筆生效</a:t>
            </a:r>
          </a:p>
        </p:txBody>
      </p:sp>
      <p:sp>
        <p:nvSpPr>
          <p:cNvPr id="61" name="recap-point-2-description">
            <a:extLst xmlns:a="http://schemas.openxmlformats.org/drawingml/2006/main">
              <a:ext uri="{FF2B5EF4-FFF2-40B4-BE49-F238E27FC236}">
                <a16:creationId xmlns:a16="http://schemas.microsoft.com/office/drawing/2014/main" id="{317F6898-8EE4-4ED7-AA2D-A424098E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29225"/>
            <a:ext cx="3448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當筆補償與學習計算共用 P[k]；候選參數經檢</a:t>
            </a:r>
          </a:p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查與限幅後整組提交為 P[k+1]。學習暫停時保</a:t>
            </a:r>
          </a:p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留參數，有效訊號仍持續補償；量測無效時標</a:t>
            </a:r>
          </a:p>
          <a:p xmlns:a="http://schemas.openxmlformats.org/drawingml/2006/main">
            <a:pPr>
              <a:buNone/>
              <a:def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13">
                <a:solidFill>
                  <a:srgbClr val="253346"/>
                </a:solidFill>
                <a:latin typeface="Microsoft JhengHei"/>
                <a:ea typeface="Microsoft JhengHei"/>
                <a:cs typeface="Microsoft JhengHei"/>
              </a:rPr>
              <a:t>示位置無效。</a:t>
            </a:r>
          </a:p>
        </p:txBody>
      </p:sp>
    </p:spTree>
    <p:extLst>
      <p:ext uri="{BB962C8B-B14F-4D97-AF65-F5344CB8AC3E}">
        <p14:creationId xmlns:p14="http://schemas.microsoft.com/office/powerpoint/2010/main" val="1790791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2026-10-19T17:07:16.3960000Z</dcterms:created>
  <dcterms:modified xsi:type="dcterms:W3CDTF">2026-10-19T17:07:16.3960000Z</dcterms:modified>
</coreProperties>
</file>