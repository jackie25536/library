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82bb64684e4ba0" /><Relationship Type="http://schemas.openxmlformats.org/officeDocument/2006/relationships/extended-properties" Target="/docProps/app.xml" Id="R523f52253b084582" /><Relationship Type="http://schemas.openxmlformats.org/officeDocument/2006/relationships/officeDocument" Target="/ppt/presentation.xml" Id="R477c5340eafd4a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1b363a69344518"/>
  </p:sldMasterIdLst>
  <p:notesMasterIdLst>
    <p:notesMasterId xmlns:r="http://schemas.openxmlformats.org/officeDocument/2006/relationships" r:id="Raa4cae6d1d19439d"/>
  </p:notesMasterIdLst>
  <p:sldIdLst>
    <p:sldId xmlns:r="http://schemas.openxmlformats.org/officeDocument/2006/relationships" id="256" r:id="R04d6a2faae784831"/>
    <p:sldId xmlns:r="http://schemas.openxmlformats.org/officeDocument/2006/relationships" id="257" r:id="R53a9c0c263b74436"/>
    <p:sldId xmlns:r="http://schemas.openxmlformats.org/officeDocument/2006/relationships" id="258" r:id="R9bc1bd6970b74cb4"/>
    <p:sldId xmlns:r="http://schemas.openxmlformats.org/officeDocument/2006/relationships" id="259" r:id="R3b0dd1ee08134134"/>
    <p:sldId xmlns:r="http://schemas.openxmlformats.org/officeDocument/2006/relationships" id="260" r:id="Rcbc15e6bff08430e"/>
    <p:sldId xmlns:r="http://schemas.openxmlformats.org/officeDocument/2006/relationships" id="261" r:id="Refaf3b94a272428e"/>
    <p:sldId xmlns:r="http://schemas.openxmlformats.org/officeDocument/2006/relationships" id="262" r:id="Rdc3a36e0540d487e"/>
    <p:sldId xmlns:r="http://schemas.openxmlformats.org/officeDocument/2006/relationships" id="263" r:id="Rccb3b29b7131494b"/>
    <p:sldId xmlns:r="http://schemas.openxmlformats.org/officeDocument/2006/relationships" id="264" r:id="R3f5a91de87eb464b"/>
    <p:sldId xmlns:r="http://schemas.openxmlformats.org/officeDocument/2006/relationships" id="265" r:id="R7e22ecff1b66453d"/>
    <p:sldId xmlns:r="http://schemas.openxmlformats.org/officeDocument/2006/relationships" id="266" r:id="R9b2eb4475bdf4025"/>
    <p:sldId xmlns:r="http://schemas.openxmlformats.org/officeDocument/2006/relationships" id="267" r:id="R9d5581adebef442d"/>
    <p:sldId xmlns:r="http://schemas.openxmlformats.org/officeDocument/2006/relationships" id="268" r:id="Rbfdf105db4da41bb"/>
    <p:sldId xmlns:r="http://schemas.openxmlformats.org/officeDocument/2006/relationships" id="269" r:id="R58549bf2e9434d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1c1a2492ce4cc6" /><Relationship Type="http://schemas.openxmlformats.org/officeDocument/2006/relationships/slideMaster" Target="/ppt/slideMasters/slideMaster1.xml" Id="R321b363a69344518" /><Relationship Type="http://schemas.openxmlformats.org/officeDocument/2006/relationships/notesMaster" Target="/ppt/notesMasters/notesMaster1.xml" Id="Raa4cae6d1d19439d" /><Relationship Type="http://schemas.openxmlformats.org/officeDocument/2006/relationships/presProps" Target="/ppt/presProps.xml" Id="R0bebb177fe1842a7" /><Relationship Type="http://schemas.openxmlformats.org/officeDocument/2006/relationships/tableStyles" Target="/ppt/tableStyles.xml" Id="R66764a69b8614b65" /><Relationship Type="http://schemas.openxmlformats.org/officeDocument/2006/relationships/slide" Target="/ppt/slides/slide1.xml" Id="R04d6a2faae784831" /><Relationship Type="http://schemas.openxmlformats.org/officeDocument/2006/relationships/slide" Target="/ppt/slides/slide2.xml" Id="R53a9c0c263b74436" /><Relationship Type="http://schemas.openxmlformats.org/officeDocument/2006/relationships/slide" Target="/ppt/slides/slide3.xml" Id="R9bc1bd6970b74cb4" /><Relationship Type="http://schemas.openxmlformats.org/officeDocument/2006/relationships/slide" Target="/ppt/slides/slide4.xml" Id="R3b0dd1ee08134134" /><Relationship Type="http://schemas.openxmlformats.org/officeDocument/2006/relationships/slide" Target="/ppt/slides/slide5.xml" Id="Rcbc15e6bff08430e" /><Relationship Type="http://schemas.openxmlformats.org/officeDocument/2006/relationships/slide" Target="/ppt/slides/slide6.xml" Id="Refaf3b94a272428e" /><Relationship Type="http://schemas.openxmlformats.org/officeDocument/2006/relationships/slide" Target="/ppt/slides/slide7.xml" Id="Rdc3a36e0540d487e" /><Relationship Type="http://schemas.openxmlformats.org/officeDocument/2006/relationships/slide" Target="/ppt/slides/slide8.xml" Id="Rccb3b29b7131494b" /><Relationship Type="http://schemas.openxmlformats.org/officeDocument/2006/relationships/slide" Target="/ppt/slides/slide9.xml" Id="R3f5a91de87eb464b" /><Relationship Type="http://schemas.openxmlformats.org/officeDocument/2006/relationships/slide" Target="/ppt/slides/slide10.xml" Id="R7e22ecff1b66453d" /><Relationship Type="http://schemas.openxmlformats.org/officeDocument/2006/relationships/slide" Target="/ppt/slides/slide11.xml" Id="R9b2eb4475bdf4025" /><Relationship Type="http://schemas.openxmlformats.org/officeDocument/2006/relationships/slide" Target="/ppt/slides/slide12.xml" Id="R9d5581adebef442d" /><Relationship Type="http://schemas.openxmlformats.org/officeDocument/2006/relationships/slide" Target="/ppt/slides/slide13.xml" Id="Rbfdf105db4da41bb" /><Relationship Type="http://schemas.openxmlformats.org/officeDocument/2006/relationships/slide" Target="/ppt/slides/slide14.xml" Id="R58549bf2e9434d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8be1acbc6941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4cb33fe11d41cc" /><Relationship Type="http://schemas.openxmlformats.org/officeDocument/2006/relationships/notesMaster" Target="/ppt/notesMasters/notesMaster1.xml" Id="Rdf8e6a5b002e4b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9a22eafb4a4611" /><Relationship Type="http://schemas.openxmlformats.org/officeDocument/2006/relationships/notesMaster" Target="/ppt/notesMasters/notesMaster1.xml" Id="Rc1a418b33d6345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2226349945445a" /><Relationship Type="http://schemas.openxmlformats.org/officeDocument/2006/relationships/notesMaster" Target="/ppt/notesMasters/notesMaster1.xml" Id="Re7d21aed83894d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b21f951649445d" /><Relationship Type="http://schemas.openxmlformats.org/officeDocument/2006/relationships/notesMaster" Target="/ppt/notesMasters/notesMaster1.xml" Id="R362a69b587cd4e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c9135a528c48c0" /><Relationship Type="http://schemas.openxmlformats.org/officeDocument/2006/relationships/notesMaster" Target="/ppt/notesMasters/notesMaster1.xml" Id="R31fe9aac879a42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4f9e2d1b8449e1" /><Relationship Type="http://schemas.openxmlformats.org/officeDocument/2006/relationships/notesMaster" Target="/ppt/notesMasters/notesMaster1.xml" Id="R106e9f1868894e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194c044ba140c4" /><Relationship Type="http://schemas.openxmlformats.org/officeDocument/2006/relationships/notesMaster" Target="/ppt/notesMasters/notesMaster1.xml" Id="Rba06ea87188a44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12843ee4094f23" /><Relationship Type="http://schemas.openxmlformats.org/officeDocument/2006/relationships/notesMaster" Target="/ppt/notesMasters/notesMaster1.xml" Id="Rabd22a1d822741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59a8a00ed64ff9" /><Relationship Type="http://schemas.openxmlformats.org/officeDocument/2006/relationships/notesMaster" Target="/ppt/notesMasters/notesMaster1.xml" Id="Radd4841a04284e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56e313a68c4af1" /><Relationship Type="http://schemas.openxmlformats.org/officeDocument/2006/relationships/notesMaster" Target="/ppt/notesMasters/notesMaster1.xml" Id="R55b409553b6a41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ec616f17cc4b25" /><Relationship Type="http://schemas.openxmlformats.org/officeDocument/2006/relationships/notesMaster" Target="/ppt/notesMasters/notesMaster1.xml" Id="Rebb63ab9f35849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6da7249a2242cd" /><Relationship Type="http://schemas.openxmlformats.org/officeDocument/2006/relationships/notesMaster" Target="/ppt/notesMasters/notesMaster1.xml" Id="Rb2a6628835554a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007107c9cf4fb0" /><Relationship Type="http://schemas.openxmlformats.org/officeDocument/2006/relationships/notesMaster" Target="/ppt/notesMasters/notesMaster1.xml" Id="R9b8dd81e537340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08795fb3f8417b" /><Relationship Type="http://schemas.openxmlformats.org/officeDocument/2006/relationships/notesMaster" Target="/ppt/notesMasters/notesMaster1.xml" Id="R8ba61294441b48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先說明感測器誤差如何影響速度回授，再用圓形軌跡理解補償。主線是從平方和取得可觀察的週期圖樣，再利用相關運算決定參數調整方向。所有模型圖皆為依指定方程計算的示意，不代表線上演算法已完成收斂或實機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圖示與模型</a:t>
            </a:r>
          </a:p>
          <a:p xmlns:a="http://schemas.openxmlformats.org/drawingml/2006/main">
            <a:r>
              <a:t>同一座標中比較理想圓與偏移橢圓。理想半徑為 1，失真例使用 `A_a=1.18`、`A_b=0.82`、`φ_e=12°`、`d_a=0.18`、`d_b=−0.12`。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Bünte, A.; Beineke, S. (2004). High-Performance Speed Measurement by Suppression of Systematic Resolver and Encoder Errors. IEEE Transactions on Industrial Electronics, 51(1), 49–53. DOI: https://doi.org/10.1109/TIE.2003.822084 。本專案 [R1–R2](sincos-gpoc-reading.md)。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 01 先交代 Sin/Cos 訊號誤差如何影響位置與速度回授，說明為何需要從訊號來源補償，再建立誤差模型與補償矩陣。Part 02 是簡報主體，依論文說明平方和、相關運算與五路自適應迴路。Part 03 聚焦工程設計要點與適用條件，包含訊號及參數定義、補償與學習的關係、速度權重、學習啟停、相位覆蓋與方法限制。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圖示與模型</a:t>
            </a:r>
          </a:p>
          <a:p xmlns:a="http://schemas.openxmlformats.org/drawingml/2006/main">
            <a:r>
              <a:t>三列平面排版，各列由左側 Part 編號、右側主標題及下一行簡短說明組成。沿用深色頁首、淺灰背景、深藍灰正文、金色 Part 編號與原始 JACKIE AGENT 標誌。列間只以細線分隔。目錄置於封面後，為第 2 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2026-10-18 使用者確認的三個 Part 與目錄文字；技術主題依本專案閱讀筆記與核心設計規劃。本頁不呈現實驗數據或新增技術結論。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3ed8a12be740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361172fd84f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b2d53beee34c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256ae9d4848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6ddbc7904849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d3368ac5f142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BB7585-BE7C-4030-AB98-46B5BD1F78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CC3BB5-A2CF-4814-A661-3D334526F9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1F787D-515F-446C-9108-C8E015D1BD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48ECD3-F5E0-4016-8ACB-B7C963299B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89EE94-3E37-49E3-A800-D61CE24149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BEEEC1-C31D-4B1E-95BC-7BEC05EC69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7C64AC-A7C9-45F8-967D-BC53C2E504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DCA712-24B5-4D8B-9ABE-FF8BAE8D65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AB3BFF-DB65-41A6-821A-6D78431608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5D1F0D-3FDF-4FB7-AA12-28CE06CFFD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577c4575454ca1" /><Relationship Type="http://schemas.openxmlformats.org/officeDocument/2006/relationships/slideLayout" Target="/ppt/slideLayouts/slideLayout1.xml" Id="Rad8531b4519e4d4a" /><Relationship Type="http://schemas.openxmlformats.org/officeDocument/2006/relationships/slideLayout" Target="/ppt/slideLayouts/slideLayout2.xml" Id="Rf28781d3d81e4ce0" /><Relationship Type="http://schemas.openxmlformats.org/officeDocument/2006/relationships/slideLayout" Target="/ppt/slideLayouts/slideLayout3.xml" Id="R70d5b7bd4b72402a" /><Relationship Type="http://schemas.openxmlformats.org/officeDocument/2006/relationships/slideLayout" Target="/ppt/slideLayouts/slideLayout4.xml" Id="Re43f3acc5174486e" /><Relationship Type="http://schemas.openxmlformats.org/officeDocument/2006/relationships/slideLayout" Target="/ppt/slideLayouts/slideLayout5.xml" Id="Rd6ff8b8474424aef" /><Relationship Type="http://schemas.openxmlformats.org/officeDocument/2006/relationships/slideLayout" Target="/ppt/slideLayouts/slideLayout6.xml" Id="Rb69cfbe2c2b245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8531b4519e4d4a"/>
    <p:sldLayoutId xmlns:r="http://schemas.openxmlformats.org/officeDocument/2006/relationships" id="2147483650" r:id="Rf28781d3d81e4ce0"/>
    <p:sldLayoutId xmlns:r="http://schemas.openxmlformats.org/officeDocument/2006/relationships" id="2147483651" r:id="R70d5b7bd4b72402a"/>
    <p:sldLayoutId xmlns:r="http://schemas.openxmlformats.org/officeDocument/2006/relationships" id="2147483652" r:id="Re43f3acc5174486e"/>
    <p:sldLayoutId xmlns:r="http://schemas.openxmlformats.org/officeDocument/2006/relationships" id="2147483653" r:id="Rd6ff8b8474424aef"/>
    <p:sldLayoutId xmlns:r="http://schemas.openxmlformats.org/officeDocument/2006/relationships" id="2147483654" r:id="Rb69cfbe2c2b245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370f6842b3435d" /><Relationship Type="http://schemas.openxmlformats.org/officeDocument/2006/relationships/image" Target="/ppt/media/image.png" Id="R14a3d8473da0466d" /><Relationship Type="http://schemas.openxmlformats.org/officeDocument/2006/relationships/chart" Target="/ppt/slides/charts/chart1.xml" Id="Rdf81c35d5ca84a5a" /><Relationship Type="http://schemas.openxmlformats.org/officeDocument/2006/relationships/notesSlide" Target="/ppt/notesSlides/notesSlide1.xml" Id="Rb94b50915bce43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df1b73cb6f4630" /><Relationship Type="http://schemas.openxmlformats.org/officeDocument/2006/relationships/image" Target="/ppt/media/image2.png" Id="R52ac47a7f1784d5e" /><Relationship Type="http://schemas.openxmlformats.org/officeDocument/2006/relationships/notesSlide" Target="/ppt/notesSlides/notesSlide2.xml" Id="Rda3f821ac9594e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19cacab4449f0" /><Relationship Type="http://schemas.openxmlformats.org/officeDocument/2006/relationships/image" Target="/ppt/media/image3.png" Id="Rd8f990edb10240b3" /><Relationship Type="http://schemas.openxmlformats.org/officeDocument/2006/relationships/notesSlide" Target="/ppt/notesSlides/notesSlide3.xml" Id="R00ac250cd5a54d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44fcca0fa4b5a" /><Relationship Type="http://schemas.openxmlformats.org/officeDocument/2006/relationships/image" Target="/ppt/media/image4.png" Id="Rc1e73b78fc2a4c74" /><Relationship Type="http://schemas.openxmlformats.org/officeDocument/2006/relationships/notesSlide" Target="/ppt/notesSlides/notesSlide4.xml" Id="Rb01359b90c8c48e9" 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580e572d90f4acd"/><Relationship Type="http://schemas.openxmlformats.org/officeDocument/2006/relationships/image" Target="/ppt/media/image5.png" Id="R300c9dd99d644b2d"/><Relationship Type="http://schemas.openxmlformats.org/officeDocument/2006/relationships/chart" Target="/ppt/slides/charts/chart2.xml" Id="R849b54f1885d42e4"/><Relationship Type="http://schemas.openxmlformats.org/officeDocument/2006/relationships/chart" Target="/ppt/slides/charts/chart3.xml" Id="R230ac630abb04be9"/><Relationship Type="http://schemas.openxmlformats.org/officeDocument/2006/relationships/chart" Target="/ppt/slides/charts/chart4.xml" Id="R0197e7170cbd4454"/><Relationship Type="http://schemas.openxmlformats.org/officeDocument/2006/relationships/notesSlide" Target="/ppt/notesSlides/notesSlide5.xml" Id="R2a71033f70274b5f"/><Relationship Id="rIdPreservedMath1" Type="http://schemas.openxmlformats.org/officeDocument/2006/relationships/image" Target="../media/sincos-gpoc-signal-model-equation.png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9d830d9745c4b16"/><Relationship Type="http://schemas.openxmlformats.org/officeDocument/2006/relationships/image" Target="/ppt/media/image6.png" Id="R7c03c730a6ce4c37"/><Relationship Type="http://schemas.openxmlformats.org/officeDocument/2006/relationships/notesSlide" Target="/ppt/notesSlides/notesSlide6.xml" Id="R9a32ef431ef04ed6"/><Relationship Id="rIdPreservedMath2" Type="http://schemas.openxmlformats.org/officeDocument/2006/relationships/image" Target="../media/sincos-gpoc-slide6-equation.png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3ade7e4f23e4d4e"/><Relationship Type="http://schemas.openxmlformats.org/officeDocument/2006/relationships/image" Target="/ppt/media/image7.png" Id="R491009d016164b50"/><Relationship Type="http://schemas.openxmlformats.org/officeDocument/2006/relationships/notesSlide" Target="/ppt/notesSlides/notesSlide7.xml" Id="Rf191c243cd084999"/><Relationship Id="rIdPreservedMath3" Type="http://schemas.openxmlformats.org/officeDocument/2006/relationships/image" Target="../media/sincos-gpoc-slide7-equation-0.png"/><Relationship Id="rIdPreservedMath4" Type="http://schemas.openxmlformats.org/officeDocument/2006/relationships/image" Target="../media/sincos-gpoc-slide7-equation-1.png"/><Relationship Id="rIdPreservedMath5" Type="http://schemas.openxmlformats.org/officeDocument/2006/relationships/image" Target="../media/sincos-gpoc-slide7-equation-2.png"/><Relationship Id="rIdPreservedMath6" Type="http://schemas.openxmlformats.org/officeDocument/2006/relationships/image" Target="../media/sincos-gpoc-slide7-equation-3.png"/><Relationship Id="rIdPreservedMath7" Type="http://schemas.openxmlformats.org/officeDocument/2006/relationships/image" Target="../media/sincos-gpoc-slide7-equation-4.png"/><Relationship Id="rIdPreservedMath8" Type="http://schemas.openxmlformats.org/officeDocument/2006/relationships/image" Target="../media/sincos-gpoc-slide7-equation-5.png"/><Relationship Id="rIdPreservedMath9" Type="http://schemas.openxmlformats.org/officeDocument/2006/relationships/image" Target="../media/sincos-gpoc-slide7-equation-6.png"/><Relationship Id="rIdPreservedMath10" Type="http://schemas.openxmlformats.org/officeDocument/2006/relationships/image" Target="../media/sincos-gpoc-slide7-equation-7.png"/><Relationship Id="rIdPreservedMath11" Type="http://schemas.openxmlformats.org/officeDocument/2006/relationships/image" Target="../media/sincos-gpoc-slide7-equation-8.png"/><Relationship Id="rIdPreservedMath12" Type="http://schemas.openxmlformats.org/officeDocument/2006/relationships/image" Target="../media/sincos-gpoc-slide7-equation-9.png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230f803a7314f31"/><Relationship Type="http://schemas.openxmlformats.org/officeDocument/2006/relationships/image" Target="/ppt/media/image8.png" Id="R794d6764449f43e6"/><Relationship Type="http://schemas.openxmlformats.org/officeDocument/2006/relationships/chart" Target="/ppt/slides/charts/chart5.xml" Id="Rfb9356ccc6bc4ff8"/><Relationship Type="http://schemas.openxmlformats.org/officeDocument/2006/relationships/notesSlide" Target="/ppt/notesSlides/notesSlide8.xml" Id="R932c6f36d4584a6b"/><Relationship Id="rIdPreservedMath13" Type="http://schemas.openxmlformats.org/officeDocument/2006/relationships/image" Target="../media/sincos-gpoc-slide8-equation-0.png"/><Relationship Id="rIdPreservedMath14" Type="http://schemas.openxmlformats.org/officeDocument/2006/relationships/image" Target="../media/sincos-gpoc-slide8-equation-1.png"/><Relationship Id="rIdPreservedMath15" Type="http://schemas.openxmlformats.org/officeDocument/2006/relationships/image" Target="../media/sincos-gpoc-slide8-equation-2.png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fe61a9633594d12"/><Relationship Type="http://schemas.openxmlformats.org/officeDocument/2006/relationships/image" Target="/ppt/media/image9.png" Id="R00479b565fea4e0f"/><Relationship Type="http://schemas.openxmlformats.org/officeDocument/2006/relationships/chart" Target="/ppt/slides/charts/chart6.xml" Id="R4fdf1cc7066d4fd4"/><Relationship Type="http://schemas.openxmlformats.org/officeDocument/2006/relationships/chart" Target="/ppt/slides/charts/chart7.xml" Id="Rb051b1755cb64547"/><Relationship Type="http://schemas.openxmlformats.org/officeDocument/2006/relationships/chart" Target="/ppt/slides/charts/chart8.xml" Id="Re627656087604146"/><Relationship Type="http://schemas.openxmlformats.org/officeDocument/2006/relationships/notesSlide" Target="/ppt/notesSlides/notesSlide9.xml" Id="R919c331d5e0848d7"/><Relationship Id="rIdPreservedMath16" Type="http://schemas.openxmlformats.org/officeDocument/2006/relationships/image" Target="../media/sincos-gpoc-slide9-equation-0.png"/><Relationship Id="rIdPreservedMath17" Type="http://schemas.openxmlformats.org/officeDocument/2006/relationships/image" Target="../media/sincos-gpoc-slide9-equation-1.png"/><Relationship Id="rIdPreservedMath18" Type="http://schemas.openxmlformats.org/officeDocument/2006/relationships/image" Target="../media/sincos-gpoc-slide9-equation-2.png"/><Relationship Id="rIdPreservedMath19" Type="http://schemas.openxmlformats.org/officeDocument/2006/relationships/image" Target="../media/sincos-gpoc-slide9-equation-3.png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b3fc429ff0f4b52"/><Relationship Type="http://schemas.openxmlformats.org/officeDocument/2006/relationships/image" Target="/ppt/media/image10.png" Id="R6973c1b637644b12"/><Relationship Type="http://schemas.openxmlformats.org/officeDocument/2006/relationships/chart" Target="/ppt/slides/charts/chart9.xml" Id="R6ce9c011cce9470b"/><Relationship Type="http://schemas.openxmlformats.org/officeDocument/2006/relationships/chart" Target="/ppt/slides/charts/chart10.xml" Id="Rea11b8af7dd445b2"/><Relationship Type="http://schemas.openxmlformats.org/officeDocument/2006/relationships/notesSlide" Target="/ppt/notesSlides/notesSlide10.xml" Id="Rc08eb88e35424a36"/><Relationship Id="rIdPreservedMath20" Type="http://schemas.openxmlformats.org/officeDocument/2006/relationships/image" Target="../media/sincos-gpoc-slide10-equation-0.png"/><Relationship Id="rIdPreservedMath21" Type="http://schemas.openxmlformats.org/officeDocument/2006/relationships/image" Target="../media/sincos-gpoc-slide10-equation-1.png"/><Relationship Id="rIdPreservedMath22" Type="http://schemas.openxmlformats.org/officeDocument/2006/relationships/image" Target="../media/sincos-gpoc-slide10-equation-2.png"/><Relationship Id="rIdPreservedMath23" Type="http://schemas.openxmlformats.org/officeDocument/2006/relationships/image" Target="../media/sincos-gpoc-slide10-equation-3.png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4bcba730c79406b"/><Relationship Type="http://schemas.openxmlformats.org/officeDocument/2006/relationships/image" Target="/ppt/media/image11.png" Id="R298265cb0ca44bf4"/><Relationship Type="http://schemas.openxmlformats.org/officeDocument/2006/relationships/notesSlide" Target="/ppt/notesSlides/notesSlide11.xml" Id="Re6305b57b4784460"/><Relationship Id="rIdPreservedMath24" Type="http://schemas.openxmlformats.org/officeDocument/2006/relationships/image" Target="../media/sincos-gpoc-slide11-equation-0.png"/><Relationship Id="rIdPreservedMath25" Type="http://schemas.openxmlformats.org/officeDocument/2006/relationships/image" Target="../media/sincos-gpoc-slide11-equation-1.png"/><Relationship Id="rIdPreservedMath26" Type="http://schemas.openxmlformats.org/officeDocument/2006/relationships/image" Target="../media/sincos-gpoc-slide11-equation-2.png"/><Relationship Id="rIdPreservedMath27" Type="http://schemas.openxmlformats.org/officeDocument/2006/relationships/image" Target="../media/sincos-gpoc-slide11-equation-3.png"/><Relationship Id="rIdPreservedMath28" Type="http://schemas.openxmlformats.org/officeDocument/2006/relationships/image" Target="../media/sincos-gpoc-slide11-equation-4.png"/><Relationship Id="rIdPreservedMath29" Type="http://schemas.openxmlformats.org/officeDocument/2006/relationships/image" Target="../media/sincos-gpoc-slide11-equation-5.png"/><Relationship Id="rIdPreservedMath30" Type="http://schemas.openxmlformats.org/officeDocument/2006/relationships/image" Target="../media/sincos-gpoc-slide11-equation-6.png"/><Relationship Id="rIdPreservedMath31" Type="http://schemas.openxmlformats.org/officeDocument/2006/relationships/image" Target="../media/sincos-gpoc-slide11-equation-7.png"/><Relationship Id="rIdPreservedMath32" Type="http://schemas.openxmlformats.org/officeDocument/2006/relationships/image" Target="../media/sincos-gpoc-slide11-equation-8.png"/><Relationship Id="rIdPreservedMath33" Type="http://schemas.openxmlformats.org/officeDocument/2006/relationships/image" Target="../media/sincos-gpoc-slide11-equation-9.png"/><Relationship Id="rIdPreservedMath34" Type="http://schemas.openxmlformats.org/officeDocument/2006/relationships/image" Target="../media/sincos-gpoc-slide11-equation-10.png"/><Relationship Id="rIdPreservedMath35" Type="http://schemas.openxmlformats.org/officeDocument/2006/relationships/image" Target="../media/sincos-gpoc-slide11-equation-11.png"/><Relationship Id="rIdPreservedMath36" Type="http://schemas.openxmlformats.org/officeDocument/2006/relationships/image" Target="../media/sincos-gpoc-slide11-equation-12.png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82e750d2cdf4d9d"/><Relationship Type="http://schemas.openxmlformats.org/officeDocument/2006/relationships/image" Target="/ppt/media/image12.png" Id="Rafb1aa34559946cd"/><Relationship Type="http://schemas.openxmlformats.org/officeDocument/2006/relationships/notesSlide" Target="/ppt/notesSlides/notesSlide12.xml" Id="Ra291037687344f7b"/><Relationship Id="rIdPreservedMath37" Type="http://schemas.openxmlformats.org/officeDocument/2006/relationships/image" Target="../media/sincos-gpoc-slide12-equation-0.png"/><Relationship Id="rIdPreservedMath38" Type="http://schemas.openxmlformats.org/officeDocument/2006/relationships/image" Target="../media/sincos-gpoc-slide12-equation-1.png"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29a17673374a72" /><Relationship Type="http://schemas.openxmlformats.org/officeDocument/2006/relationships/image" Target="/ppt/media/image13.png" Id="R58a0abc6a1134bcd" /><Relationship Type="http://schemas.openxmlformats.org/officeDocument/2006/relationships/notesSlide" Target="/ppt/notesSlides/notesSlide13.xml" Id="Rc8a59a4db3274c13" 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b5ac05b18ed4d69"/><Relationship Type="http://schemas.openxmlformats.org/officeDocument/2006/relationships/image" Target="/ppt/media/image14.png" Id="Rcafbd1bb7d4a4d66"/><Relationship Type="http://schemas.openxmlformats.org/officeDocument/2006/relationships/notesSlide" Target="/ppt/notesSlides/notesSlide14.xml" Id="R90f5bb5c2085426b"/><Relationship Id="rIdEquationSlide14Preview0" Type="http://schemas.openxmlformats.org/officeDocument/2006/relationships/image" Target="../media/sincos-gpoc-slide14-equation-0.png"/><Relationship Id="rIdEquationSlide14Preview1" Type="http://schemas.openxmlformats.org/officeDocument/2006/relationships/image" Target="../media/sincos-gpoc-slide14-equation-1.png"/><Relationship Id="rIdEquationSlide14Preview2" Type="http://schemas.openxmlformats.org/officeDocument/2006/relationships/image" Target="../media/sincos-gpoc-slide14-equation-2.png"/><Relationship Id="rIdEquationSlide14Preview3" Type="http://schemas.openxmlformats.org/officeDocument/2006/relationships/image" Target="../media/sincos-gpoc-slide14-equation-3.png"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x 軸</c:v>
          </c:tx>
          <c:spPr>
            <a:ln xmlns:a="http://schemas.openxmlformats.org/drawingml/2006/main" w="9525">
              <a:solidFill>
                <a:srgbClr val="C3CAD2"/>
              </a:solidFill>
              <a:prstDash val="solid"/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-1.55</c:v>
                </c:pt>
                <c:pt idx="1">
                  <c:v>1.55</c:v>
                </c:pt>
              </c:numCache>
            </c:numRef>
          </c:xVal>
          <c:yVal>
            <c:numRef>
              <c:f>'Chart Data'!$B$2:$B$3</c:f>
              <c:numCache>
                <c:formatCode>0.0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1"/>
          <c:order val="1"/>
          <c:tx>
            <c:v>y 軸</c:v>
          </c:tx>
          <c:spPr>
            <a:ln xmlns:a="http://schemas.openxmlformats.org/drawingml/2006/main" w="9525">
              <a:solidFill>
                <a:srgbClr val="C3CAD2"/>
              </a:solidFill>
              <a:prstDash val="solid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Data'!$D$2:$D$3</c:f>
              <c:numCache>
                <c:formatCode>0.0</c:formatCode>
                <c:ptCount val="2"/>
                <c:pt idx="0">
                  <c:v>-1.55</c:v>
                </c:pt>
                <c:pt idx="1">
                  <c:v>1.55</c:v>
                </c:pt>
              </c:numCache>
            </c:numRef>
          </c:yVal>
        </c:ser>
        <c:ser>
          <c:idx val="2"/>
          <c:order val="2"/>
          <c:tx>
            <c:v>理想單位圓</c:v>
          </c:tx>
          <c:spPr>
            <a:ln xmlns:a="http://schemas.openxmlformats.org/drawingml/2006/main" w="19050">
              <a:solidFill>
                <a:srgbClr val="949FAA"/>
              </a:solidFill>
              <a:prstDash val="solid"/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1</c:v>
                </c:pt>
                <c:pt idx="1">
                  <c:v>0.99939082702</c:v>
                </c:pt>
                <c:pt idx="2">
                  <c:v>0.99756405026</c:v>
                </c:pt>
                <c:pt idx="3">
                  <c:v>0.99452189537</c:v>
                </c:pt>
                <c:pt idx="4">
                  <c:v>0.99026806874</c:v>
                </c:pt>
                <c:pt idx="5">
                  <c:v>0.98480775301</c:v>
                </c:pt>
                <c:pt idx="6">
                  <c:v>0.97814760073</c:v>
                </c:pt>
                <c:pt idx="7">
                  <c:v>0.97029572628</c:v>
                </c:pt>
                <c:pt idx="8">
                  <c:v>0.96126169594</c:v>
                </c:pt>
                <c:pt idx="9">
                  <c:v>0.9510565163</c:v>
                </c:pt>
                <c:pt idx="10">
                  <c:v>0.93969262079</c:v>
                </c:pt>
                <c:pt idx="11">
                  <c:v>0.92718385457</c:v>
                </c:pt>
                <c:pt idx="12">
                  <c:v>0.91354545764</c:v>
                </c:pt>
                <c:pt idx="13">
                  <c:v>0.8987940463</c:v>
                </c:pt>
                <c:pt idx="14">
                  <c:v>0.88294759286</c:v>
                </c:pt>
                <c:pt idx="15">
                  <c:v>0.86602540378</c:v>
                </c:pt>
                <c:pt idx="16">
                  <c:v>0.84804809616</c:v>
                </c:pt>
                <c:pt idx="17">
                  <c:v>0.82903757256</c:v>
                </c:pt>
                <c:pt idx="18">
                  <c:v>0.80901699437</c:v>
                </c:pt>
                <c:pt idx="19">
                  <c:v>0.78801075361</c:v>
                </c:pt>
                <c:pt idx="20">
                  <c:v>0.76604444312</c:v>
                </c:pt>
                <c:pt idx="21">
                  <c:v>0.74314482548</c:v>
                </c:pt>
                <c:pt idx="22">
                  <c:v>0.71933980034</c:v>
                </c:pt>
                <c:pt idx="23">
                  <c:v>0.69465837046</c:v>
                </c:pt>
                <c:pt idx="24">
                  <c:v>0.66913060636</c:v>
                </c:pt>
                <c:pt idx="25">
                  <c:v>0.64278760969</c:v>
                </c:pt>
                <c:pt idx="26">
                  <c:v>0.61566147533</c:v>
                </c:pt>
                <c:pt idx="27">
                  <c:v>0.58778525229</c:v>
                </c:pt>
                <c:pt idx="28">
                  <c:v>0.55919290347</c:v>
                </c:pt>
                <c:pt idx="29">
                  <c:v>0.52991926423</c:v>
                </c:pt>
                <c:pt idx="30">
                  <c:v>0.5</c:v>
                </c:pt>
                <c:pt idx="31">
                  <c:v>0.46947156279</c:v>
                </c:pt>
                <c:pt idx="32">
                  <c:v>0.43837114679</c:v>
                </c:pt>
                <c:pt idx="33">
                  <c:v>0.40673664308</c:v>
                </c:pt>
                <c:pt idx="34">
                  <c:v>0.37460659342</c:v>
                </c:pt>
                <c:pt idx="35">
                  <c:v>0.34202014333</c:v>
                </c:pt>
                <c:pt idx="36">
                  <c:v>0.30901699437</c:v>
                </c:pt>
                <c:pt idx="37">
                  <c:v>0.27563735582</c:v>
                </c:pt>
                <c:pt idx="38">
                  <c:v>0.2419218956</c:v>
                </c:pt>
                <c:pt idx="39">
                  <c:v>0.20791169082</c:v>
                </c:pt>
                <c:pt idx="40">
                  <c:v>0.17364817767</c:v>
                </c:pt>
                <c:pt idx="41">
                  <c:v>0.13917310096</c:v>
                </c:pt>
                <c:pt idx="42">
                  <c:v>0.10452846327</c:v>
                </c:pt>
                <c:pt idx="43">
                  <c:v>0.069756473744</c:v>
                </c:pt>
                <c:pt idx="44">
                  <c:v>0.034899496703</c:v>
                </c:pt>
                <c:pt idx="45">
                  <c:v>0</c:v>
                </c:pt>
                <c:pt idx="46">
                  <c:v>-0.034899496703</c:v>
                </c:pt>
                <c:pt idx="47">
                  <c:v>-0.069756473744</c:v>
                </c:pt>
                <c:pt idx="48">
                  <c:v>-0.10452846327</c:v>
                </c:pt>
                <c:pt idx="49">
                  <c:v>-0.13917310096</c:v>
                </c:pt>
                <c:pt idx="50">
                  <c:v>-0.17364817767</c:v>
                </c:pt>
                <c:pt idx="51">
                  <c:v>-0.20791169082</c:v>
                </c:pt>
                <c:pt idx="52">
                  <c:v>-0.2419218956</c:v>
                </c:pt>
                <c:pt idx="53">
                  <c:v>-0.27563735582</c:v>
                </c:pt>
                <c:pt idx="54">
                  <c:v>-0.30901699437</c:v>
                </c:pt>
                <c:pt idx="55">
                  <c:v>-0.34202014333</c:v>
                </c:pt>
                <c:pt idx="56">
                  <c:v>-0.37460659342</c:v>
                </c:pt>
                <c:pt idx="57">
                  <c:v>-0.40673664308</c:v>
                </c:pt>
                <c:pt idx="58">
                  <c:v>-0.43837114679</c:v>
                </c:pt>
                <c:pt idx="59">
                  <c:v>-0.46947156279</c:v>
                </c:pt>
                <c:pt idx="60">
                  <c:v>-0.5</c:v>
                </c:pt>
                <c:pt idx="61">
                  <c:v>-0.52991926423</c:v>
                </c:pt>
                <c:pt idx="62">
                  <c:v>-0.55919290347</c:v>
                </c:pt>
                <c:pt idx="63">
                  <c:v>-0.58778525229</c:v>
                </c:pt>
                <c:pt idx="64">
                  <c:v>-0.61566147533</c:v>
                </c:pt>
                <c:pt idx="65">
                  <c:v>-0.64278760969</c:v>
                </c:pt>
                <c:pt idx="66">
                  <c:v>-0.66913060636</c:v>
                </c:pt>
                <c:pt idx="67">
                  <c:v>-0.69465837046</c:v>
                </c:pt>
                <c:pt idx="68">
                  <c:v>-0.71933980034</c:v>
                </c:pt>
                <c:pt idx="69">
                  <c:v>-0.74314482548</c:v>
                </c:pt>
                <c:pt idx="70">
                  <c:v>-0.76604444312</c:v>
                </c:pt>
                <c:pt idx="71">
                  <c:v>-0.78801075361</c:v>
                </c:pt>
                <c:pt idx="72">
                  <c:v>-0.80901699437</c:v>
                </c:pt>
                <c:pt idx="73">
                  <c:v>-0.82903757256</c:v>
                </c:pt>
                <c:pt idx="74">
                  <c:v>-0.84804809616</c:v>
                </c:pt>
                <c:pt idx="75">
                  <c:v>-0.86602540378</c:v>
                </c:pt>
                <c:pt idx="76">
                  <c:v>-0.88294759286</c:v>
                </c:pt>
                <c:pt idx="77">
                  <c:v>-0.8987940463</c:v>
                </c:pt>
                <c:pt idx="78">
                  <c:v>-0.91354545764</c:v>
                </c:pt>
                <c:pt idx="79">
                  <c:v>-0.92718385457</c:v>
                </c:pt>
                <c:pt idx="80">
                  <c:v>-0.93969262079</c:v>
                </c:pt>
                <c:pt idx="81">
                  <c:v>-0.9510565163</c:v>
                </c:pt>
                <c:pt idx="82">
                  <c:v>-0.96126169594</c:v>
                </c:pt>
                <c:pt idx="83">
                  <c:v>-0.97029572628</c:v>
                </c:pt>
                <c:pt idx="84">
                  <c:v>-0.97814760073</c:v>
                </c:pt>
                <c:pt idx="85">
                  <c:v>-0.98480775301</c:v>
                </c:pt>
                <c:pt idx="86">
                  <c:v>-0.99026806874</c:v>
                </c:pt>
                <c:pt idx="87">
                  <c:v>-0.99452189537</c:v>
                </c:pt>
                <c:pt idx="88">
                  <c:v>-0.99756405026</c:v>
                </c:pt>
                <c:pt idx="89">
                  <c:v>-0.99939082702</c:v>
                </c:pt>
                <c:pt idx="90">
                  <c:v>-1</c:v>
                </c:pt>
                <c:pt idx="91">
                  <c:v>-0.99939082702</c:v>
                </c:pt>
                <c:pt idx="92">
                  <c:v>-0.99756405026</c:v>
                </c:pt>
                <c:pt idx="93">
                  <c:v>-0.99452189537</c:v>
                </c:pt>
                <c:pt idx="94">
                  <c:v>-0.99026806874</c:v>
                </c:pt>
                <c:pt idx="95">
                  <c:v>-0.98480775301</c:v>
                </c:pt>
                <c:pt idx="96">
                  <c:v>-0.97814760073</c:v>
                </c:pt>
                <c:pt idx="97">
                  <c:v>-0.97029572628</c:v>
                </c:pt>
                <c:pt idx="98">
                  <c:v>-0.96126169594</c:v>
                </c:pt>
                <c:pt idx="99">
                  <c:v>-0.9510565163</c:v>
                </c:pt>
                <c:pt idx="100">
                  <c:v>-0.93969262079</c:v>
                </c:pt>
                <c:pt idx="101">
                  <c:v>-0.92718385457</c:v>
                </c:pt>
                <c:pt idx="102">
                  <c:v>-0.91354545764</c:v>
                </c:pt>
                <c:pt idx="103">
                  <c:v>-0.8987940463</c:v>
                </c:pt>
                <c:pt idx="104">
                  <c:v>-0.88294759286</c:v>
                </c:pt>
                <c:pt idx="105">
                  <c:v>-0.86602540378</c:v>
                </c:pt>
                <c:pt idx="106">
                  <c:v>-0.84804809616</c:v>
                </c:pt>
                <c:pt idx="107">
                  <c:v>-0.82903757256</c:v>
                </c:pt>
                <c:pt idx="108">
                  <c:v>-0.80901699437</c:v>
                </c:pt>
                <c:pt idx="109">
                  <c:v>-0.78801075361</c:v>
                </c:pt>
                <c:pt idx="110">
                  <c:v>-0.76604444312</c:v>
                </c:pt>
                <c:pt idx="111">
                  <c:v>-0.74314482548</c:v>
                </c:pt>
                <c:pt idx="112">
                  <c:v>-0.71933980034</c:v>
                </c:pt>
                <c:pt idx="113">
                  <c:v>-0.69465837046</c:v>
                </c:pt>
                <c:pt idx="114">
                  <c:v>-0.66913060636</c:v>
                </c:pt>
                <c:pt idx="115">
                  <c:v>-0.64278760969</c:v>
                </c:pt>
                <c:pt idx="116">
                  <c:v>-0.61566147533</c:v>
                </c:pt>
                <c:pt idx="117">
                  <c:v>-0.58778525229</c:v>
                </c:pt>
                <c:pt idx="118">
                  <c:v>-0.55919290347</c:v>
                </c:pt>
                <c:pt idx="119">
                  <c:v>-0.52991926423</c:v>
                </c:pt>
                <c:pt idx="120">
                  <c:v>-0.5</c:v>
                </c:pt>
                <c:pt idx="121">
                  <c:v>-0.46947156279</c:v>
                </c:pt>
                <c:pt idx="122">
                  <c:v>-0.43837114679</c:v>
                </c:pt>
                <c:pt idx="123">
                  <c:v>-0.40673664308</c:v>
                </c:pt>
                <c:pt idx="124">
                  <c:v>-0.37460659342</c:v>
                </c:pt>
                <c:pt idx="125">
                  <c:v>-0.34202014333</c:v>
                </c:pt>
                <c:pt idx="126">
                  <c:v>-0.30901699437</c:v>
                </c:pt>
                <c:pt idx="127">
                  <c:v>-0.27563735582</c:v>
                </c:pt>
                <c:pt idx="128">
                  <c:v>-0.2419218956</c:v>
                </c:pt>
                <c:pt idx="129">
                  <c:v>-0.20791169082</c:v>
                </c:pt>
                <c:pt idx="130">
                  <c:v>-0.17364817767</c:v>
                </c:pt>
                <c:pt idx="131">
                  <c:v>-0.13917310096</c:v>
                </c:pt>
                <c:pt idx="132">
                  <c:v>-0.10452846327</c:v>
                </c:pt>
                <c:pt idx="133">
                  <c:v>-0.069756473744</c:v>
                </c:pt>
                <c:pt idx="134">
                  <c:v>-0.034899496703</c:v>
                </c:pt>
                <c:pt idx="135">
                  <c:v>0</c:v>
                </c:pt>
                <c:pt idx="136">
                  <c:v>0.034899496703</c:v>
                </c:pt>
                <c:pt idx="137">
                  <c:v>0.069756473744</c:v>
                </c:pt>
                <c:pt idx="138">
                  <c:v>0.10452846327</c:v>
                </c:pt>
                <c:pt idx="139">
                  <c:v>0.13917310096</c:v>
                </c:pt>
                <c:pt idx="140">
                  <c:v>0.17364817767</c:v>
                </c:pt>
                <c:pt idx="141">
                  <c:v>0.20791169082</c:v>
                </c:pt>
                <c:pt idx="142">
                  <c:v>0.2419218956</c:v>
                </c:pt>
                <c:pt idx="143">
                  <c:v>0.27563735582</c:v>
                </c:pt>
                <c:pt idx="144">
                  <c:v>0.30901699437</c:v>
                </c:pt>
                <c:pt idx="145">
                  <c:v>0.34202014333</c:v>
                </c:pt>
                <c:pt idx="146">
                  <c:v>0.37460659342</c:v>
                </c:pt>
                <c:pt idx="147">
                  <c:v>0.40673664308</c:v>
                </c:pt>
                <c:pt idx="148">
                  <c:v>0.43837114679</c:v>
                </c:pt>
                <c:pt idx="149">
                  <c:v>0.46947156279</c:v>
                </c:pt>
                <c:pt idx="150">
                  <c:v>0.5</c:v>
                </c:pt>
                <c:pt idx="151">
                  <c:v>0.52991926423</c:v>
                </c:pt>
                <c:pt idx="152">
                  <c:v>0.55919290347</c:v>
                </c:pt>
                <c:pt idx="153">
                  <c:v>0.58778525229</c:v>
                </c:pt>
                <c:pt idx="154">
                  <c:v>0.61566147533</c:v>
                </c:pt>
                <c:pt idx="155">
                  <c:v>0.64278760969</c:v>
                </c:pt>
                <c:pt idx="156">
                  <c:v>0.66913060636</c:v>
                </c:pt>
                <c:pt idx="157">
                  <c:v>0.69465837046</c:v>
                </c:pt>
                <c:pt idx="158">
                  <c:v>0.71933980034</c:v>
                </c:pt>
                <c:pt idx="159">
                  <c:v>0.74314482548</c:v>
                </c:pt>
                <c:pt idx="160">
                  <c:v>0.76604444312</c:v>
                </c:pt>
                <c:pt idx="161">
                  <c:v>0.78801075361</c:v>
                </c:pt>
                <c:pt idx="162">
                  <c:v>0.80901699437</c:v>
                </c:pt>
                <c:pt idx="163">
                  <c:v>0.82903757256</c:v>
                </c:pt>
                <c:pt idx="164">
                  <c:v>0.84804809616</c:v>
                </c:pt>
                <c:pt idx="165">
                  <c:v>0.86602540378</c:v>
                </c:pt>
                <c:pt idx="166">
                  <c:v>0.88294759286</c:v>
                </c:pt>
                <c:pt idx="167">
                  <c:v>0.8987940463</c:v>
                </c:pt>
                <c:pt idx="168">
                  <c:v>0.91354545764</c:v>
                </c:pt>
                <c:pt idx="169">
                  <c:v>0.92718385457</c:v>
                </c:pt>
                <c:pt idx="170">
                  <c:v>0.93969262079</c:v>
                </c:pt>
                <c:pt idx="171">
                  <c:v>0.9510565163</c:v>
                </c:pt>
                <c:pt idx="172">
                  <c:v>0.96126169594</c:v>
                </c:pt>
                <c:pt idx="173">
                  <c:v>0.97029572628</c:v>
                </c:pt>
                <c:pt idx="174">
                  <c:v>0.97814760073</c:v>
                </c:pt>
                <c:pt idx="175">
                  <c:v>0.98480775301</c:v>
                </c:pt>
                <c:pt idx="176">
                  <c:v>0.99026806874</c:v>
                </c:pt>
                <c:pt idx="177">
                  <c:v>0.99452189537</c:v>
                </c:pt>
                <c:pt idx="178">
                  <c:v>0.99756405026</c:v>
                </c:pt>
                <c:pt idx="179">
                  <c:v>0.99939082702</c:v>
                </c:pt>
                <c:pt idx="180">
                  <c:v>1</c:v>
                </c:pt>
              </c:numCache>
            </c:numRef>
          </c:xVal>
          <c:yVal>
            <c:numRef>
              <c:f>'Chart Data'!$F$2:$F$182</c:f>
              <c:numCache>
                <c:formatCode>0.0</c:formatCode>
                <c:ptCount val="181"/>
                <c:pt idx="0">
                  <c:v>0</c:v>
                </c:pt>
                <c:pt idx="1">
                  <c:v>0.034899496703</c:v>
                </c:pt>
                <c:pt idx="2">
                  <c:v>0.069756473744</c:v>
                </c:pt>
                <c:pt idx="3">
                  <c:v>0.10452846327</c:v>
                </c:pt>
                <c:pt idx="4">
                  <c:v>0.13917310096</c:v>
                </c:pt>
                <c:pt idx="5">
                  <c:v>0.17364817767</c:v>
                </c:pt>
                <c:pt idx="6">
                  <c:v>0.20791169082</c:v>
                </c:pt>
                <c:pt idx="7">
                  <c:v>0.2419218956</c:v>
                </c:pt>
                <c:pt idx="8">
                  <c:v>0.27563735582</c:v>
                </c:pt>
                <c:pt idx="9">
                  <c:v>0.30901699437</c:v>
                </c:pt>
                <c:pt idx="10">
                  <c:v>0.34202014333</c:v>
                </c:pt>
                <c:pt idx="11">
                  <c:v>0.37460659342</c:v>
                </c:pt>
                <c:pt idx="12">
                  <c:v>0.40673664308</c:v>
                </c:pt>
                <c:pt idx="13">
                  <c:v>0.43837114679</c:v>
                </c:pt>
                <c:pt idx="14">
                  <c:v>0.46947156279</c:v>
                </c:pt>
                <c:pt idx="15">
                  <c:v>0.5</c:v>
                </c:pt>
                <c:pt idx="16">
                  <c:v>0.52991926423</c:v>
                </c:pt>
                <c:pt idx="17">
                  <c:v>0.55919290347</c:v>
                </c:pt>
                <c:pt idx="18">
                  <c:v>0.58778525229</c:v>
                </c:pt>
                <c:pt idx="19">
                  <c:v>0.61566147533</c:v>
                </c:pt>
                <c:pt idx="20">
                  <c:v>0.64278760969</c:v>
                </c:pt>
                <c:pt idx="21">
                  <c:v>0.66913060636</c:v>
                </c:pt>
                <c:pt idx="22">
                  <c:v>0.69465837046</c:v>
                </c:pt>
                <c:pt idx="23">
                  <c:v>0.71933980034</c:v>
                </c:pt>
                <c:pt idx="24">
                  <c:v>0.74314482548</c:v>
                </c:pt>
                <c:pt idx="25">
                  <c:v>0.76604444312</c:v>
                </c:pt>
                <c:pt idx="26">
                  <c:v>0.78801075361</c:v>
                </c:pt>
                <c:pt idx="27">
                  <c:v>0.80901699437</c:v>
                </c:pt>
                <c:pt idx="28">
                  <c:v>0.82903757256</c:v>
                </c:pt>
                <c:pt idx="29">
                  <c:v>0.84804809616</c:v>
                </c:pt>
                <c:pt idx="30">
                  <c:v>0.86602540378</c:v>
                </c:pt>
                <c:pt idx="31">
                  <c:v>0.88294759286</c:v>
                </c:pt>
                <c:pt idx="32">
                  <c:v>0.8987940463</c:v>
                </c:pt>
                <c:pt idx="33">
                  <c:v>0.91354545764</c:v>
                </c:pt>
                <c:pt idx="34">
                  <c:v>0.92718385457</c:v>
                </c:pt>
                <c:pt idx="35">
                  <c:v>0.93969262079</c:v>
                </c:pt>
                <c:pt idx="36">
                  <c:v>0.9510565163</c:v>
                </c:pt>
                <c:pt idx="37">
                  <c:v>0.96126169594</c:v>
                </c:pt>
                <c:pt idx="38">
                  <c:v>0.97029572628</c:v>
                </c:pt>
                <c:pt idx="39">
                  <c:v>0.97814760073</c:v>
                </c:pt>
                <c:pt idx="40">
                  <c:v>0.98480775301</c:v>
                </c:pt>
                <c:pt idx="41">
                  <c:v>0.99026806874</c:v>
                </c:pt>
                <c:pt idx="42">
                  <c:v>0.99452189537</c:v>
                </c:pt>
                <c:pt idx="43">
                  <c:v>0.99756405026</c:v>
                </c:pt>
                <c:pt idx="44">
                  <c:v>0.99939082702</c:v>
                </c:pt>
                <c:pt idx="45">
                  <c:v>1</c:v>
                </c:pt>
                <c:pt idx="46">
                  <c:v>0.99939082702</c:v>
                </c:pt>
                <c:pt idx="47">
                  <c:v>0.99756405026</c:v>
                </c:pt>
                <c:pt idx="48">
                  <c:v>0.99452189537</c:v>
                </c:pt>
                <c:pt idx="49">
                  <c:v>0.99026806874</c:v>
                </c:pt>
                <c:pt idx="50">
                  <c:v>0.98480775301</c:v>
                </c:pt>
                <c:pt idx="51">
                  <c:v>0.97814760073</c:v>
                </c:pt>
                <c:pt idx="52">
                  <c:v>0.97029572628</c:v>
                </c:pt>
                <c:pt idx="53">
                  <c:v>0.96126169594</c:v>
                </c:pt>
                <c:pt idx="54">
                  <c:v>0.9510565163</c:v>
                </c:pt>
                <c:pt idx="55">
                  <c:v>0.93969262079</c:v>
                </c:pt>
                <c:pt idx="56">
                  <c:v>0.92718385457</c:v>
                </c:pt>
                <c:pt idx="57">
                  <c:v>0.91354545764</c:v>
                </c:pt>
                <c:pt idx="58">
                  <c:v>0.8987940463</c:v>
                </c:pt>
                <c:pt idx="59">
                  <c:v>0.88294759286</c:v>
                </c:pt>
                <c:pt idx="60">
                  <c:v>0.86602540378</c:v>
                </c:pt>
                <c:pt idx="61">
                  <c:v>0.84804809616</c:v>
                </c:pt>
                <c:pt idx="62">
                  <c:v>0.82903757256</c:v>
                </c:pt>
                <c:pt idx="63">
                  <c:v>0.80901699437</c:v>
                </c:pt>
                <c:pt idx="64">
                  <c:v>0.78801075361</c:v>
                </c:pt>
                <c:pt idx="65">
                  <c:v>0.76604444312</c:v>
                </c:pt>
                <c:pt idx="66">
                  <c:v>0.74314482548</c:v>
                </c:pt>
                <c:pt idx="67">
                  <c:v>0.71933980034</c:v>
                </c:pt>
                <c:pt idx="68">
                  <c:v>0.69465837046</c:v>
                </c:pt>
                <c:pt idx="69">
                  <c:v>0.66913060636</c:v>
                </c:pt>
                <c:pt idx="70">
                  <c:v>0.64278760969</c:v>
                </c:pt>
                <c:pt idx="71">
                  <c:v>0.61566147533</c:v>
                </c:pt>
                <c:pt idx="72">
                  <c:v>0.58778525229</c:v>
                </c:pt>
                <c:pt idx="73">
                  <c:v>0.55919290347</c:v>
                </c:pt>
                <c:pt idx="74">
                  <c:v>0.52991926423</c:v>
                </c:pt>
                <c:pt idx="75">
                  <c:v>0.5</c:v>
                </c:pt>
                <c:pt idx="76">
                  <c:v>0.46947156279</c:v>
                </c:pt>
                <c:pt idx="77">
                  <c:v>0.43837114679</c:v>
                </c:pt>
                <c:pt idx="78">
                  <c:v>0.40673664308</c:v>
                </c:pt>
                <c:pt idx="79">
                  <c:v>0.37460659342</c:v>
                </c:pt>
                <c:pt idx="80">
                  <c:v>0.34202014333</c:v>
                </c:pt>
                <c:pt idx="81">
                  <c:v>0.30901699437</c:v>
                </c:pt>
                <c:pt idx="82">
                  <c:v>0.27563735582</c:v>
                </c:pt>
                <c:pt idx="83">
                  <c:v>0.2419218956</c:v>
                </c:pt>
                <c:pt idx="84">
                  <c:v>0.20791169082</c:v>
                </c:pt>
                <c:pt idx="85">
                  <c:v>0.17364817767</c:v>
                </c:pt>
                <c:pt idx="86">
                  <c:v>0.13917310096</c:v>
                </c:pt>
                <c:pt idx="87">
                  <c:v>0.10452846327</c:v>
                </c:pt>
                <c:pt idx="88">
                  <c:v>0.069756473744</c:v>
                </c:pt>
                <c:pt idx="89">
                  <c:v>0.034899496703</c:v>
                </c:pt>
                <c:pt idx="90">
                  <c:v>0</c:v>
                </c:pt>
                <c:pt idx="91">
                  <c:v>-0.034899496703</c:v>
                </c:pt>
                <c:pt idx="92">
                  <c:v>-0.069756473744</c:v>
                </c:pt>
                <c:pt idx="93">
                  <c:v>-0.10452846327</c:v>
                </c:pt>
                <c:pt idx="94">
                  <c:v>-0.13917310096</c:v>
                </c:pt>
                <c:pt idx="95">
                  <c:v>-0.17364817767</c:v>
                </c:pt>
                <c:pt idx="96">
                  <c:v>-0.20791169082</c:v>
                </c:pt>
                <c:pt idx="97">
                  <c:v>-0.2419218956</c:v>
                </c:pt>
                <c:pt idx="98">
                  <c:v>-0.27563735582</c:v>
                </c:pt>
                <c:pt idx="99">
                  <c:v>-0.30901699437</c:v>
                </c:pt>
                <c:pt idx="100">
                  <c:v>-0.34202014333</c:v>
                </c:pt>
                <c:pt idx="101">
                  <c:v>-0.37460659342</c:v>
                </c:pt>
                <c:pt idx="102">
                  <c:v>-0.40673664308</c:v>
                </c:pt>
                <c:pt idx="103">
                  <c:v>-0.43837114679</c:v>
                </c:pt>
                <c:pt idx="104">
                  <c:v>-0.46947156279</c:v>
                </c:pt>
                <c:pt idx="105">
                  <c:v>-0.5</c:v>
                </c:pt>
                <c:pt idx="106">
                  <c:v>-0.52991926423</c:v>
                </c:pt>
                <c:pt idx="107">
                  <c:v>-0.55919290347</c:v>
                </c:pt>
                <c:pt idx="108">
                  <c:v>-0.58778525229</c:v>
                </c:pt>
                <c:pt idx="109">
                  <c:v>-0.61566147533</c:v>
                </c:pt>
                <c:pt idx="110">
                  <c:v>-0.64278760969</c:v>
                </c:pt>
                <c:pt idx="111">
                  <c:v>-0.66913060636</c:v>
                </c:pt>
                <c:pt idx="112">
                  <c:v>-0.69465837046</c:v>
                </c:pt>
                <c:pt idx="113">
                  <c:v>-0.71933980034</c:v>
                </c:pt>
                <c:pt idx="114">
                  <c:v>-0.74314482548</c:v>
                </c:pt>
                <c:pt idx="115">
                  <c:v>-0.76604444312</c:v>
                </c:pt>
                <c:pt idx="116">
                  <c:v>-0.78801075361</c:v>
                </c:pt>
                <c:pt idx="117">
                  <c:v>-0.80901699437</c:v>
                </c:pt>
                <c:pt idx="118">
                  <c:v>-0.82903757256</c:v>
                </c:pt>
                <c:pt idx="119">
                  <c:v>-0.84804809616</c:v>
                </c:pt>
                <c:pt idx="120">
                  <c:v>-0.86602540378</c:v>
                </c:pt>
                <c:pt idx="121">
                  <c:v>-0.88294759286</c:v>
                </c:pt>
                <c:pt idx="122">
                  <c:v>-0.8987940463</c:v>
                </c:pt>
                <c:pt idx="123">
                  <c:v>-0.91354545764</c:v>
                </c:pt>
                <c:pt idx="124">
                  <c:v>-0.92718385457</c:v>
                </c:pt>
                <c:pt idx="125">
                  <c:v>-0.93969262079</c:v>
                </c:pt>
                <c:pt idx="126">
                  <c:v>-0.9510565163</c:v>
                </c:pt>
                <c:pt idx="127">
                  <c:v>-0.96126169594</c:v>
                </c:pt>
                <c:pt idx="128">
                  <c:v>-0.97029572628</c:v>
                </c:pt>
                <c:pt idx="129">
                  <c:v>-0.97814760073</c:v>
                </c:pt>
                <c:pt idx="130">
                  <c:v>-0.98480775301</c:v>
                </c:pt>
                <c:pt idx="131">
                  <c:v>-0.99026806874</c:v>
                </c:pt>
                <c:pt idx="132">
                  <c:v>-0.99452189537</c:v>
                </c:pt>
                <c:pt idx="133">
                  <c:v>-0.99756405026</c:v>
                </c:pt>
                <c:pt idx="134">
                  <c:v>-0.99939082702</c:v>
                </c:pt>
                <c:pt idx="135">
                  <c:v>-1</c:v>
                </c:pt>
                <c:pt idx="136">
                  <c:v>-0.99939082702</c:v>
                </c:pt>
                <c:pt idx="137">
                  <c:v>-0.99756405026</c:v>
                </c:pt>
                <c:pt idx="138">
                  <c:v>-0.99452189537</c:v>
                </c:pt>
                <c:pt idx="139">
                  <c:v>-0.99026806874</c:v>
                </c:pt>
                <c:pt idx="140">
                  <c:v>-0.98480775301</c:v>
                </c:pt>
                <c:pt idx="141">
                  <c:v>-0.97814760073</c:v>
                </c:pt>
                <c:pt idx="142">
                  <c:v>-0.97029572628</c:v>
                </c:pt>
                <c:pt idx="143">
                  <c:v>-0.96126169594</c:v>
                </c:pt>
                <c:pt idx="144">
                  <c:v>-0.9510565163</c:v>
                </c:pt>
                <c:pt idx="145">
                  <c:v>-0.93969262079</c:v>
                </c:pt>
                <c:pt idx="146">
                  <c:v>-0.92718385457</c:v>
                </c:pt>
                <c:pt idx="147">
                  <c:v>-0.91354545764</c:v>
                </c:pt>
                <c:pt idx="148">
                  <c:v>-0.8987940463</c:v>
                </c:pt>
                <c:pt idx="149">
                  <c:v>-0.88294759286</c:v>
                </c:pt>
                <c:pt idx="150">
                  <c:v>-0.86602540378</c:v>
                </c:pt>
                <c:pt idx="151">
                  <c:v>-0.84804809616</c:v>
                </c:pt>
                <c:pt idx="152">
                  <c:v>-0.82903757256</c:v>
                </c:pt>
                <c:pt idx="153">
                  <c:v>-0.80901699437</c:v>
                </c:pt>
                <c:pt idx="154">
                  <c:v>-0.78801075361</c:v>
                </c:pt>
                <c:pt idx="155">
                  <c:v>-0.76604444312</c:v>
                </c:pt>
                <c:pt idx="156">
                  <c:v>-0.74314482548</c:v>
                </c:pt>
                <c:pt idx="157">
                  <c:v>-0.71933980034</c:v>
                </c:pt>
                <c:pt idx="158">
                  <c:v>-0.69465837046</c:v>
                </c:pt>
                <c:pt idx="159">
                  <c:v>-0.66913060636</c:v>
                </c:pt>
                <c:pt idx="160">
                  <c:v>-0.64278760969</c:v>
                </c:pt>
                <c:pt idx="161">
                  <c:v>-0.61566147533</c:v>
                </c:pt>
                <c:pt idx="162">
                  <c:v>-0.58778525229</c:v>
                </c:pt>
                <c:pt idx="163">
                  <c:v>-0.55919290347</c:v>
                </c:pt>
                <c:pt idx="164">
                  <c:v>-0.52991926423</c:v>
                </c:pt>
                <c:pt idx="165">
                  <c:v>-0.5</c:v>
                </c:pt>
                <c:pt idx="166">
                  <c:v>-0.46947156279</c:v>
                </c:pt>
                <c:pt idx="167">
                  <c:v>-0.43837114679</c:v>
                </c:pt>
                <c:pt idx="168">
                  <c:v>-0.40673664308</c:v>
                </c:pt>
                <c:pt idx="169">
                  <c:v>-0.37460659342</c:v>
                </c:pt>
                <c:pt idx="170">
                  <c:v>-0.34202014333</c:v>
                </c:pt>
                <c:pt idx="171">
                  <c:v>-0.30901699437</c:v>
                </c:pt>
                <c:pt idx="172">
                  <c:v>-0.27563735582</c:v>
                </c:pt>
                <c:pt idx="173">
                  <c:v>-0.2419218956</c:v>
                </c:pt>
                <c:pt idx="174">
                  <c:v>-0.20791169082</c:v>
                </c:pt>
                <c:pt idx="175">
                  <c:v>-0.17364817767</c:v>
                </c:pt>
                <c:pt idx="176">
                  <c:v>-0.13917310096</c:v>
                </c:pt>
                <c:pt idx="177">
                  <c:v>-0.10452846327</c:v>
                </c:pt>
                <c:pt idx="178">
                  <c:v>-0.069756473744</c:v>
                </c:pt>
                <c:pt idx="179">
                  <c:v>-0.034899496703</c:v>
                </c:pt>
                <c:pt idx="180">
                  <c:v>0</c:v>
                </c:pt>
              </c:numCache>
            </c:numRef>
          </c:yVal>
        </c:ser>
        <c:ser>
          <c:idx val="3"/>
          <c:order val="3"/>
          <c:tx>
            <c:v>模型軌跡</c:v>
          </c:tx>
          <c:spPr>
            <a:ln xmlns:a="http://schemas.openxmlformats.org/drawingml/2006/main" w="28575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1.36</c:v>
                </c:pt>
                <c:pt idx="1">
                  <c:v>1.3592811759</c:v>
                </c:pt>
                <c:pt idx="2">
                  <c:v>1.3571255793</c:v>
                </c:pt>
                <c:pt idx="3">
                  <c:v>1.3535358365</c:v>
                </c:pt>
                <c:pt idx="4">
                  <c:v>1.3485163211</c:v>
                </c:pt>
                <c:pt idx="5">
                  <c:v>1.3420731486</c:v>
                </c:pt>
                <c:pt idx="6">
                  <c:v>1.3342141689</c:v>
                </c:pt>
                <c:pt idx="7">
                  <c:v>1.324948957</c:v>
                </c:pt>
                <c:pt idx="8">
                  <c:v>1.3142888012</c:v>
                </c:pt>
                <c:pt idx="9">
                  <c:v>1.3022466892</c:v>
                </c:pt>
                <c:pt idx="10">
                  <c:v>1.2888372925</c:v>
                </c:pt>
                <c:pt idx="11">
                  <c:v>1.2740769484</c:v>
                </c:pt>
                <c:pt idx="12">
                  <c:v>1.25798364</c:v>
                </c:pt>
                <c:pt idx="13">
                  <c:v>1.2405769746</c:v>
                </c:pt>
                <c:pt idx="14">
                  <c:v>1.2218781596</c:v>
                </c:pt>
                <c:pt idx="15">
                  <c:v>1.2019099765</c:v>
                </c:pt>
                <c:pt idx="16">
                  <c:v>1.1806967535</c:v>
                </c:pt>
                <c:pt idx="17">
                  <c:v>1.1582643356</c:v>
                </c:pt>
                <c:pt idx="18">
                  <c:v>1.1346400534</c:v>
                </c:pt>
                <c:pt idx="19">
                  <c:v>1.1098526893</c:v>
                </c:pt>
                <c:pt idx="20">
                  <c:v>1.0839324429</c:v>
                </c:pt>
                <c:pt idx="21">
                  <c:v>1.0569108941</c:v>
                </c:pt>
                <c:pt idx="22">
                  <c:v>1.0288209644</c:v>
                </c:pt>
                <c:pt idx="23">
                  <c:v>0.99969687714</c:v>
                </c:pt>
                <c:pt idx="24">
                  <c:v>0.9695741155</c:v>
                </c:pt>
                <c:pt idx="25">
                  <c:v>0.93848937943</c:v>
                </c:pt>
                <c:pt idx="26">
                  <c:v>0.90648054088</c:v>
                </c:pt>
                <c:pt idx="27">
                  <c:v>0.87358659771</c:v>
                </c:pt>
                <c:pt idx="28">
                  <c:v>0.8398476261</c:v>
                </c:pt>
                <c:pt idx="29">
                  <c:v>0.8053047318</c:v>
                </c:pt>
                <c:pt idx="30">
                  <c:v>0.77</c:v>
                </c:pt>
                <c:pt idx="31">
                  <c:v>0.73397644409</c:v>
                </c:pt>
                <c:pt idx="32">
                  <c:v>0.69727795321</c:v>
                </c:pt>
                <c:pt idx="33">
                  <c:v>0.65994923883</c:v>
                </c:pt>
                <c:pt idx="34">
                  <c:v>0.62203578023</c:v>
                </c:pt>
                <c:pt idx="35">
                  <c:v>0.58358376912</c:v>
                </c:pt>
                <c:pt idx="36">
                  <c:v>0.54464005336</c:v>
                </c:pt>
                <c:pt idx="37">
                  <c:v>0.50525207986</c:v>
                </c:pt>
                <c:pt idx="38">
                  <c:v>0.46546783681</c:v>
                </c:pt>
                <c:pt idx="39">
                  <c:v>0.42533579516</c:v>
                </c:pt>
                <c:pt idx="40">
                  <c:v>0.38490484965</c:v>
                </c:pt>
                <c:pt idx="41">
                  <c:v>0.34422425913</c:v>
                </c:pt>
                <c:pt idx="42">
                  <c:v>0.30334358666</c:v>
                </c:pt>
                <c:pt idx="43">
                  <c:v>0.26231263902</c:v>
                </c:pt>
                <c:pt idx="44">
                  <c:v>0.22118140611</c:v>
                </c:pt>
                <c:pt idx="45">
                  <c:v>0.18</c:v>
                </c:pt>
                <c:pt idx="46">
                  <c:v>0.13881859389</c:v>
                </c:pt>
                <c:pt idx="47">
                  <c:v>0.097687360982</c:v>
                </c:pt>
                <c:pt idx="48">
                  <c:v>0.056656413344</c:v>
                </c:pt>
                <c:pt idx="49">
                  <c:v>0.015775740867</c:v>
                </c:pt>
                <c:pt idx="50">
                  <c:v>-0.024904849647</c:v>
                </c:pt>
                <c:pt idx="51">
                  <c:v>-0.065335795165</c:v>
                </c:pt>
                <c:pt idx="52">
                  <c:v>-0.10546783681</c:v>
                </c:pt>
                <c:pt idx="53">
                  <c:v>-0.14525207986</c:v>
                </c:pt>
                <c:pt idx="54">
                  <c:v>-0.18464005336</c:v>
                </c:pt>
                <c:pt idx="55">
                  <c:v>-0.22358376912</c:v>
                </c:pt>
                <c:pt idx="56">
                  <c:v>-0.26203578023</c:v>
                </c:pt>
                <c:pt idx="57">
                  <c:v>-0.29994923883</c:v>
                </c:pt>
                <c:pt idx="58">
                  <c:v>-0.33727795321</c:v>
                </c:pt>
                <c:pt idx="59">
                  <c:v>-0.37397644409</c:v>
                </c:pt>
                <c:pt idx="60">
                  <c:v>-0.41</c:v>
                </c:pt>
                <c:pt idx="61">
                  <c:v>-0.4453047318</c:v>
                </c:pt>
                <c:pt idx="62">
                  <c:v>-0.4798476261</c:v>
                </c:pt>
                <c:pt idx="63">
                  <c:v>-0.51358659771</c:v>
                </c:pt>
                <c:pt idx="64">
                  <c:v>-0.54648054088</c:v>
                </c:pt>
                <c:pt idx="65">
                  <c:v>-0.57848937943</c:v>
                </c:pt>
                <c:pt idx="66">
                  <c:v>-0.6095741155</c:v>
                </c:pt>
                <c:pt idx="67">
                  <c:v>-0.63969687714</c:v>
                </c:pt>
                <c:pt idx="68">
                  <c:v>-0.6688209644</c:v>
                </c:pt>
                <c:pt idx="69">
                  <c:v>-0.69691089406</c:v>
                </c:pt>
                <c:pt idx="70">
                  <c:v>-0.72393244288</c:v>
                </c:pt>
                <c:pt idx="71">
                  <c:v>-0.74985268926</c:v>
                </c:pt>
                <c:pt idx="72">
                  <c:v>-0.77464005336</c:v>
                </c:pt>
                <c:pt idx="73">
                  <c:v>-0.79826433561</c:v>
                </c:pt>
                <c:pt idx="74">
                  <c:v>-0.82069675346</c:v>
                </c:pt>
                <c:pt idx="75">
                  <c:v>-0.84190997647</c:v>
                </c:pt>
                <c:pt idx="76">
                  <c:v>-0.86187815957</c:v>
                </c:pt>
                <c:pt idx="77">
                  <c:v>-0.88057697463</c:v>
                </c:pt>
                <c:pt idx="78">
                  <c:v>-0.89798364002</c:v>
                </c:pt>
                <c:pt idx="79">
                  <c:v>-0.91407694839</c:v>
                </c:pt>
                <c:pt idx="80">
                  <c:v>-0.92883729253</c:v>
                </c:pt>
                <c:pt idx="81">
                  <c:v>-0.94224668923</c:v>
                </c:pt>
                <c:pt idx="82">
                  <c:v>-0.95428880121</c:v>
                </c:pt>
                <c:pt idx="83">
                  <c:v>-0.96494895701</c:v>
                </c:pt>
                <c:pt idx="84">
                  <c:v>-0.97421416887</c:v>
                </c:pt>
                <c:pt idx="85">
                  <c:v>-0.98207314855</c:v>
                </c:pt>
                <c:pt idx="86">
                  <c:v>-0.98851632112</c:v>
                </c:pt>
                <c:pt idx="87">
                  <c:v>-0.99353583653</c:v>
                </c:pt>
                <c:pt idx="88">
                  <c:v>-0.99712557931</c:v>
                </c:pt>
                <c:pt idx="89">
                  <c:v>-0.99928117588</c:v>
                </c:pt>
                <c:pt idx="90">
                  <c:v>-1</c:v>
                </c:pt>
                <c:pt idx="91">
                  <c:v>-0.99928117588</c:v>
                </c:pt>
                <c:pt idx="92">
                  <c:v>-0.99712557931</c:v>
                </c:pt>
                <c:pt idx="93">
                  <c:v>-0.99353583653</c:v>
                </c:pt>
                <c:pt idx="94">
                  <c:v>-0.98851632112</c:v>
                </c:pt>
                <c:pt idx="95">
                  <c:v>-0.98207314855</c:v>
                </c:pt>
                <c:pt idx="96">
                  <c:v>-0.97421416887</c:v>
                </c:pt>
                <c:pt idx="97">
                  <c:v>-0.96494895701</c:v>
                </c:pt>
                <c:pt idx="98">
                  <c:v>-0.95428880121</c:v>
                </c:pt>
                <c:pt idx="99">
                  <c:v>-0.94224668923</c:v>
                </c:pt>
                <c:pt idx="100">
                  <c:v>-0.92883729253</c:v>
                </c:pt>
                <c:pt idx="101">
                  <c:v>-0.91407694839</c:v>
                </c:pt>
                <c:pt idx="102">
                  <c:v>-0.89798364002</c:v>
                </c:pt>
                <c:pt idx="103">
                  <c:v>-0.88057697463</c:v>
                </c:pt>
                <c:pt idx="104">
                  <c:v>-0.86187815957</c:v>
                </c:pt>
                <c:pt idx="105">
                  <c:v>-0.84190997647</c:v>
                </c:pt>
                <c:pt idx="106">
                  <c:v>-0.82069675346</c:v>
                </c:pt>
                <c:pt idx="107">
                  <c:v>-0.79826433561</c:v>
                </c:pt>
                <c:pt idx="108">
                  <c:v>-0.77464005336</c:v>
                </c:pt>
                <c:pt idx="109">
                  <c:v>-0.74985268926</c:v>
                </c:pt>
                <c:pt idx="110">
                  <c:v>-0.72393244288</c:v>
                </c:pt>
                <c:pt idx="111">
                  <c:v>-0.69691089406</c:v>
                </c:pt>
                <c:pt idx="112">
                  <c:v>-0.6688209644</c:v>
                </c:pt>
                <c:pt idx="113">
                  <c:v>-0.63969687714</c:v>
                </c:pt>
                <c:pt idx="114">
                  <c:v>-0.6095741155</c:v>
                </c:pt>
                <c:pt idx="115">
                  <c:v>-0.57848937943</c:v>
                </c:pt>
                <c:pt idx="116">
                  <c:v>-0.54648054088</c:v>
                </c:pt>
                <c:pt idx="117">
                  <c:v>-0.51358659771</c:v>
                </c:pt>
                <c:pt idx="118">
                  <c:v>-0.4798476261</c:v>
                </c:pt>
                <c:pt idx="119">
                  <c:v>-0.4453047318</c:v>
                </c:pt>
                <c:pt idx="120">
                  <c:v>-0.41</c:v>
                </c:pt>
                <c:pt idx="121">
                  <c:v>-0.37397644409</c:v>
                </c:pt>
                <c:pt idx="122">
                  <c:v>-0.33727795321</c:v>
                </c:pt>
                <c:pt idx="123">
                  <c:v>-0.29994923883</c:v>
                </c:pt>
                <c:pt idx="124">
                  <c:v>-0.26203578023</c:v>
                </c:pt>
                <c:pt idx="125">
                  <c:v>-0.22358376912</c:v>
                </c:pt>
                <c:pt idx="126">
                  <c:v>-0.18464005336</c:v>
                </c:pt>
                <c:pt idx="127">
                  <c:v>-0.14525207986</c:v>
                </c:pt>
                <c:pt idx="128">
                  <c:v>-0.10546783681</c:v>
                </c:pt>
                <c:pt idx="129">
                  <c:v>-0.065335795165</c:v>
                </c:pt>
                <c:pt idx="130">
                  <c:v>-0.024904849647</c:v>
                </c:pt>
                <c:pt idx="131">
                  <c:v>0.015775740867</c:v>
                </c:pt>
                <c:pt idx="132">
                  <c:v>0.056656413344</c:v>
                </c:pt>
                <c:pt idx="133">
                  <c:v>0.097687360982</c:v>
                </c:pt>
                <c:pt idx="134">
                  <c:v>0.13881859389</c:v>
                </c:pt>
                <c:pt idx="135">
                  <c:v>0.18</c:v>
                </c:pt>
                <c:pt idx="136">
                  <c:v>0.22118140611</c:v>
                </c:pt>
                <c:pt idx="137">
                  <c:v>0.26231263902</c:v>
                </c:pt>
                <c:pt idx="138">
                  <c:v>0.30334358666</c:v>
                </c:pt>
                <c:pt idx="139">
                  <c:v>0.34422425913</c:v>
                </c:pt>
                <c:pt idx="140">
                  <c:v>0.38490484965</c:v>
                </c:pt>
                <c:pt idx="141">
                  <c:v>0.42533579516</c:v>
                </c:pt>
                <c:pt idx="142">
                  <c:v>0.46546783681</c:v>
                </c:pt>
                <c:pt idx="143">
                  <c:v>0.50525207986</c:v>
                </c:pt>
                <c:pt idx="144">
                  <c:v>0.54464005336</c:v>
                </c:pt>
                <c:pt idx="145">
                  <c:v>0.58358376912</c:v>
                </c:pt>
                <c:pt idx="146">
                  <c:v>0.62203578023</c:v>
                </c:pt>
                <c:pt idx="147">
                  <c:v>0.65994923883</c:v>
                </c:pt>
                <c:pt idx="148">
                  <c:v>0.69727795321</c:v>
                </c:pt>
                <c:pt idx="149">
                  <c:v>0.73397644409</c:v>
                </c:pt>
                <c:pt idx="150">
                  <c:v>0.77</c:v>
                </c:pt>
                <c:pt idx="151">
                  <c:v>0.8053047318</c:v>
                </c:pt>
                <c:pt idx="152">
                  <c:v>0.8398476261</c:v>
                </c:pt>
                <c:pt idx="153">
                  <c:v>0.87358659771</c:v>
                </c:pt>
                <c:pt idx="154">
                  <c:v>0.90648054088</c:v>
                </c:pt>
                <c:pt idx="155">
                  <c:v>0.93848937943</c:v>
                </c:pt>
                <c:pt idx="156">
                  <c:v>0.9695741155</c:v>
                </c:pt>
                <c:pt idx="157">
                  <c:v>0.99969687714</c:v>
                </c:pt>
                <c:pt idx="158">
                  <c:v>1.0288209644</c:v>
                </c:pt>
                <c:pt idx="159">
                  <c:v>1.0569108941</c:v>
                </c:pt>
                <c:pt idx="160">
                  <c:v>1.0839324429</c:v>
                </c:pt>
                <c:pt idx="161">
                  <c:v>1.1098526893</c:v>
                </c:pt>
                <c:pt idx="162">
                  <c:v>1.1346400534</c:v>
                </c:pt>
                <c:pt idx="163">
                  <c:v>1.1582643356</c:v>
                </c:pt>
                <c:pt idx="164">
                  <c:v>1.1806967535</c:v>
                </c:pt>
                <c:pt idx="165">
                  <c:v>1.2019099765</c:v>
                </c:pt>
                <c:pt idx="166">
                  <c:v>1.2218781596</c:v>
                </c:pt>
                <c:pt idx="167">
                  <c:v>1.2405769746</c:v>
                </c:pt>
                <c:pt idx="168">
                  <c:v>1.25798364</c:v>
                </c:pt>
                <c:pt idx="169">
                  <c:v>1.2740769484</c:v>
                </c:pt>
                <c:pt idx="170">
                  <c:v>1.2888372925</c:v>
                </c:pt>
                <c:pt idx="171">
                  <c:v>1.3022466892</c:v>
                </c:pt>
                <c:pt idx="172">
                  <c:v>1.3142888012</c:v>
                </c:pt>
                <c:pt idx="173">
                  <c:v>1.324948957</c:v>
                </c:pt>
                <c:pt idx="174">
                  <c:v>1.3342141689</c:v>
                </c:pt>
                <c:pt idx="175">
                  <c:v>1.3420731486</c:v>
                </c:pt>
                <c:pt idx="176">
                  <c:v>1.3485163211</c:v>
                </c:pt>
                <c:pt idx="177">
                  <c:v>1.3535358365</c:v>
                </c:pt>
                <c:pt idx="178">
                  <c:v>1.3571255793</c:v>
                </c:pt>
                <c:pt idx="179">
                  <c:v>1.3592811759</c:v>
                </c:pt>
                <c:pt idx="180">
                  <c:v>1.36</c:v>
                </c:pt>
              </c:numCache>
            </c:numRef>
          </c:xVal>
          <c:yVal>
            <c:numRef>
              <c:f>'Chart Data'!$H$2:$H$182</c:f>
              <c:numCache>
                <c:formatCode>0.0</c:formatCode>
                <c:ptCount val="181"/>
                <c:pt idx="0">
                  <c:v>0.050487586471</c:v>
                </c:pt>
                <c:pt idx="1">
                  <c:v>0.078375954392</c:v>
                </c:pt>
                <c:pt idx="2">
                  <c:v>0.10602263177</c:v>
                </c:pt>
                <c:pt idx="3">
                  <c:v>0.13339393539</c:v>
                </c:pt>
                <c:pt idx="4">
                  <c:v>0.16045651753</c:v>
                </c:pt>
                <c:pt idx="5">
                  <c:v>0.1871774066</c:v>
                </c:pt>
                <c:pt idx="6">
                  <c:v>0.21352404732</c:v>
                </c:pt>
                <c:pt idx="7">
                  <c:v>0.23946434037</c:v>
                </c:pt>
                <c:pt idx="8">
                  <c:v>0.26496668148</c:v>
                </c:pt>
                <c:pt idx="9">
                  <c:v>0.29</c:v>
                </c:pt>
                <c:pt idx="10">
                  <c:v>0.31453379667</c:v>
                </c:pt>
                <c:pt idx="11">
                  <c:v>0.33853818085</c:v>
                </c:pt>
                <c:pt idx="12">
                  <c:v>0.36198390688</c:v>
                </c:pt>
                <c:pt idx="13">
                  <c:v>0.38484240977</c:v>
                </c:pt>
                <c:pt idx="14">
                  <c:v>0.40708583994</c:v>
                </c:pt>
                <c:pt idx="15">
                  <c:v>0.42868709721</c:v>
                </c:pt>
                <c:pt idx="16">
                  <c:v>0.44961986378</c:v>
                </c:pt>
                <c:pt idx="17">
                  <c:v>0.46985863628</c:v>
                </c:pt>
                <c:pt idx="18">
                  <c:v>0.48937875689</c:v>
                </c:pt>
                <c:pt idx="19">
                  <c:v>0.50815644336</c:v>
                </c:pt>
                <c:pt idx="20">
                  <c:v>0.52616881796</c:v>
                </c:pt>
                <c:pt idx="21">
                  <c:v>0.54339393539</c:v>
                </c:pt>
                <c:pt idx="22">
                  <c:v>0.5598108095</c:v>
                </c:pt>
                <c:pt idx="23">
                  <c:v>0.57539943885</c:v>
                </c:pt>
                <c:pt idx="24">
                  <c:v>0.5901408311</c:v>
                </c:pt>
                <c:pt idx="25">
                  <c:v>0.60401702614</c:v>
                </c:pt>
                <c:pt idx="26">
                  <c:v>0.61701111797</c:v>
                </c:pt>
                <c:pt idx="27">
                  <c:v>0.62910727527</c:v>
                </c:pt>
                <c:pt idx="28">
                  <c:v>0.64029076074</c:v>
                </c:pt>
                <c:pt idx="29">
                  <c:v>0.65054794904</c:v>
                </c:pt>
                <c:pt idx="30">
                  <c:v>0.65986634336</c:v>
                </c:pt>
                <c:pt idx="31">
                  <c:v>0.66823459067</c:v>
                </c:pt>
                <c:pt idx="32">
                  <c:v>0.67564249555</c:v>
                </c:pt>
                <c:pt idx="33">
                  <c:v>0.6820810326</c:v>
                </c:pt>
                <c:pt idx="34">
                  <c:v>0.68754235747</c:v>
                </c:pt>
                <c:pt idx="35">
                  <c:v>0.69201981637</c:v>
                </c:pt>
                <c:pt idx="36">
                  <c:v>0.6955079542</c:v>
                </c:pt>
                <c:pt idx="37">
                  <c:v>0.69800252121</c:v>
                </c:pt>
                <c:pt idx="38">
                  <c:v>0.69950047816</c:v>
                </c:pt>
                <c:pt idx="39">
                  <c:v>0.7</c:v>
                </c:pt>
                <c:pt idx="40">
                  <c:v>0.69950047816</c:v>
                </c:pt>
                <c:pt idx="41">
                  <c:v>0.69800252121</c:v>
                </c:pt>
                <c:pt idx="42">
                  <c:v>0.6955079542</c:v>
                </c:pt>
                <c:pt idx="43">
                  <c:v>0.69201981637</c:v>
                </c:pt>
                <c:pt idx="44">
                  <c:v>0.68754235747</c:v>
                </c:pt>
                <c:pt idx="45">
                  <c:v>0.6820810326</c:v>
                </c:pt>
                <c:pt idx="46">
                  <c:v>0.67564249555</c:v>
                </c:pt>
                <c:pt idx="47">
                  <c:v>0.66823459067</c:v>
                </c:pt>
                <c:pt idx="48">
                  <c:v>0.65986634336</c:v>
                </c:pt>
                <c:pt idx="49">
                  <c:v>0.65054794904</c:v>
                </c:pt>
                <c:pt idx="50">
                  <c:v>0.64029076074</c:v>
                </c:pt>
                <c:pt idx="51">
                  <c:v>0.62910727527</c:v>
                </c:pt>
                <c:pt idx="52">
                  <c:v>0.61701111797</c:v>
                </c:pt>
                <c:pt idx="53">
                  <c:v>0.60401702614</c:v>
                </c:pt>
                <c:pt idx="54">
                  <c:v>0.5901408311</c:v>
                </c:pt>
                <c:pt idx="55">
                  <c:v>0.57539943885</c:v>
                </c:pt>
                <c:pt idx="56">
                  <c:v>0.5598108095</c:v>
                </c:pt>
                <c:pt idx="57">
                  <c:v>0.54339393539</c:v>
                </c:pt>
                <c:pt idx="58">
                  <c:v>0.52616881796</c:v>
                </c:pt>
                <c:pt idx="59">
                  <c:v>0.50815644336</c:v>
                </c:pt>
                <c:pt idx="60">
                  <c:v>0.48937875689</c:v>
                </c:pt>
                <c:pt idx="61">
                  <c:v>0.46985863628</c:v>
                </c:pt>
                <c:pt idx="62">
                  <c:v>0.44961986378</c:v>
                </c:pt>
                <c:pt idx="63">
                  <c:v>0.42868709721</c:v>
                </c:pt>
                <c:pt idx="64">
                  <c:v>0.40708583994</c:v>
                </c:pt>
                <c:pt idx="65">
                  <c:v>0.38484240977</c:v>
                </c:pt>
                <c:pt idx="66">
                  <c:v>0.36198390688</c:v>
                </c:pt>
                <c:pt idx="67">
                  <c:v>0.33853818085</c:v>
                </c:pt>
                <c:pt idx="68">
                  <c:v>0.31453379667</c:v>
                </c:pt>
                <c:pt idx="69">
                  <c:v>0.29</c:v>
                </c:pt>
                <c:pt idx="70">
                  <c:v>0.26496668148</c:v>
                </c:pt>
                <c:pt idx="71">
                  <c:v>0.23946434037</c:v>
                </c:pt>
                <c:pt idx="72">
                  <c:v>0.21352404732</c:v>
                </c:pt>
                <c:pt idx="73">
                  <c:v>0.1871774066</c:v>
                </c:pt>
                <c:pt idx="74">
                  <c:v>0.16045651753</c:v>
                </c:pt>
                <c:pt idx="75">
                  <c:v>0.13339393539</c:v>
                </c:pt>
                <c:pt idx="76">
                  <c:v>0.10602263177</c:v>
                </c:pt>
                <c:pt idx="77">
                  <c:v>0.078375954392</c:v>
                </c:pt>
                <c:pt idx="78">
                  <c:v>0.050487586471</c:v>
                </c:pt>
                <c:pt idx="79">
                  <c:v>0.022391505687</c:v>
                </c:pt>
                <c:pt idx="80">
                  <c:v>-0.0058780572127</c:v>
                </c:pt>
                <c:pt idx="81">
                  <c:v>-0.034286660121</c:v>
                </c:pt>
                <c:pt idx="82">
                  <c:v>-0.06279969153</c:v>
                </c:pt>
                <c:pt idx="83">
                  <c:v>-0.091382412704</c:v>
                </c:pt>
                <c:pt idx="84">
                  <c:v>-0.12</c:v>
                </c:pt>
                <c:pt idx="85">
                  <c:v>-0.1486175873</c:v>
                </c:pt>
                <c:pt idx="86">
                  <c:v>-0.17720030847</c:v>
                </c:pt>
                <c:pt idx="87">
                  <c:v>-0.20571333988</c:v>
                </c:pt>
                <c:pt idx="88">
                  <c:v>-0.23412194279</c:v>
                </c:pt>
                <c:pt idx="89">
                  <c:v>-0.26239150569</c:v>
                </c:pt>
                <c:pt idx="90">
                  <c:v>-0.29048758647</c:v>
                </c:pt>
                <c:pt idx="91">
                  <c:v>-0.31837595439</c:v>
                </c:pt>
                <c:pt idx="92">
                  <c:v>-0.34602263177</c:v>
                </c:pt>
                <c:pt idx="93">
                  <c:v>-0.37339393539</c:v>
                </c:pt>
                <c:pt idx="94">
                  <c:v>-0.40045651753</c:v>
                </c:pt>
                <c:pt idx="95">
                  <c:v>-0.4271774066</c:v>
                </c:pt>
                <c:pt idx="96">
                  <c:v>-0.45352404732</c:v>
                </c:pt>
                <c:pt idx="97">
                  <c:v>-0.47946434037</c:v>
                </c:pt>
                <c:pt idx="98">
                  <c:v>-0.50496668148</c:v>
                </c:pt>
                <c:pt idx="99">
                  <c:v>-0.53</c:v>
                </c:pt>
                <c:pt idx="100">
                  <c:v>-0.55453379667</c:v>
                </c:pt>
                <c:pt idx="101">
                  <c:v>-0.57853818085</c:v>
                </c:pt>
                <c:pt idx="102">
                  <c:v>-0.60198390688</c:v>
                </c:pt>
                <c:pt idx="103">
                  <c:v>-0.62484240977</c:v>
                </c:pt>
                <c:pt idx="104">
                  <c:v>-0.64708583994</c:v>
                </c:pt>
                <c:pt idx="105">
                  <c:v>-0.66868709721</c:v>
                </c:pt>
                <c:pt idx="106">
                  <c:v>-0.68961986378</c:v>
                </c:pt>
                <c:pt idx="107">
                  <c:v>-0.70985863628</c:v>
                </c:pt>
                <c:pt idx="108">
                  <c:v>-0.72937875689</c:v>
                </c:pt>
                <c:pt idx="109">
                  <c:v>-0.74815644336</c:v>
                </c:pt>
                <c:pt idx="110">
                  <c:v>-0.76616881796</c:v>
                </c:pt>
                <c:pt idx="111">
                  <c:v>-0.78339393539</c:v>
                </c:pt>
                <c:pt idx="112">
                  <c:v>-0.7998108095</c:v>
                </c:pt>
                <c:pt idx="113">
                  <c:v>-0.81539943885</c:v>
                </c:pt>
                <c:pt idx="114">
                  <c:v>-0.8301408311</c:v>
                </c:pt>
                <c:pt idx="115">
                  <c:v>-0.84401702614</c:v>
                </c:pt>
                <c:pt idx="116">
                  <c:v>-0.85701111797</c:v>
                </c:pt>
                <c:pt idx="117">
                  <c:v>-0.86910727527</c:v>
                </c:pt>
                <c:pt idx="118">
                  <c:v>-0.88029076074</c:v>
                </c:pt>
                <c:pt idx="119">
                  <c:v>-0.89054794904</c:v>
                </c:pt>
                <c:pt idx="120">
                  <c:v>-0.89986634336</c:v>
                </c:pt>
                <c:pt idx="121">
                  <c:v>-0.90823459067</c:v>
                </c:pt>
                <c:pt idx="122">
                  <c:v>-0.91564249555</c:v>
                </c:pt>
                <c:pt idx="123">
                  <c:v>-0.9220810326</c:v>
                </c:pt>
                <c:pt idx="124">
                  <c:v>-0.92754235747</c:v>
                </c:pt>
                <c:pt idx="125">
                  <c:v>-0.93201981637</c:v>
                </c:pt>
                <c:pt idx="126">
                  <c:v>-0.9355079542</c:v>
                </c:pt>
                <c:pt idx="127">
                  <c:v>-0.93800252121</c:v>
                </c:pt>
                <c:pt idx="128">
                  <c:v>-0.93950047816</c:v>
                </c:pt>
                <c:pt idx="129">
                  <c:v>-0.94</c:v>
                </c:pt>
                <c:pt idx="130">
                  <c:v>-0.93950047816</c:v>
                </c:pt>
                <c:pt idx="131">
                  <c:v>-0.93800252121</c:v>
                </c:pt>
                <c:pt idx="132">
                  <c:v>-0.9355079542</c:v>
                </c:pt>
                <c:pt idx="133">
                  <c:v>-0.93201981637</c:v>
                </c:pt>
                <c:pt idx="134">
                  <c:v>-0.92754235747</c:v>
                </c:pt>
                <c:pt idx="135">
                  <c:v>-0.9220810326</c:v>
                </c:pt>
                <c:pt idx="136">
                  <c:v>-0.91564249555</c:v>
                </c:pt>
                <c:pt idx="137">
                  <c:v>-0.90823459067</c:v>
                </c:pt>
                <c:pt idx="138">
                  <c:v>-0.89986634336</c:v>
                </c:pt>
                <c:pt idx="139">
                  <c:v>-0.89054794904</c:v>
                </c:pt>
                <c:pt idx="140">
                  <c:v>-0.88029076074</c:v>
                </c:pt>
                <c:pt idx="141">
                  <c:v>-0.86910727527</c:v>
                </c:pt>
                <c:pt idx="142">
                  <c:v>-0.85701111797</c:v>
                </c:pt>
                <c:pt idx="143">
                  <c:v>-0.84401702614</c:v>
                </c:pt>
                <c:pt idx="144">
                  <c:v>-0.8301408311</c:v>
                </c:pt>
                <c:pt idx="145">
                  <c:v>-0.81539943885</c:v>
                </c:pt>
                <c:pt idx="146">
                  <c:v>-0.7998108095</c:v>
                </c:pt>
                <c:pt idx="147">
                  <c:v>-0.78339393539</c:v>
                </c:pt>
                <c:pt idx="148">
                  <c:v>-0.76616881796</c:v>
                </c:pt>
                <c:pt idx="149">
                  <c:v>-0.74815644336</c:v>
                </c:pt>
                <c:pt idx="150">
                  <c:v>-0.72937875689</c:v>
                </c:pt>
                <c:pt idx="151">
                  <c:v>-0.70985863628</c:v>
                </c:pt>
                <c:pt idx="152">
                  <c:v>-0.68961986378</c:v>
                </c:pt>
                <c:pt idx="153">
                  <c:v>-0.66868709721</c:v>
                </c:pt>
                <c:pt idx="154">
                  <c:v>-0.64708583994</c:v>
                </c:pt>
                <c:pt idx="155">
                  <c:v>-0.62484240977</c:v>
                </c:pt>
                <c:pt idx="156">
                  <c:v>-0.60198390688</c:v>
                </c:pt>
                <c:pt idx="157">
                  <c:v>-0.57853818085</c:v>
                </c:pt>
                <c:pt idx="158">
                  <c:v>-0.55453379667</c:v>
                </c:pt>
                <c:pt idx="159">
                  <c:v>-0.53</c:v>
                </c:pt>
                <c:pt idx="160">
                  <c:v>-0.50496668148</c:v>
                </c:pt>
                <c:pt idx="161">
                  <c:v>-0.47946434037</c:v>
                </c:pt>
                <c:pt idx="162">
                  <c:v>-0.45352404732</c:v>
                </c:pt>
                <c:pt idx="163">
                  <c:v>-0.4271774066</c:v>
                </c:pt>
                <c:pt idx="164">
                  <c:v>-0.40045651753</c:v>
                </c:pt>
                <c:pt idx="165">
                  <c:v>-0.37339393539</c:v>
                </c:pt>
                <c:pt idx="166">
                  <c:v>-0.34602263177</c:v>
                </c:pt>
                <c:pt idx="167">
                  <c:v>-0.31837595439</c:v>
                </c:pt>
                <c:pt idx="168">
                  <c:v>-0.29048758647</c:v>
                </c:pt>
                <c:pt idx="169">
                  <c:v>-0.26239150569</c:v>
                </c:pt>
                <c:pt idx="170">
                  <c:v>-0.23412194279</c:v>
                </c:pt>
                <c:pt idx="171">
                  <c:v>-0.20571333988</c:v>
                </c:pt>
                <c:pt idx="172">
                  <c:v>-0.17720030847</c:v>
                </c:pt>
                <c:pt idx="173">
                  <c:v>-0.1486175873</c:v>
                </c:pt>
                <c:pt idx="174">
                  <c:v>-0.12</c:v>
                </c:pt>
                <c:pt idx="175">
                  <c:v>-0.091382412704</c:v>
                </c:pt>
                <c:pt idx="176">
                  <c:v>-0.06279969153</c:v>
                </c:pt>
                <c:pt idx="177">
                  <c:v>-0.034286660121</c:v>
                </c:pt>
                <c:pt idx="178">
                  <c:v>-0.0058780572127</c:v>
                </c:pt>
                <c:pt idx="179">
                  <c:v>0.022391505687</c:v>
                </c:pt>
                <c:pt idx="180">
                  <c:v>0.050487586471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5"/>
          <c:min val="-1.55"/>
        </c:scaling>
        <c:delete val="1"/>
        <c:axPos val="l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</c:valAx>
      <c:valAx>
        <c:axId val="48650112"/>
        <c:scaling>
          <c:orientation val="minMax"/>
          <c:max val="1.55"/>
          <c:min val="-1.55"/>
        </c:scaling>
        <c:delete val="1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水平軸</c:v>
          </c:tx>
          <c:spPr>
            <a:ln xmlns:a="http://schemas.openxmlformats.org/drawingml/2006/main" w="9525">
              <a:solidFill>
                <a:srgbClr val="C3CAD2"/>
              </a:solidFill>
              <a:prstDash val="solid"/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-1.5</c:v>
                </c:pt>
                <c:pt idx="1">
                  <c:v>1.5</c:v>
                </c:pt>
              </c:numCache>
            </c:numRef>
          </c:xVal>
          <c:yVal>
            <c:numRef>
              <c:f>'Chart Data'!$B$2:$B$3</c:f>
              <c:numCache>
                <c:formatCode>0.0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1"/>
          <c:order val="1"/>
          <c:tx>
            <c:v>垂直軸</c:v>
          </c:tx>
          <c:spPr>
            <a:ln xmlns:a="http://schemas.openxmlformats.org/drawingml/2006/main" w="9525">
              <a:solidFill>
                <a:srgbClr val="C3CAD2"/>
              </a:solidFill>
              <a:prstDash val="solid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Data'!$D$2:$D$3</c:f>
              <c:numCache>
                <c:formatCode>0.0</c:formatCode>
                <c:ptCount val="2"/>
                <c:pt idx="0">
                  <c:v>-1.5</c:v>
                </c:pt>
                <c:pt idx="1">
                  <c:v>1.5</c:v>
                </c:pt>
              </c:numCache>
            </c:numRef>
          </c:yVal>
        </c:ser>
        <c:ser>
          <c:idx val="2"/>
          <c:order val="2"/>
          <c:tx>
            <c:v>理想單位圓</c:v>
          </c:tx>
          <c:spPr>
            <a:ln xmlns:a="http://schemas.openxmlformats.org/drawingml/2006/main" w="20955">
              <a:solidFill>
                <a:srgbClr val="949FAA"/>
              </a:solidFill>
              <a:prstDash val="solid"/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1</c:v>
                </c:pt>
                <c:pt idx="1">
                  <c:v>0.99939082702</c:v>
                </c:pt>
                <c:pt idx="2">
                  <c:v>0.99756405026</c:v>
                </c:pt>
                <c:pt idx="3">
                  <c:v>0.99452189537</c:v>
                </c:pt>
                <c:pt idx="4">
                  <c:v>0.99026806874</c:v>
                </c:pt>
                <c:pt idx="5">
                  <c:v>0.98480775301</c:v>
                </c:pt>
                <c:pt idx="6">
                  <c:v>0.97814760073</c:v>
                </c:pt>
                <c:pt idx="7">
                  <c:v>0.97029572628</c:v>
                </c:pt>
                <c:pt idx="8">
                  <c:v>0.96126169594</c:v>
                </c:pt>
                <c:pt idx="9">
                  <c:v>0.9510565163</c:v>
                </c:pt>
                <c:pt idx="10">
                  <c:v>0.93969262079</c:v>
                </c:pt>
                <c:pt idx="11">
                  <c:v>0.92718385457</c:v>
                </c:pt>
                <c:pt idx="12">
                  <c:v>0.91354545764</c:v>
                </c:pt>
                <c:pt idx="13">
                  <c:v>0.8987940463</c:v>
                </c:pt>
                <c:pt idx="14">
                  <c:v>0.88294759286</c:v>
                </c:pt>
                <c:pt idx="15">
                  <c:v>0.86602540378</c:v>
                </c:pt>
                <c:pt idx="16">
                  <c:v>0.84804809616</c:v>
                </c:pt>
                <c:pt idx="17">
                  <c:v>0.82903757256</c:v>
                </c:pt>
                <c:pt idx="18">
                  <c:v>0.80901699437</c:v>
                </c:pt>
                <c:pt idx="19">
                  <c:v>0.78801075361</c:v>
                </c:pt>
                <c:pt idx="20">
                  <c:v>0.76604444312</c:v>
                </c:pt>
                <c:pt idx="21">
                  <c:v>0.74314482548</c:v>
                </c:pt>
                <c:pt idx="22">
                  <c:v>0.71933980034</c:v>
                </c:pt>
                <c:pt idx="23">
                  <c:v>0.69465837046</c:v>
                </c:pt>
                <c:pt idx="24">
                  <c:v>0.66913060636</c:v>
                </c:pt>
                <c:pt idx="25">
                  <c:v>0.64278760969</c:v>
                </c:pt>
                <c:pt idx="26">
                  <c:v>0.61566147533</c:v>
                </c:pt>
                <c:pt idx="27">
                  <c:v>0.58778525229</c:v>
                </c:pt>
                <c:pt idx="28">
                  <c:v>0.55919290347</c:v>
                </c:pt>
                <c:pt idx="29">
                  <c:v>0.52991926423</c:v>
                </c:pt>
                <c:pt idx="30">
                  <c:v>0.5</c:v>
                </c:pt>
                <c:pt idx="31">
                  <c:v>0.46947156279</c:v>
                </c:pt>
                <c:pt idx="32">
                  <c:v>0.43837114679</c:v>
                </c:pt>
                <c:pt idx="33">
                  <c:v>0.40673664308</c:v>
                </c:pt>
                <c:pt idx="34">
                  <c:v>0.37460659342</c:v>
                </c:pt>
                <c:pt idx="35">
                  <c:v>0.34202014333</c:v>
                </c:pt>
                <c:pt idx="36">
                  <c:v>0.30901699437</c:v>
                </c:pt>
                <c:pt idx="37">
                  <c:v>0.27563735582</c:v>
                </c:pt>
                <c:pt idx="38">
                  <c:v>0.2419218956</c:v>
                </c:pt>
                <c:pt idx="39">
                  <c:v>0.20791169082</c:v>
                </c:pt>
                <c:pt idx="40">
                  <c:v>0.17364817767</c:v>
                </c:pt>
                <c:pt idx="41">
                  <c:v>0.13917310096</c:v>
                </c:pt>
                <c:pt idx="42">
                  <c:v>0.10452846327</c:v>
                </c:pt>
                <c:pt idx="43">
                  <c:v>0.069756473744</c:v>
                </c:pt>
                <c:pt idx="44">
                  <c:v>0.034899496703</c:v>
                </c:pt>
                <c:pt idx="45">
                  <c:v>0</c:v>
                </c:pt>
                <c:pt idx="46">
                  <c:v>-0.034899496703</c:v>
                </c:pt>
                <c:pt idx="47">
                  <c:v>-0.069756473744</c:v>
                </c:pt>
                <c:pt idx="48">
                  <c:v>-0.10452846327</c:v>
                </c:pt>
                <c:pt idx="49">
                  <c:v>-0.13917310096</c:v>
                </c:pt>
                <c:pt idx="50">
                  <c:v>-0.17364817767</c:v>
                </c:pt>
                <c:pt idx="51">
                  <c:v>-0.20791169082</c:v>
                </c:pt>
                <c:pt idx="52">
                  <c:v>-0.2419218956</c:v>
                </c:pt>
                <c:pt idx="53">
                  <c:v>-0.27563735582</c:v>
                </c:pt>
                <c:pt idx="54">
                  <c:v>-0.30901699437</c:v>
                </c:pt>
                <c:pt idx="55">
                  <c:v>-0.34202014333</c:v>
                </c:pt>
                <c:pt idx="56">
                  <c:v>-0.37460659342</c:v>
                </c:pt>
                <c:pt idx="57">
                  <c:v>-0.40673664308</c:v>
                </c:pt>
                <c:pt idx="58">
                  <c:v>-0.43837114679</c:v>
                </c:pt>
                <c:pt idx="59">
                  <c:v>-0.46947156279</c:v>
                </c:pt>
                <c:pt idx="60">
                  <c:v>-0.5</c:v>
                </c:pt>
                <c:pt idx="61">
                  <c:v>-0.52991926423</c:v>
                </c:pt>
                <c:pt idx="62">
                  <c:v>-0.55919290347</c:v>
                </c:pt>
                <c:pt idx="63">
                  <c:v>-0.58778525229</c:v>
                </c:pt>
                <c:pt idx="64">
                  <c:v>-0.61566147533</c:v>
                </c:pt>
                <c:pt idx="65">
                  <c:v>-0.64278760969</c:v>
                </c:pt>
                <c:pt idx="66">
                  <c:v>-0.66913060636</c:v>
                </c:pt>
                <c:pt idx="67">
                  <c:v>-0.69465837046</c:v>
                </c:pt>
                <c:pt idx="68">
                  <c:v>-0.71933980034</c:v>
                </c:pt>
                <c:pt idx="69">
                  <c:v>-0.74314482548</c:v>
                </c:pt>
                <c:pt idx="70">
                  <c:v>-0.76604444312</c:v>
                </c:pt>
                <c:pt idx="71">
                  <c:v>-0.78801075361</c:v>
                </c:pt>
                <c:pt idx="72">
                  <c:v>-0.80901699437</c:v>
                </c:pt>
                <c:pt idx="73">
                  <c:v>-0.82903757256</c:v>
                </c:pt>
                <c:pt idx="74">
                  <c:v>-0.84804809616</c:v>
                </c:pt>
                <c:pt idx="75">
                  <c:v>-0.86602540378</c:v>
                </c:pt>
                <c:pt idx="76">
                  <c:v>-0.88294759286</c:v>
                </c:pt>
                <c:pt idx="77">
                  <c:v>-0.8987940463</c:v>
                </c:pt>
                <c:pt idx="78">
                  <c:v>-0.91354545764</c:v>
                </c:pt>
                <c:pt idx="79">
                  <c:v>-0.92718385457</c:v>
                </c:pt>
                <c:pt idx="80">
                  <c:v>-0.93969262079</c:v>
                </c:pt>
                <c:pt idx="81">
                  <c:v>-0.9510565163</c:v>
                </c:pt>
                <c:pt idx="82">
                  <c:v>-0.96126169594</c:v>
                </c:pt>
                <c:pt idx="83">
                  <c:v>-0.97029572628</c:v>
                </c:pt>
                <c:pt idx="84">
                  <c:v>-0.97814760073</c:v>
                </c:pt>
                <c:pt idx="85">
                  <c:v>-0.98480775301</c:v>
                </c:pt>
                <c:pt idx="86">
                  <c:v>-0.99026806874</c:v>
                </c:pt>
                <c:pt idx="87">
                  <c:v>-0.99452189537</c:v>
                </c:pt>
                <c:pt idx="88">
                  <c:v>-0.99756405026</c:v>
                </c:pt>
                <c:pt idx="89">
                  <c:v>-0.99939082702</c:v>
                </c:pt>
                <c:pt idx="90">
                  <c:v>-1</c:v>
                </c:pt>
                <c:pt idx="91">
                  <c:v>-0.99939082702</c:v>
                </c:pt>
                <c:pt idx="92">
                  <c:v>-0.99756405026</c:v>
                </c:pt>
                <c:pt idx="93">
                  <c:v>-0.99452189537</c:v>
                </c:pt>
                <c:pt idx="94">
                  <c:v>-0.99026806874</c:v>
                </c:pt>
                <c:pt idx="95">
                  <c:v>-0.98480775301</c:v>
                </c:pt>
                <c:pt idx="96">
                  <c:v>-0.97814760073</c:v>
                </c:pt>
                <c:pt idx="97">
                  <c:v>-0.97029572628</c:v>
                </c:pt>
                <c:pt idx="98">
                  <c:v>-0.96126169594</c:v>
                </c:pt>
                <c:pt idx="99">
                  <c:v>-0.9510565163</c:v>
                </c:pt>
                <c:pt idx="100">
                  <c:v>-0.93969262079</c:v>
                </c:pt>
                <c:pt idx="101">
                  <c:v>-0.92718385457</c:v>
                </c:pt>
                <c:pt idx="102">
                  <c:v>-0.91354545764</c:v>
                </c:pt>
                <c:pt idx="103">
                  <c:v>-0.8987940463</c:v>
                </c:pt>
                <c:pt idx="104">
                  <c:v>-0.88294759286</c:v>
                </c:pt>
                <c:pt idx="105">
                  <c:v>-0.86602540378</c:v>
                </c:pt>
                <c:pt idx="106">
                  <c:v>-0.84804809616</c:v>
                </c:pt>
                <c:pt idx="107">
                  <c:v>-0.82903757256</c:v>
                </c:pt>
                <c:pt idx="108">
                  <c:v>-0.80901699437</c:v>
                </c:pt>
                <c:pt idx="109">
                  <c:v>-0.78801075361</c:v>
                </c:pt>
                <c:pt idx="110">
                  <c:v>-0.76604444312</c:v>
                </c:pt>
                <c:pt idx="111">
                  <c:v>-0.74314482548</c:v>
                </c:pt>
                <c:pt idx="112">
                  <c:v>-0.71933980034</c:v>
                </c:pt>
                <c:pt idx="113">
                  <c:v>-0.69465837046</c:v>
                </c:pt>
                <c:pt idx="114">
                  <c:v>-0.66913060636</c:v>
                </c:pt>
                <c:pt idx="115">
                  <c:v>-0.64278760969</c:v>
                </c:pt>
                <c:pt idx="116">
                  <c:v>-0.61566147533</c:v>
                </c:pt>
                <c:pt idx="117">
                  <c:v>-0.58778525229</c:v>
                </c:pt>
                <c:pt idx="118">
                  <c:v>-0.55919290347</c:v>
                </c:pt>
                <c:pt idx="119">
                  <c:v>-0.52991926423</c:v>
                </c:pt>
                <c:pt idx="120">
                  <c:v>-0.5</c:v>
                </c:pt>
                <c:pt idx="121">
                  <c:v>-0.46947156279</c:v>
                </c:pt>
                <c:pt idx="122">
                  <c:v>-0.43837114679</c:v>
                </c:pt>
                <c:pt idx="123">
                  <c:v>-0.40673664308</c:v>
                </c:pt>
                <c:pt idx="124">
                  <c:v>-0.37460659342</c:v>
                </c:pt>
                <c:pt idx="125">
                  <c:v>-0.34202014333</c:v>
                </c:pt>
                <c:pt idx="126">
                  <c:v>-0.30901699437</c:v>
                </c:pt>
                <c:pt idx="127">
                  <c:v>-0.27563735582</c:v>
                </c:pt>
                <c:pt idx="128">
                  <c:v>-0.2419218956</c:v>
                </c:pt>
                <c:pt idx="129">
                  <c:v>-0.20791169082</c:v>
                </c:pt>
                <c:pt idx="130">
                  <c:v>-0.17364817767</c:v>
                </c:pt>
                <c:pt idx="131">
                  <c:v>-0.13917310096</c:v>
                </c:pt>
                <c:pt idx="132">
                  <c:v>-0.10452846327</c:v>
                </c:pt>
                <c:pt idx="133">
                  <c:v>-0.069756473744</c:v>
                </c:pt>
                <c:pt idx="134">
                  <c:v>-0.034899496703</c:v>
                </c:pt>
                <c:pt idx="135">
                  <c:v>0</c:v>
                </c:pt>
                <c:pt idx="136">
                  <c:v>0.034899496703</c:v>
                </c:pt>
                <c:pt idx="137">
                  <c:v>0.069756473744</c:v>
                </c:pt>
                <c:pt idx="138">
                  <c:v>0.10452846327</c:v>
                </c:pt>
                <c:pt idx="139">
                  <c:v>0.13917310096</c:v>
                </c:pt>
                <c:pt idx="140">
                  <c:v>0.17364817767</c:v>
                </c:pt>
                <c:pt idx="141">
                  <c:v>0.20791169082</c:v>
                </c:pt>
                <c:pt idx="142">
                  <c:v>0.2419218956</c:v>
                </c:pt>
                <c:pt idx="143">
                  <c:v>0.27563735582</c:v>
                </c:pt>
                <c:pt idx="144">
                  <c:v>0.30901699437</c:v>
                </c:pt>
                <c:pt idx="145">
                  <c:v>0.34202014333</c:v>
                </c:pt>
                <c:pt idx="146">
                  <c:v>0.37460659342</c:v>
                </c:pt>
                <c:pt idx="147">
                  <c:v>0.40673664308</c:v>
                </c:pt>
                <c:pt idx="148">
                  <c:v>0.43837114679</c:v>
                </c:pt>
                <c:pt idx="149">
                  <c:v>0.46947156279</c:v>
                </c:pt>
                <c:pt idx="150">
                  <c:v>0.5</c:v>
                </c:pt>
                <c:pt idx="151">
                  <c:v>0.52991926423</c:v>
                </c:pt>
                <c:pt idx="152">
                  <c:v>0.55919290347</c:v>
                </c:pt>
                <c:pt idx="153">
                  <c:v>0.58778525229</c:v>
                </c:pt>
                <c:pt idx="154">
                  <c:v>0.61566147533</c:v>
                </c:pt>
                <c:pt idx="155">
                  <c:v>0.64278760969</c:v>
                </c:pt>
                <c:pt idx="156">
                  <c:v>0.66913060636</c:v>
                </c:pt>
                <c:pt idx="157">
                  <c:v>0.69465837046</c:v>
                </c:pt>
                <c:pt idx="158">
                  <c:v>0.71933980034</c:v>
                </c:pt>
                <c:pt idx="159">
                  <c:v>0.74314482548</c:v>
                </c:pt>
                <c:pt idx="160">
                  <c:v>0.76604444312</c:v>
                </c:pt>
                <c:pt idx="161">
                  <c:v>0.78801075361</c:v>
                </c:pt>
                <c:pt idx="162">
                  <c:v>0.80901699437</c:v>
                </c:pt>
                <c:pt idx="163">
                  <c:v>0.82903757256</c:v>
                </c:pt>
                <c:pt idx="164">
                  <c:v>0.84804809616</c:v>
                </c:pt>
                <c:pt idx="165">
                  <c:v>0.86602540378</c:v>
                </c:pt>
                <c:pt idx="166">
                  <c:v>0.88294759286</c:v>
                </c:pt>
                <c:pt idx="167">
                  <c:v>0.8987940463</c:v>
                </c:pt>
                <c:pt idx="168">
                  <c:v>0.91354545764</c:v>
                </c:pt>
                <c:pt idx="169">
                  <c:v>0.92718385457</c:v>
                </c:pt>
                <c:pt idx="170">
                  <c:v>0.93969262079</c:v>
                </c:pt>
                <c:pt idx="171">
                  <c:v>0.9510565163</c:v>
                </c:pt>
                <c:pt idx="172">
                  <c:v>0.96126169594</c:v>
                </c:pt>
                <c:pt idx="173">
                  <c:v>0.97029572628</c:v>
                </c:pt>
                <c:pt idx="174">
                  <c:v>0.97814760073</c:v>
                </c:pt>
                <c:pt idx="175">
                  <c:v>0.98480775301</c:v>
                </c:pt>
                <c:pt idx="176">
                  <c:v>0.99026806874</c:v>
                </c:pt>
                <c:pt idx="177">
                  <c:v>0.99452189537</c:v>
                </c:pt>
                <c:pt idx="178">
                  <c:v>0.99756405026</c:v>
                </c:pt>
                <c:pt idx="179">
                  <c:v>0.99939082702</c:v>
                </c:pt>
                <c:pt idx="180">
                  <c:v>1</c:v>
                </c:pt>
              </c:numCache>
            </c:numRef>
          </c:xVal>
          <c:yVal>
            <c:numRef>
              <c:f>'Chart Data'!$F$2:$F$182</c:f>
              <c:numCache>
                <c:formatCode>0.0</c:formatCode>
                <c:ptCount val="181"/>
                <c:pt idx="0">
                  <c:v>0</c:v>
                </c:pt>
                <c:pt idx="1">
                  <c:v>0.034899496703</c:v>
                </c:pt>
                <c:pt idx="2">
                  <c:v>0.069756473744</c:v>
                </c:pt>
                <c:pt idx="3">
                  <c:v>0.10452846327</c:v>
                </c:pt>
                <c:pt idx="4">
                  <c:v>0.13917310096</c:v>
                </c:pt>
                <c:pt idx="5">
                  <c:v>0.17364817767</c:v>
                </c:pt>
                <c:pt idx="6">
                  <c:v>0.20791169082</c:v>
                </c:pt>
                <c:pt idx="7">
                  <c:v>0.2419218956</c:v>
                </c:pt>
                <c:pt idx="8">
                  <c:v>0.27563735582</c:v>
                </c:pt>
                <c:pt idx="9">
                  <c:v>0.30901699437</c:v>
                </c:pt>
                <c:pt idx="10">
                  <c:v>0.34202014333</c:v>
                </c:pt>
                <c:pt idx="11">
                  <c:v>0.37460659342</c:v>
                </c:pt>
                <c:pt idx="12">
                  <c:v>0.40673664308</c:v>
                </c:pt>
                <c:pt idx="13">
                  <c:v>0.43837114679</c:v>
                </c:pt>
                <c:pt idx="14">
                  <c:v>0.46947156279</c:v>
                </c:pt>
                <c:pt idx="15">
                  <c:v>0.5</c:v>
                </c:pt>
                <c:pt idx="16">
                  <c:v>0.52991926423</c:v>
                </c:pt>
                <c:pt idx="17">
                  <c:v>0.55919290347</c:v>
                </c:pt>
                <c:pt idx="18">
                  <c:v>0.58778525229</c:v>
                </c:pt>
                <c:pt idx="19">
                  <c:v>0.61566147533</c:v>
                </c:pt>
                <c:pt idx="20">
                  <c:v>0.64278760969</c:v>
                </c:pt>
                <c:pt idx="21">
                  <c:v>0.66913060636</c:v>
                </c:pt>
                <c:pt idx="22">
                  <c:v>0.69465837046</c:v>
                </c:pt>
                <c:pt idx="23">
                  <c:v>0.71933980034</c:v>
                </c:pt>
                <c:pt idx="24">
                  <c:v>0.74314482548</c:v>
                </c:pt>
                <c:pt idx="25">
                  <c:v>0.76604444312</c:v>
                </c:pt>
                <c:pt idx="26">
                  <c:v>0.78801075361</c:v>
                </c:pt>
                <c:pt idx="27">
                  <c:v>0.80901699437</c:v>
                </c:pt>
                <c:pt idx="28">
                  <c:v>0.82903757256</c:v>
                </c:pt>
                <c:pt idx="29">
                  <c:v>0.84804809616</c:v>
                </c:pt>
                <c:pt idx="30">
                  <c:v>0.86602540378</c:v>
                </c:pt>
                <c:pt idx="31">
                  <c:v>0.88294759286</c:v>
                </c:pt>
                <c:pt idx="32">
                  <c:v>0.8987940463</c:v>
                </c:pt>
                <c:pt idx="33">
                  <c:v>0.91354545764</c:v>
                </c:pt>
                <c:pt idx="34">
                  <c:v>0.92718385457</c:v>
                </c:pt>
                <c:pt idx="35">
                  <c:v>0.93969262079</c:v>
                </c:pt>
                <c:pt idx="36">
                  <c:v>0.9510565163</c:v>
                </c:pt>
                <c:pt idx="37">
                  <c:v>0.96126169594</c:v>
                </c:pt>
                <c:pt idx="38">
                  <c:v>0.97029572628</c:v>
                </c:pt>
                <c:pt idx="39">
                  <c:v>0.97814760073</c:v>
                </c:pt>
                <c:pt idx="40">
                  <c:v>0.98480775301</c:v>
                </c:pt>
                <c:pt idx="41">
                  <c:v>0.99026806874</c:v>
                </c:pt>
                <c:pt idx="42">
                  <c:v>0.99452189537</c:v>
                </c:pt>
                <c:pt idx="43">
                  <c:v>0.99756405026</c:v>
                </c:pt>
                <c:pt idx="44">
                  <c:v>0.99939082702</c:v>
                </c:pt>
                <c:pt idx="45">
                  <c:v>1</c:v>
                </c:pt>
                <c:pt idx="46">
                  <c:v>0.99939082702</c:v>
                </c:pt>
                <c:pt idx="47">
                  <c:v>0.99756405026</c:v>
                </c:pt>
                <c:pt idx="48">
                  <c:v>0.99452189537</c:v>
                </c:pt>
                <c:pt idx="49">
                  <c:v>0.99026806874</c:v>
                </c:pt>
                <c:pt idx="50">
                  <c:v>0.98480775301</c:v>
                </c:pt>
                <c:pt idx="51">
                  <c:v>0.97814760073</c:v>
                </c:pt>
                <c:pt idx="52">
                  <c:v>0.97029572628</c:v>
                </c:pt>
                <c:pt idx="53">
                  <c:v>0.96126169594</c:v>
                </c:pt>
                <c:pt idx="54">
                  <c:v>0.9510565163</c:v>
                </c:pt>
                <c:pt idx="55">
                  <c:v>0.93969262079</c:v>
                </c:pt>
                <c:pt idx="56">
                  <c:v>0.92718385457</c:v>
                </c:pt>
                <c:pt idx="57">
                  <c:v>0.91354545764</c:v>
                </c:pt>
                <c:pt idx="58">
                  <c:v>0.8987940463</c:v>
                </c:pt>
                <c:pt idx="59">
                  <c:v>0.88294759286</c:v>
                </c:pt>
                <c:pt idx="60">
                  <c:v>0.86602540378</c:v>
                </c:pt>
                <c:pt idx="61">
                  <c:v>0.84804809616</c:v>
                </c:pt>
                <c:pt idx="62">
                  <c:v>0.82903757256</c:v>
                </c:pt>
                <c:pt idx="63">
                  <c:v>0.80901699437</c:v>
                </c:pt>
                <c:pt idx="64">
                  <c:v>0.78801075361</c:v>
                </c:pt>
                <c:pt idx="65">
                  <c:v>0.76604444312</c:v>
                </c:pt>
                <c:pt idx="66">
                  <c:v>0.74314482548</c:v>
                </c:pt>
                <c:pt idx="67">
                  <c:v>0.71933980034</c:v>
                </c:pt>
                <c:pt idx="68">
                  <c:v>0.69465837046</c:v>
                </c:pt>
                <c:pt idx="69">
                  <c:v>0.66913060636</c:v>
                </c:pt>
                <c:pt idx="70">
                  <c:v>0.64278760969</c:v>
                </c:pt>
                <c:pt idx="71">
                  <c:v>0.61566147533</c:v>
                </c:pt>
                <c:pt idx="72">
                  <c:v>0.58778525229</c:v>
                </c:pt>
                <c:pt idx="73">
                  <c:v>0.55919290347</c:v>
                </c:pt>
                <c:pt idx="74">
                  <c:v>0.52991926423</c:v>
                </c:pt>
                <c:pt idx="75">
                  <c:v>0.5</c:v>
                </c:pt>
                <c:pt idx="76">
                  <c:v>0.46947156279</c:v>
                </c:pt>
                <c:pt idx="77">
                  <c:v>0.43837114679</c:v>
                </c:pt>
                <c:pt idx="78">
                  <c:v>0.40673664308</c:v>
                </c:pt>
                <c:pt idx="79">
                  <c:v>0.37460659342</c:v>
                </c:pt>
                <c:pt idx="80">
                  <c:v>0.34202014333</c:v>
                </c:pt>
                <c:pt idx="81">
                  <c:v>0.30901699437</c:v>
                </c:pt>
                <c:pt idx="82">
                  <c:v>0.27563735582</c:v>
                </c:pt>
                <c:pt idx="83">
                  <c:v>0.2419218956</c:v>
                </c:pt>
                <c:pt idx="84">
                  <c:v>0.20791169082</c:v>
                </c:pt>
                <c:pt idx="85">
                  <c:v>0.17364817767</c:v>
                </c:pt>
                <c:pt idx="86">
                  <c:v>0.13917310096</c:v>
                </c:pt>
                <c:pt idx="87">
                  <c:v>0.10452846327</c:v>
                </c:pt>
                <c:pt idx="88">
                  <c:v>0.069756473744</c:v>
                </c:pt>
                <c:pt idx="89">
                  <c:v>0.034899496703</c:v>
                </c:pt>
                <c:pt idx="90">
                  <c:v>0</c:v>
                </c:pt>
                <c:pt idx="91">
                  <c:v>-0.034899496703</c:v>
                </c:pt>
                <c:pt idx="92">
                  <c:v>-0.069756473744</c:v>
                </c:pt>
                <c:pt idx="93">
                  <c:v>-0.10452846327</c:v>
                </c:pt>
                <c:pt idx="94">
                  <c:v>-0.13917310096</c:v>
                </c:pt>
                <c:pt idx="95">
                  <c:v>-0.17364817767</c:v>
                </c:pt>
                <c:pt idx="96">
                  <c:v>-0.20791169082</c:v>
                </c:pt>
                <c:pt idx="97">
                  <c:v>-0.2419218956</c:v>
                </c:pt>
                <c:pt idx="98">
                  <c:v>-0.27563735582</c:v>
                </c:pt>
                <c:pt idx="99">
                  <c:v>-0.30901699437</c:v>
                </c:pt>
                <c:pt idx="100">
                  <c:v>-0.34202014333</c:v>
                </c:pt>
                <c:pt idx="101">
                  <c:v>-0.37460659342</c:v>
                </c:pt>
                <c:pt idx="102">
                  <c:v>-0.40673664308</c:v>
                </c:pt>
                <c:pt idx="103">
                  <c:v>-0.43837114679</c:v>
                </c:pt>
                <c:pt idx="104">
                  <c:v>-0.46947156279</c:v>
                </c:pt>
                <c:pt idx="105">
                  <c:v>-0.5</c:v>
                </c:pt>
                <c:pt idx="106">
                  <c:v>-0.52991926423</c:v>
                </c:pt>
                <c:pt idx="107">
                  <c:v>-0.55919290347</c:v>
                </c:pt>
                <c:pt idx="108">
                  <c:v>-0.58778525229</c:v>
                </c:pt>
                <c:pt idx="109">
                  <c:v>-0.61566147533</c:v>
                </c:pt>
                <c:pt idx="110">
                  <c:v>-0.64278760969</c:v>
                </c:pt>
                <c:pt idx="111">
                  <c:v>-0.66913060636</c:v>
                </c:pt>
                <c:pt idx="112">
                  <c:v>-0.69465837046</c:v>
                </c:pt>
                <c:pt idx="113">
                  <c:v>-0.71933980034</c:v>
                </c:pt>
                <c:pt idx="114">
                  <c:v>-0.74314482548</c:v>
                </c:pt>
                <c:pt idx="115">
                  <c:v>-0.76604444312</c:v>
                </c:pt>
                <c:pt idx="116">
                  <c:v>-0.78801075361</c:v>
                </c:pt>
                <c:pt idx="117">
                  <c:v>-0.80901699437</c:v>
                </c:pt>
                <c:pt idx="118">
                  <c:v>-0.82903757256</c:v>
                </c:pt>
                <c:pt idx="119">
                  <c:v>-0.84804809616</c:v>
                </c:pt>
                <c:pt idx="120">
                  <c:v>-0.86602540378</c:v>
                </c:pt>
                <c:pt idx="121">
                  <c:v>-0.88294759286</c:v>
                </c:pt>
                <c:pt idx="122">
                  <c:v>-0.8987940463</c:v>
                </c:pt>
                <c:pt idx="123">
                  <c:v>-0.91354545764</c:v>
                </c:pt>
                <c:pt idx="124">
                  <c:v>-0.92718385457</c:v>
                </c:pt>
                <c:pt idx="125">
                  <c:v>-0.93969262079</c:v>
                </c:pt>
                <c:pt idx="126">
                  <c:v>-0.9510565163</c:v>
                </c:pt>
                <c:pt idx="127">
                  <c:v>-0.96126169594</c:v>
                </c:pt>
                <c:pt idx="128">
                  <c:v>-0.97029572628</c:v>
                </c:pt>
                <c:pt idx="129">
                  <c:v>-0.97814760073</c:v>
                </c:pt>
                <c:pt idx="130">
                  <c:v>-0.98480775301</c:v>
                </c:pt>
                <c:pt idx="131">
                  <c:v>-0.99026806874</c:v>
                </c:pt>
                <c:pt idx="132">
                  <c:v>-0.99452189537</c:v>
                </c:pt>
                <c:pt idx="133">
                  <c:v>-0.99756405026</c:v>
                </c:pt>
                <c:pt idx="134">
                  <c:v>-0.99939082702</c:v>
                </c:pt>
                <c:pt idx="135">
                  <c:v>-1</c:v>
                </c:pt>
                <c:pt idx="136">
                  <c:v>-0.99939082702</c:v>
                </c:pt>
                <c:pt idx="137">
                  <c:v>-0.99756405026</c:v>
                </c:pt>
                <c:pt idx="138">
                  <c:v>-0.99452189537</c:v>
                </c:pt>
                <c:pt idx="139">
                  <c:v>-0.99026806874</c:v>
                </c:pt>
                <c:pt idx="140">
                  <c:v>-0.98480775301</c:v>
                </c:pt>
                <c:pt idx="141">
                  <c:v>-0.97814760073</c:v>
                </c:pt>
                <c:pt idx="142">
                  <c:v>-0.97029572628</c:v>
                </c:pt>
                <c:pt idx="143">
                  <c:v>-0.96126169594</c:v>
                </c:pt>
                <c:pt idx="144">
                  <c:v>-0.9510565163</c:v>
                </c:pt>
                <c:pt idx="145">
                  <c:v>-0.93969262079</c:v>
                </c:pt>
                <c:pt idx="146">
                  <c:v>-0.92718385457</c:v>
                </c:pt>
                <c:pt idx="147">
                  <c:v>-0.91354545764</c:v>
                </c:pt>
                <c:pt idx="148">
                  <c:v>-0.8987940463</c:v>
                </c:pt>
                <c:pt idx="149">
                  <c:v>-0.88294759286</c:v>
                </c:pt>
                <c:pt idx="150">
                  <c:v>-0.86602540378</c:v>
                </c:pt>
                <c:pt idx="151">
                  <c:v>-0.84804809616</c:v>
                </c:pt>
                <c:pt idx="152">
                  <c:v>-0.82903757256</c:v>
                </c:pt>
                <c:pt idx="153">
                  <c:v>-0.80901699437</c:v>
                </c:pt>
                <c:pt idx="154">
                  <c:v>-0.78801075361</c:v>
                </c:pt>
                <c:pt idx="155">
                  <c:v>-0.76604444312</c:v>
                </c:pt>
                <c:pt idx="156">
                  <c:v>-0.74314482548</c:v>
                </c:pt>
                <c:pt idx="157">
                  <c:v>-0.71933980034</c:v>
                </c:pt>
                <c:pt idx="158">
                  <c:v>-0.69465837046</c:v>
                </c:pt>
                <c:pt idx="159">
                  <c:v>-0.66913060636</c:v>
                </c:pt>
                <c:pt idx="160">
                  <c:v>-0.64278760969</c:v>
                </c:pt>
                <c:pt idx="161">
                  <c:v>-0.61566147533</c:v>
                </c:pt>
                <c:pt idx="162">
                  <c:v>-0.58778525229</c:v>
                </c:pt>
                <c:pt idx="163">
                  <c:v>-0.55919290347</c:v>
                </c:pt>
                <c:pt idx="164">
                  <c:v>-0.52991926423</c:v>
                </c:pt>
                <c:pt idx="165">
                  <c:v>-0.5</c:v>
                </c:pt>
                <c:pt idx="166">
                  <c:v>-0.46947156279</c:v>
                </c:pt>
                <c:pt idx="167">
                  <c:v>-0.43837114679</c:v>
                </c:pt>
                <c:pt idx="168">
                  <c:v>-0.40673664308</c:v>
                </c:pt>
                <c:pt idx="169">
                  <c:v>-0.37460659342</c:v>
                </c:pt>
                <c:pt idx="170">
                  <c:v>-0.34202014333</c:v>
                </c:pt>
                <c:pt idx="171">
                  <c:v>-0.30901699437</c:v>
                </c:pt>
                <c:pt idx="172">
                  <c:v>-0.27563735582</c:v>
                </c:pt>
                <c:pt idx="173">
                  <c:v>-0.2419218956</c:v>
                </c:pt>
                <c:pt idx="174">
                  <c:v>-0.20791169082</c:v>
                </c:pt>
                <c:pt idx="175">
                  <c:v>-0.17364817767</c:v>
                </c:pt>
                <c:pt idx="176">
                  <c:v>-0.13917310096</c:v>
                </c:pt>
                <c:pt idx="177">
                  <c:v>-0.10452846327</c:v>
                </c:pt>
                <c:pt idx="178">
                  <c:v>-0.069756473744</c:v>
                </c:pt>
                <c:pt idx="179">
                  <c:v>-0.034899496703</c:v>
                </c:pt>
                <c:pt idx="180">
                  <c:v>0</c:v>
                </c:pt>
              </c:numCache>
            </c:numRef>
          </c:yVal>
        </c:ser>
        <c:ser>
          <c:idx val="3"/>
          <c:order val="3"/>
          <c:tx>
            <c:v>單一誤差軌跡</c:v>
          </c:tx>
          <c:spPr>
            <a:ln xmlns:a="http://schemas.openxmlformats.org/drawingml/2006/main" w="28575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1.25</c:v>
                </c:pt>
                <c:pt idx="1">
                  <c:v>1.249390827</c:v>
                </c:pt>
                <c:pt idx="2">
                  <c:v>1.2475640503</c:v>
                </c:pt>
                <c:pt idx="3">
                  <c:v>1.2445218954</c:v>
                </c:pt>
                <c:pt idx="4">
                  <c:v>1.2402680687</c:v>
                </c:pt>
                <c:pt idx="5">
                  <c:v>1.234807753</c:v>
                </c:pt>
                <c:pt idx="6">
                  <c:v>1.2281476007</c:v>
                </c:pt>
                <c:pt idx="7">
                  <c:v>1.2202957263</c:v>
                </c:pt>
                <c:pt idx="8">
                  <c:v>1.2112616959</c:v>
                </c:pt>
                <c:pt idx="9">
                  <c:v>1.2010565163</c:v>
                </c:pt>
                <c:pt idx="10">
                  <c:v>1.1896926208</c:v>
                </c:pt>
                <c:pt idx="11">
                  <c:v>1.1771838546</c:v>
                </c:pt>
                <c:pt idx="12">
                  <c:v>1.1635454576</c:v>
                </c:pt>
                <c:pt idx="13">
                  <c:v>1.1487940463</c:v>
                </c:pt>
                <c:pt idx="14">
                  <c:v>1.1329475929</c:v>
                </c:pt>
                <c:pt idx="15">
                  <c:v>1.1160254038</c:v>
                </c:pt>
                <c:pt idx="16">
                  <c:v>1.0980480962</c:v>
                </c:pt>
                <c:pt idx="17">
                  <c:v>1.0790375726</c:v>
                </c:pt>
                <c:pt idx="18">
                  <c:v>1.0590169944</c:v>
                </c:pt>
                <c:pt idx="19">
                  <c:v>1.0380107536</c:v>
                </c:pt>
                <c:pt idx="20">
                  <c:v>1.0160444431</c:v>
                </c:pt>
                <c:pt idx="21">
                  <c:v>0.99314482548</c:v>
                </c:pt>
                <c:pt idx="22">
                  <c:v>0.96933980034</c:v>
                </c:pt>
                <c:pt idx="23">
                  <c:v>0.94465837046</c:v>
                </c:pt>
                <c:pt idx="24">
                  <c:v>0.91913060636</c:v>
                </c:pt>
                <c:pt idx="25">
                  <c:v>0.89278760969</c:v>
                </c:pt>
                <c:pt idx="26">
                  <c:v>0.86566147533</c:v>
                </c:pt>
                <c:pt idx="27">
                  <c:v>0.83778525229</c:v>
                </c:pt>
                <c:pt idx="28">
                  <c:v>0.80919290347</c:v>
                </c:pt>
                <c:pt idx="29">
                  <c:v>0.77991926423</c:v>
                </c:pt>
                <c:pt idx="30">
                  <c:v>0.75</c:v>
                </c:pt>
                <c:pt idx="31">
                  <c:v>0.71947156279</c:v>
                </c:pt>
                <c:pt idx="32">
                  <c:v>0.68837114679</c:v>
                </c:pt>
                <c:pt idx="33">
                  <c:v>0.65673664308</c:v>
                </c:pt>
                <c:pt idx="34">
                  <c:v>0.62460659342</c:v>
                </c:pt>
                <c:pt idx="35">
                  <c:v>0.59202014333</c:v>
                </c:pt>
                <c:pt idx="36">
                  <c:v>0.55901699437</c:v>
                </c:pt>
                <c:pt idx="37">
                  <c:v>0.52563735582</c:v>
                </c:pt>
                <c:pt idx="38">
                  <c:v>0.4919218956</c:v>
                </c:pt>
                <c:pt idx="39">
                  <c:v>0.45791169082</c:v>
                </c:pt>
                <c:pt idx="40">
                  <c:v>0.42364817767</c:v>
                </c:pt>
                <c:pt idx="41">
                  <c:v>0.38917310096</c:v>
                </c:pt>
                <c:pt idx="42">
                  <c:v>0.35452846327</c:v>
                </c:pt>
                <c:pt idx="43">
                  <c:v>0.31975647374</c:v>
                </c:pt>
                <c:pt idx="44">
                  <c:v>0.2848994967</c:v>
                </c:pt>
                <c:pt idx="45">
                  <c:v>0.25</c:v>
                </c:pt>
                <c:pt idx="46">
                  <c:v>0.2151005033</c:v>
                </c:pt>
                <c:pt idx="47">
                  <c:v>0.18024352626</c:v>
                </c:pt>
                <c:pt idx="48">
                  <c:v>0.14547153673</c:v>
                </c:pt>
                <c:pt idx="49">
                  <c:v>0.11082689904</c:v>
                </c:pt>
                <c:pt idx="50">
                  <c:v>0.076351822333</c:v>
                </c:pt>
                <c:pt idx="51">
                  <c:v>0.042088309182</c:v>
                </c:pt>
                <c:pt idx="52">
                  <c:v>0.0080781044003</c:v>
                </c:pt>
                <c:pt idx="53">
                  <c:v>-0.025637355817</c:v>
                </c:pt>
                <c:pt idx="54">
                  <c:v>-0.059016994375</c:v>
                </c:pt>
                <c:pt idx="55">
                  <c:v>-0.092020143326</c:v>
                </c:pt>
                <c:pt idx="56">
                  <c:v>-0.12460659342</c:v>
                </c:pt>
                <c:pt idx="57">
                  <c:v>-0.15673664308</c:v>
                </c:pt>
                <c:pt idx="58">
                  <c:v>-0.18837114679</c:v>
                </c:pt>
                <c:pt idx="59">
                  <c:v>-0.21947156279</c:v>
                </c:pt>
                <c:pt idx="60">
                  <c:v>-0.25</c:v>
                </c:pt>
                <c:pt idx="61">
                  <c:v>-0.27991926423</c:v>
                </c:pt>
                <c:pt idx="62">
                  <c:v>-0.30919290347</c:v>
                </c:pt>
                <c:pt idx="63">
                  <c:v>-0.33778525229</c:v>
                </c:pt>
                <c:pt idx="64">
                  <c:v>-0.36566147533</c:v>
                </c:pt>
                <c:pt idx="65">
                  <c:v>-0.39278760969</c:v>
                </c:pt>
                <c:pt idx="66">
                  <c:v>-0.41913060636</c:v>
                </c:pt>
                <c:pt idx="67">
                  <c:v>-0.44465837046</c:v>
                </c:pt>
                <c:pt idx="68">
                  <c:v>-0.46933980034</c:v>
                </c:pt>
                <c:pt idx="69">
                  <c:v>-0.49314482548</c:v>
                </c:pt>
                <c:pt idx="70">
                  <c:v>-0.51604444312</c:v>
                </c:pt>
                <c:pt idx="71">
                  <c:v>-0.53801075361</c:v>
                </c:pt>
                <c:pt idx="72">
                  <c:v>-0.55901699437</c:v>
                </c:pt>
                <c:pt idx="73">
                  <c:v>-0.57903757256</c:v>
                </c:pt>
                <c:pt idx="74">
                  <c:v>-0.59804809616</c:v>
                </c:pt>
                <c:pt idx="75">
                  <c:v>-0.61602540378</c:v>
                </c:pt>
                <c:pt idx="76">
                  <c:v>-0.63294759286</c:v>
                </c:pt>
                <c:pt idx="77">
                  <c:v>-0.6487940463</c:v>
                </c:pt>
                <c:pt idx="78">
                  <c:v>-0.66354545764</c:v>
                </c:pt>
                <c:pt idx="79">
                  <c:v>-0.67718385457</c:v>
                </c:pt>
                <c:pt idx="80">
                  <c:v>-0.68969262079</c:v>
                </c:pt>
                <c:pt idx="81">
                  <c:v>-0.7010565163</c:v>
                </c:pt>
                <c:pt idx="82">
                  <c:v>-0.71126169594</c:v>
                </c:pt>
                <c:pt idx="83">
                  <c:v>-0.72029572628</c:v>
                </c:pt>
                <c:pt idx="84">
                  <c:v>-0.72814760073</c:v>
                </c:pt>
                <c:pt idx="85">
                  <c:v>-0.73480775301</c:v>
                </c:pt>
                <c:pt idx="86">
                  <c:v>-0.74026806874</c:v>
                </c:pt>
                <c:pt idx="87">
                  <c:v>-0.74452189537</c:v>
                </c:pt>
                <c:pt idx="88">
                  <c:v>-0.74756405026</c:v>
                </c:pt>
                <c:pt idx="89">
                  <c:v>-0.74939082702</c:v>
                </c:pt>
                <c:pt idx="90">
                  <c:v>-0.75</c:v>
                </c:pt>
                <c:pt idx="91">
                  <c:v>-0.74939082702</c:v>
                </c:pt>
                <c:pt idx="92">
                  <c:v>-0.74756405026</c:v>
                </c:pt>
                <c:pt idx="93">
                  <c:v>-0.74452189537</c:v>
                </c:pt>
                <c:pt idx="94">
                  <c:v>-0.74026806874</c:v>
                </c:pt>
                <c:pt idx="95">
                  <c:v>-0.73480775301</c:v>
                </c:pt>
                <c:pt idx="96">
                  <c:v>-0.72814760073</c:v>
                </c:pt>
                <c:pt idx="97">
                  <c:v>-0.72029572628</c:v>
                </c:pt>
                <c:pt idx="98">
                  <c:v>-0.71126169594</c:v>
                </c:pt>
                <c:pt idx="99">
                  <c:v>-0.7010565163</c:v>
                </c:pt>
                <c:pt idx="100">
                  <c:v>-0.68969262079</c:v>
                </c:pt>
                <c:pt idx="101">
                  <c:v>-0.67718385457</c:v>
                </c:pt>
                <c:pt idx="102">
                  <c:v>-0.66354545764</c:v>
                </c:pt>
                <c:pt idx="103">
                  <c:v>-0.6487940463</c:v>
                </c:pt>
                <c:pt idx="104">
                  <c:v>-0.63294759286</c:v>
                </c:pt>
                <c:pt idx="105">
                  <c:v>-0.61602540378</c:v>
                </c:pt>
                <c:pt idx="106">
                  <c:v>-0.59804809616</c:v>
                </c:pt>
                <c:pt idx="107">
                  <c:v>-0.57903757256</c:v>
                </c:pt>
                <c:pt idx="108">
                  <c:v>-0.55901699437</c:v>
                </c:pt>
                <c:pt idx="109">
                  <c:v>-0.53801075361</c:v>
                </c:pt>
                <c:pt idx="110">
                  <c:v>-0.51604444312</c:v>
                </c:pt>
                <c:pt idx="111">
                  <c:v>-0.49314482548</c:v>
                </c:pt>
                <c:pt idx="112">
                  <c:v>-0.46933980034</c:v>
                </c:pt>
                <c:pt idx="113">
                  <c:v>-0.44465837046</c:v>
                </c:pt>
                <c:pt idx="114">
                  <c:v>-0.41913060636</c:v>
                </c:pt>
                <c:pt idx="115">
                  <c:v>-0.39278760969</c:v>
                </c:pt>
                <c:pt idx="116">
                  <c:v>-0.36566147533</c:v>
                </c:pt>
                <c:pt idx="117">
                  <c:v>-0.33778525229</c:v>
                </c:pt>
                <c:pt idx="118">
                  <c:v>-0.30919290347</c:v>
                </c:pt>
                <c:pt idx="119">
                  <c:v>-0.27991926423</c:v>
                </c:pt>
                <c:pt idx="120">
                  <c:v>-0.25</c:v>
                </c:pt>
                <c:pt idx="121">
                  <c:v>-0.21947156279</c:v>
                </c:pt>
                <c:pt idx="122">
                  <c:v>-0.18837114679</c:v>
                </c:pt>
                <c:pt idx="123">
                  <c:v>-0.15673664308</c:v>
                </c:pt>
                <c:pt idx="124">
                  <c:v>-0.12460659342</c:v>
                </c:pt>
                <c:pt idx="125">
                  <c:v>-0.092020143326</c:v>
                </c:pt>
                <c:pt idx="126">
                  <c:v>-0.059016994375</c:v>
                </c:pt>
                <c:pt idx="127">
                  <c:v>-0.025637355817</c:v>
                </c:pt>
                <c:pt idx="128">
                  <c:v>0.0080781044003</c:v>
                </c:pt>
                <c:pt idx="129">
                  <c:v>0.042088309182</c:v>
                </c:pt>
                <c:pt idx="130">
                  <c:v>0.076351822333</c:v>
                </c:pt>
                <c:pt idx="131">
                  <c:v>0.11082689904</c:v>
                </c:pt>
                <c:pt idx="132">
                  <c:v>0.14547153673</c:v>
                </c:pt>
                <c:pt idx="133">
                  <c:v>0.18024352626</c:v>
                </c:pt>
                <c:pt idx="134">
                  <c:v>0.2151005033</c:v>
                </c:pt>
                <c:pt idx="135">
                  <c:v>0.25</c:v>
                </c:pt>
                <c:pt idx="136">
                  <c:v>0.2848994967</c:v>
                </c:pt>
                <c:pt idx="137">
                  <c:v>0.31975647374</c:v>
                </c:pt>
                <c:pt idx="138">
                  <c:v>0.35452846327</c:v>
                </c:pt>
                <c:pt idx="139">
                  <c:v>0.38917310096</c:v>
                </c:pt>
                <c:pt idx="140">
                  <c:v>0.42364817767</c:v>
                </c:pt>
                <c:pt idx="141">
                  <c:v>0.45791169082</c:v>
                </c:pt>
                <c:pt idx="142">
                  <c:v>0.4919218956</c:v>
                </c:pt>
                <c:pt idx="143">
                  <c:v>0.52563735582</c:v>
                </c:pt>
                <c:pt idx="144">
                  <c:v>0.55901699437</c:v>
                </c:pt>
                <c:pt idx="145">
                  <c:v>0.59202014333</c:v>
                </c:pt>
                <c:pt idx="146">
                  <c:v>0.62460659342</c:v>
                </c:pt>
                <c:pt idx="147">
                  <c:v>0.65673664308</c:v>
                </c:pt>
                <c:pt idx="148">
                  <c:v>0.68837114679</c:v>
                </c:pt>
                <c:pt idx="149">
                  <c:v>0.71947156279</c:v>
                </c:pt>
                <c:pt idx="150">
                  <c:v>0.75</c:v>
                </c:pt>
                <c:pt idx="151">
                  <c:v>0.77991926423</c:v>
                </c:pt>
                <c:pt idx="152">
                  <c:v>0.80919290347</c:v>
                </c:pt>
                <c:pt idx="153">
                  <c:v>0.83778525229</c:v>
                </c:pt>
                <c:pt idx="154">
                  <c:v>0.86566147533</c:v>
                </c:pt>
                <c:pt idx="155">
                  <c:v>0.89278760969</c:v>
                </c:pt>
                <c:pt idx="156">
                  <c:v>0.91913060636</c:v>
                </c:pt>
                <c:pt idx="157">
                  <c:v>0.94465837046</c:v>
                </c:pt>
                <c:pt idx="158">
                  <c:v>0.96933980034</c:v>
                </c:pt>
                <c:pt idx="159">
                  <c:v>0.99314482548</c:v>
                </c:pt>
                <c:pt idx="160">
                  <c:v>1.0160444431</c:v>
                </c:pt>
                <c:pt idx="161">
                  <c:v>1.0380107536</c:v>
                </c:pt>
                <c:pt idx="162">
                  <c:v>1.0590169944</c:v>
                </c:pt>
                <c:pt idx="163">
                  <c:v>1.0790375726</c:v>
                </c:pt>
                <c:pt idx="164">
                  <c:v>1.0980480962</c:v>
                </c:pt>
                <c:pt idx="165">
                  <c:v>1.1160254038</c:v>
                </c:pt>
                <c:pt idx="166">
                  <c:v>1.1329475929</c:v>
                </c:pt>
                <c:pt idx="167">
                  <c:v>1.1487940463</c:v>
                </c:pt>
                <c:pt idx="168">
                  <c:v>1.1635454576</c:v>
                </c:pt>
                <c:pt idx="169">
                  <c:v>1.1771838546</c:v>
                </c:pt>
                <c:pt idx="170">
                  <c:v>1.1896926208</c:v>
                </c:pt>
                <c:pt idx="171">
                  <c:v>1.2010565163</c:v>
                </c:pt>
                <c:pt idx="172">
                  <c:v>1.2112616959</c:v>
                </c:pt>
                <c:pt idx="173">
                  <c:v>1.2202957263</c:v>
                </c:pt>
                <c:pt idx="174">
                  <c:v>1.2281476007</c:v>
                </c:pt>
                <c:pt idx="175">
                  <c:v>1.234807753</c:v>
                </c:pt>
                <c:pt idx="176">
                  <c:v>1.2402680687</c:v>
                </c:pt>
                <c:pt idx="177">
                  <c:v>1.2445218954</c:v>
                </c:pt>
                <c:pt idx="178">
                  <c:v>1.2475640503</c:v>
                </c:pt>
                <c:pt idx="179">
                  <c:v>1.249390827</c:v>
                </c:pt>
                <c:pt idx="180">
                  <c:v>1.25</c:v>
                </c:pt>
              </c:numCache>
            </c:numRef>
          </c:xVal>
          <c:yVal>
            <c:numRef>
              <c:f>'Chart Data'!$H$2:$H$182</c:f>
              <c:numCache>
                <c:formatCode>0.0</c:formatCode>
                <c:ptCount val="181"/>
                <c:pt idx="0">
                  <c:v>-0.15</c:v>
                </c:pt>
                <c:pt idx="1">
                  <c:v>-0.1151005033</c:v>
                </c:pt>
                <c:pt idx="2">
                  <c:v>-0.080243526256</c:v>
                </c:pt>
                <c:pt idx="3">
                  <c:v>-0.045471536732</c:v>
                </c:pt>
                <c:pt idx="4">
                  <c:v>-0.01082689904</c:v>
                </c:pt>
                <c:pt idx="5">
                  <c:v>0.023648177667</c:v>
                </c:pt>
                <c:pt idx="6">
                  <c:v>0.057911690818</c:v>
                </c:pt>
                <c:pt idx="7">
                  <c:v>0.0919218956</c:v>
                </c:pt>
                <c:pt idx="8">
                  <c:v>0.12563735582</c:v>
                </c:pt>
                <c:pt idx="9">
                  <c:v>0.15901699437</c:v>
                </c:pt>
                <c:pt idx="10">
                  <c:v>0.19202014333</c:v>
                </c:pt>
                <c:pt idx="11">
                  <c:v>0.22460659342</c:v>
                </c:pt>
                <c:pt idx="12">
                  <c:v>0.25673664308</c:v>
                </c:pt>
                <c:pt idx="13">
                  <c:v>0.28837114679</c:v>
                </c:pt>
                <c:pt idx="14">
                  <c:v>0.31947156279</c:v>
                </c:pt>
                <c:pt idx="15">
                  <c:v>0.35</c:v>
                </c:pt>
                <c:pt idx="16">
                  <c:v>0.37991926423</c:v>
                </c:pt>
                <c:pt idx="17">
                  <c:v>0.40919290347</c:v>
                </c:pt>
                <c:pt idx="18">
                  <c:v>0.43778525229</c:v>
                </c:pt>
                <c:pt idx="19">
                  <c:v>0.46566147533</c:v>
                </c:pt>
                <c:pt idx="20">
                  <c:v>0.49278760969</c:v>
                </c:pt>
                <c:pt idx="21">
                  <c:v>0.51913060636</c:v>
                </c:pt>
                <c:pt idx="22">
                  <c:v>0.54465837046</c:v>
                </c:pt>
                <c:pt idx="23">
                  <c:v>0.56933980034</c:v>
                </c:pt>
                <c:pt idx="24">
                  <c:v>0.59314482548</c:v>
                </c:pt>
                <c:pt idx="25">
                  <c:v>0.61604444312</c:v>
                </c:pt>
                <c:pt idx="26">
                  <c:v>0.63801075361</c:v>
                </c:pt>
                <c:pt idx="27">
                  <c:v>0.65901699437</c:v>
                </c:pt>
                <c:pt idx="28">
                  <c:v>0.67903757256</c:v>
                </c:pt>
                <c:pt idx="29">
                  <c:v>0.69804809616</c:v>
                </c:pt>
                <c:pt idx="30">
                  <c:v>0.71602540378</c:v>
                </c:pt>
                <c:pt idx="31">
                  <c:v>0.73294759286</c:v>
                </c:pt>
                <c:pt idx="32">
                  <c:v>0.7487940463</c:v>
                </c:pt>
                <c:pt idx="33">
                  <c:v>0.76354545764</c:v>
                </c:pt>
                <c:pt idx="34">
                  <c:v>0.77718385457</c:v>
                </c:pt>
                <c:pt idx="35">
                  <c:v>0.78969262079</c:v>
                </c:pt>
                <c:pt idx="36">
                  <c:v>0.8010565163</c:v>
                </c:pt>
                <c:pt idx="37">
                  <c:v>0.81126169594</c:v>
                </c:pt>
                <c:pt idx="38">
                  <c:v>0.82029572628</c:v>
                </c:pt>
                <c:pt idx="39">
                  <c:v>0.82814760073</c:v>
                </c:pt>
                <c:pt idx="40">
                  <c:v>0.83480775301</c:v>
                </c:pt>
                <c:pt idx="41">
                  <c:v>0.84026806874</c:v>
                </c:pt>
                <c:pt idx="42">
                  <c:v>0.84452189537</c:v>
                </c:pt>
                <c:pt idx="43">
                  <c:v>0.84756405026</c:v>
                </c:pt>
                <c:pt idx="44">
                  <c:v>0.84939082702</c:v>
                </c:pt>
                <c:pt idx="45">
                  <c:v>0.85</c:v>
                </c:pt>
                <c:pt idx="46">
                  <c:v>0.84939082702</c:v>
                </c:pt>
                <c:pt idx="47">
                  <c:v>0.84756405026</c:v>
                </c:pt>
                <c:pt idx="48">
                  <c:v>0.84452189537</c:v>
                </c:pt>
                <c:pt idx="49">
                  <c:v>0.84026806874</c:v>
                </c:pt>
                <c:pt idx="50">
                  <c:v>0.83480775301</c:v>
                </c:pt>
                <c:pt idx="51">
                  <c:v>0.82814760073</c:v>
                </c:pt>
                <c:pt idx="52">
                  <c:v>0.82029572628</c:v>
                </c:pt>
                <c:pt idx="53">
                  <c:v>0.81126169594</c:v>
                </c:pt>
                <c:pt idx="54">
                  <c:v>0.8010565163</c:v>
                </c:pt>
                <c:pt idx="55">
                  <c:v>0.78969262079</c:v>
                </c:pt>
                <c:pt idx="56">
                  <c:v>0.77718385457</c:v>
                </c:pt>
                <c:pt idx="57">
                  <c:v>0.76354545764</c:v>
                </c:pt>
                <c:pt idx="58">
                  <c:v>0.7487940463</c:v>
                </c:pt>
                <c:pt idx="59">
                  <c:v>0.73294759286</c:v>
                </c:pt>
                <c:pt idx="60">
                  <c:v>0.71602540378</c:v>
                </c:pt>
                <c:pt idx="61">
                  <c:v>0.69804809616</c:v>
                </c:pt>
                <c:pt idx="62">
                  <c:v>0.67903757256</c:v>
                </c:pt>
                <c:pt idx="63">
                  <c:v>0.65901699437</c:v>
                </c:pt>
                <c:pt idx="64">
                  <c:v>0.63801075361</c:v>
                </c:pt>
                <c:pt idx="65">
                  <c:v>0.61604444312</c:v>
                </c:pt>
                <c:pt idx="66">
                  <c:v>0.59314482548</c:v>
                </c:pt>
                <c:pt idx="67">
                  <c:v>0.56933980034</c:v>
                </c:pt>
                <c:pt idx="68">
                  <c:v>0.54465837046</c:v>
                </c:pt>
                <c:pt idx="69">
                  <c:v>0.51913060636</c:v>
                </c:pt>
                <c:pt idx="70">
                  <c:v>0.49278760969</c:v>
                </c:pt>
                <c:pt idx="71">
                  <c:v>0.46566147533</c:v>
                </c:pt>
                <c:pt idx="72">
                  <c:v>0.43778525229</c:v>
                </c:pt>
                <c:pt idx="73">
                  <c:v>0.40919290347</c:v>
                </c:pt>
                <c:pt idx="74">
                  <c:v>0.37991926423</c:v>
                </c:pt>
                <c:pt idx="75">
                  <c:v>0.35</c:v>
                </c:pt>
                <c:pt idx="76">
                  <c:v>0.31947156279</c:v>
                </c:pt>
                <c:pt idx="77">
                  <c:v>0.28837114679</c:v>
                </c:pt>
                <c:pt idx="78">
                  <c:v>0.25673664308</c:v>
                </c:pt>
                <c:pt idx="79">
                  <c:v>0.22460659342</c:v>
                </c:pt>
                <c:pt idx="80">
                  <c:v>0.19202014333</c:v>
                </c:pt>
                <c:pt idx="81">
                  <c:v>0.15901699437</c:v>
                </c:pt>
                <c:pt idx="82">
                  <c:v>0.12563735582</c:v>
                </c:pt>
                <c:pt idx="83">
                  <c:v>0.0919218956</c:v>
                </c:pt>
                <c:pt idx="84">
                  <c:v>0.057911690818</c:v>
                </c:pt>
                <c:pt idx="85">
                  <c:v>0.023648177667</c:v>
                </c:pt>
                <c:pt idx="86">
                  <c:v>-0.01082689904</c:v>
                </c:pt>
                <c:pt idx="87">
                  <c:v>-0.045471536732</c:v>
                </c:pt>
                <c:pt idx="88">
                  <c:v>-0.080243526256</c:v>
                </c:pt>
                <c:pt idx="89">
                  <c:v>-0.1151005033</c:v>
                </c:pt>
                <c:pt idx="90">
                  <c:v>-0.15</c:v>
                </c:pt>
                <c:pt idx="91">
                  <c:v>-0.1848994967</c:v>
                </c:pt>
                <c:pt idx="92">
                  <c:v>-0.21975647374</c:v>
                </c:pt>
                <c:pt idx="93">
                  <c:v>-0.25452846327</c:v>
                </c:pt>
                <c:pt idx="94">
                  <c:v>-0.28917310096</c:v>
                </c:pt>
                <c:pt idx="95">
                  <c:v>-0.32364817767</c:v>
                </c:pt>
                <c:pt idx="96">
                  <c:v>-0.35791169082</c:v>
                </c:pt>
                <c:pt idx="97">
                  <c:v>-0.3919218956</c:v>
                </c:pt>
                <c:pt idx="98">
                  <c:v>-0.42563735582</c:v>
                </c:pt>
                <c:pt idx="99">
                  <c:v>-0.45901699437</c:v>
                </c:pt>
                <c:pt idx="100">
                  <c:v>-0.49202014333</c:v>
                </c:pt>
                <c:pt idx="101">
                  <c:v>-0.52460659342</c:v>
                </c:pt>
                <c:pt idx="102">
                  <c:v>-0.55673664308</c:v>
                </c:pt>
                <c:pt idx="103">
                  <c:v>-0.58837114679</c:v>
                </c:pt>
                <c:pt idx="104">
                  <c:v>-0.61947156279</c:v>
                </c:pt>
                <c:pt idx="105">
                  <c:v>-0.65</c:v>
                </c:pt>
                <c:pt idx="106">
                  <c:v>-0.67991926423</c:v>
                </c:pt>
                <c:pt idx="107">
                  <c:v>-0.70919290347</c:v>
                </c:pt>
                <c:pt idx="108">
                  <c:v>-0.73778525229</c:v>
                </c:pt>
                <c:pt idx="109">
                  <c:v>-0.76566147533</c:v>
                </c:pt>
                <c:pt idx="110">
                  <c:v>-0.79278760969</c:v>
                </c:pt>
                <c:pt idx="111">
                  <c:v>-0.81913060636</c:v>
                </c:pt>
                <c:pt idx="112">
                  <c:v>-0.84465837046</c:v>
                </c:pt>
                <c:pt idx="113">
                  <c:v>-0.86933980034</c:v>
                </c:pt>
                <c:pt idx="114">
                  <c:v>-0.89314482548</c:v>
                </c:pt>
                <c:pt idx="115">
                  <c:v>-0.91604444312</c:v>
                </c:pt>
                <c:pt idx="116">
                  <c:v>-0.93801075361</c:v>
                </c:pt>
                <c:pt idx="117">
                  <c:v>-0.95901699437</c:v>
                </c:pt>
                <c:pt idx="118">
                  <c:v>-0.97903757256</c:v>
                </c:pt>
                <c:pt idx="119">
                  <c:v>-0.99804809616</c:v>
                </c:pt>
                <c:pt idx="120">
                  <c:v>-1.0160254038</c:v>
                </c:pt>
                <c:pt idx="121">
                  <c:v>-1.0329475929</c:v>
                </c:pt>
                <c:pt idx="122">
                  <c:v>-1.0487940463</c:v>
                </c:pt>
                <c:pt idx="123">
                  <c:v>-1.0635454576</c:v>
                </c:pt>
                <c:pt idx="124">
                  <c:v>-1.0771838546</c:v>
                </c:pt>
                <c:pt idx="125">
                  <c:v>-1.0896926208</c:v>
                </c:pt>
                <c:pt idx="126">
                  <c:v>-1.1010565163</c:v>
                </c:pt>
                <c:pt idx="127">
                  <c:v>-1.1112616959</c:v>
                </c:pt>
                <c:pt idx="128">
                  <c:v>-1.1202957263</c:v>
                </c:pt>
                <c:pt idx="129">
                  <c:v>-1.1281476007</c:v>
                </c:pt>
                <c:pt idx="130">
                  <c:v>-1.134807753</c:v>
                </c:pt>
                <c:pt idx="131">
                  <c:v>-1.1402680687</c:v>
                </c:pt>
                <c:pt idx="132">
                  <c:v>-1.1445218954</c:v>
                </c:pt>
                <c:pt idx="133">
                  <c:v>-1.1475640503</c:v>
                </c:pt>
                <c:pt idx="134">
                  <c:v>-1.149390827</c:v>
                </c:pt>
                <c:pt idx="135">
                  <c:v>-1.15</c:v>
                </c:pt>
                <c:pt idx="136">
                  <c:v>-1.149390827</c:v>
                </c:pt>
                <c:pt idx="137">
                  <c:v>-1.1475640503</c:v>
                </c:pt>
                <c:pt idx="138">
                  <c:v>-1.1445218954</c:v>
                </c:pt>
                <c:pt idx="139">
                  <c:v>-1.1402680687</c:v>
                </c:pt>
                <c:pt idx="140">
                  <c:v>-1.134807753</c:v>
                </c:pt>
                <c:pt idx="141">
                  <c:v>-1.1281476007</c:v>
                </c:pt>
                <c:pt idx="142">
                  <c:v>-1.1202957263</c:v>
                </c:pt>
                <c:pt idx="143">
                  <c:v>-1.1112616959</c:v>
                </c:pt>
                <c:pt idx="144">
                  <c:v>-1.1010565163</c:v>
                </c:pt>
                <c:pt idx="145">
                  <c:v>-1.0896926208</c:v>
                </c:pt>
                <c:pt idx="146">
                  <c:v>-1.0771838546</c:v>
                </c:pt>
                <c:pt idx="147">
                  <c:v>-1.0635454576</c:v>
                </c:pt>
                <c:pt idx="148">
                  <c:v>-1.0487940463</c:v>
                </c:pt>
                <c:pt idx="149">
                  <c:v>-1.0329475929</c:v>
                </c:pt>
                <c:pt idx="150">
                  <c:v>-1.0160254038</c:v>
                </c:pt>
                <c:pt idx="151">
                  <c:v>-0.99804809616</c:v>
                </c:pt>
                <c:pt idx="152">
                  <c:v>-0.97903757256</c:v>
                </c:pt>
                <c:pt idx="153">
                  <c:v>-0.95901699437</c:v>
                </c:pt>
                <c:pt idx="154">
                  <c:v>-0.93801075361</c:v>
                </c:pt>
                <c:pt idx="155">
                  <c:v>-0.91604444312</c:v>
                </c:pt>
                <c:pt idx="156">
                  <c:v>-0.89314482548</c:v>
                </c:pt>
                <c:pt idx="157">
                  <c:v>-0.86933980034</c:v>
                </c:pt>
                <c:pt idx="158">
                  <c:v>-0.84465837046</c:v>
                </c:pt>
                <c:pt idx="159">
                  <c:v>-0.81913060636</c:v>
                </c:pt>
                <c:pt idx="160">
                  <c:v>-0.79278760969</c:v>
                </c:pt>
                <c:pt idx="161">
                  <c:v>-0.76566147533</c:v>
                </c:pt>
                <c:pt idx="162">
                  <c:v>-0.73778525229</c:v>
                </c:pt>
                <c:pt idx="163">
                  <c:v>-0.70919290347</c:v>
                </c:pt>
                <c:pt idx="164">
                  <c:v>-0.67991926423</c:v>
                </c:pt>
                <c:pt idx="165">
                  <c:v>-0.65</c:v>
                </c:pt>
                <c:pt idx="166">
                  <c:v>-0.61947156279</c:v>
                </c:pt>
                <c:pt idx="167">
                  <c:v>-0.58837114679</c:v>
                </c:pt>
                <c:pt idx="168">
                  <c:v>-0.55673664308</c:v>
                </c:pt>
                <c:pt idx="169">
                  <c:v>-0.52460659342</c:v>
                </c:pt>
                <c:pt idx="170">
                  <c:v>-0.49202014333</c:v>
                </c:pt>
                <c:pt idx="171">
                  <c:v>-0.45901699437</c:v>
                </c:pt>
                <c:pt idx="172">
                  <c:v>-0.42563735582</c:v>
                </c:pt>
                <c:pt idx="173">
                  <c:v>-0.3919218956</c:v>
                </c:pt>
                <c:pt idx="174">
                  <c:v>-0.35791169082</c:v>
                </c:pt>
                <c:pt idx="175">
                  <c:v>-0.32364817767</c:v>
                </c:pt>
                <c:pt idx="176">
                  <c:v>-0.28917310096</c:v>
                </c:pt>
                <c:pt idx="177">
                  <c:v>-0.25452846327</c:v>
                </c:pt>
                <c:pt idx="178">
                  <c:v>-0.21975647374</c:v>
                </c:pt>
                <c:pt idx="179">
                  <c:v>-0.1848994967</c:v>
                </c:pt>
                <c:pt idx="180">
                  <c:v>-0.15</c:v>
                </c:pt>
              </c:numCache>
            </c:numRef>
          </c:yVal>
        </c:ser>
        <c:ser>
          <c:idx val="4"/>
          <c:order val="4"/>
          <c:tx>
            <c:v>理想向量（ε=45°）</c:v>
          </c:tx>
          <c:spPr>
            <a:ln xmlns:a="http://schemas.openxmlformats.org/drawingml/2006/main" w="23813">
              <a:solidFill>
                <a:srgbClr val="949FAA"/>
              </a:solidFill>
              <a:prstDash val="solid"/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0.70710678119</c:v>
                </c:pt>
              </c:numCache>
            </c:numRef>
          </c:xVal>
          <c:yVal>
            <c:numRef>
              <c:f>'Chart Data'!$J$2:$J$3</c:f>
              <c:numCache>
                <c:formatCode>0.0</c:formatCode>
                <c:ptCount val="2"/>
                <c:pt idx="0">
                  <c:v>0</c:v>
                </c:pt>
                <c:pt idx="1">
                  <c:v>0.70710678119</c:v>
                </c:pt>
              </c:numCache>
            </c:numRef>
          </c:yVal>
        </c:ser>
        <c:ser>
          <c:idx val="5"/>
          <c:order val="5"/>
          <c:tx>
            <c:v>失真向量（ε=45°）</c:v>
          </c:tx>
          <c:spPr>
            <a:ln xmlns:a="http://schemas.openxmlformats.org/drawingml/2006/main" w="23813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0</c:v>
                </c:pt>
                <c:pt idx="1">
                  <c:v>0.95710678119</c:v>
                </c:pt>
              </c:numCache>
            </c:numRef>
          </c:xVal>
          <c:yVal>
            <c:numRef>
              <c:f>'Chart Data'!$L$2:$L$3</c:f>
              <c:numCache>
                <c:formatCode>0.0</c:formatCode>
                <c:ptCount val="2"/>
                <c:pt idx="0">
                  <c:v>0</c:v>
                </c:pt>
                <c:pt idx="1">
                  <c:v>0.55710678119</c:v>
                </c:pt>
              </c:numCache>
            </c:numRef>
          </c:yVal>
        </c:ser>
        <c:ser>
          <c:idx val="6"/>
          <c:order val="6"/>
          <c:tx>
            <c:v>理想端點</c:v>
          </c:tx>
          <c:spPr>
            <a:ln xmlns:a="http://schemas.openxmlformats.org/drawingml/2006/main" w="0">
              <a:solidFill>
                <a:srgbClr val="949FAA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949FAA"/>
              </a:solidFill>
            </c:spPr>
          </c:marker>
          <c:xVal>
            <c:numRef>
              <c:f>'Chart Data'!$M$2:$M$2</c:f>
              <c:numCache>
                <c:formatCode>General</c:formatCode>
                <c:ptCount val="1"/>
                <c:pt idx="0">
                  <c:v>0.70710678119</c:v>
                </c:pt>
              </c:numCache>
            </c:numRef>
          </c:xVal>
          <c:yVal>
            <c:numRef>
              <c:f>'Chart Data'!$N$2:$N$2</c:f>
              <c:numCache>
                <c:formatCode>0.0</c:formatCode>
                <c:ptCount val="1"/>
                <c:pt idx="0">
                  <c:v>0.70710678119</c:v>
                </c:pt>
              </c:numCache>
            </c:numRef>
          </c:yVal>
        </c:ser>
        <c:ser>
          <c:idx val="7"/>
          <c:order val="7"/>
          <c:tx>
            <c:v>失真端點</c:v>
          </c:tx>
          <c:spPr>
            <a:ln xmlns:a="http://schemas.openxmlformats.org/drawingml/2006/main" w="0">
              <a:solidFill>
                <a:srgbClr val="315B8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315B80"/>
              </a:solidFill>
            </c:spPr>
          </c:marker>
          <c:xVal>
            <c:numRef>
              <c:f>'Chart Data'!$O$2:$O$2</c:f>
              <c:numCache>
                <c:formatCode>General</c:formatCode>
                <c:ptCount val="1"/>
                <c:pt idx="0">
                  <c:v>0.95710678119</c:v>
                </c:pt>
              </c:numCache>
            </c:numRef>
          </c:xVal>
          <c:yVal>
            <c:numRef>
              <c:f>'Chart Data'!$P$2:$P$2</c:f>
              <c:numCache>
                <c:formatCode>0.0</c:formatCode>
                <c:ptCount val="1"/>
                <c:pt idx="0">
                  <c:v>0.55710678119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1"/>
        <c:axPos val="l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</c:valAx>
      <c:valAx>
        <c:axId val="48650112"/>
        <c:scaling>
          <c:orientation val="minMax"/>
          <c:max val="1.5"/>
          <c:min val="-1.5"/>
        </c:scaling>
        <c:delete val="1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水平軸</c:v>
          </c:tx>
          <c:spPr>
            <a:ln xmlns:a="http://schemas.openxmlformats.org/drawingml/2006/main" w="9525">
              <a:solidFill>
                <a:srgbClr val="C3CAD2"/>
              </a:solidFill>
              <a:prstDash val="solid"/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-1.5</c:v>
                </c:pt>
                <c:pt idx="1">
                  <c:v>1.5</c:v>
                </c:pt>
              </c:numCache>
            </c:numRef>
          </c:xVal>
          <c:yVal>
            <c:numRef>
              <c:f>'Chart Data'!$B$2:$B$3</c:f>
              <c:numCache>
                <c:formatCode>0.0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1"/>
          <c:order val="1"/>
          <c:tx>
            <c:v>垂直軸</c:v>
          </c:tx>
          <c:spPr>
            <a:ln xmlns:a="http://schemas.openxmlformats.org/drawingml/2006/main" w="9525">
              <a:solidFill>
                <a:srgbClr val="C3CAD2"/>
              </a:solidFill>
              <a:prstDash val="solid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Data'!$D$2:$D$3</c:f>
              <c:numCache>
                <c:formatCode>0.0</c:formatCode>
                <c:ptCount val="2"/>
                <c:pt idx="0">
                  <c:v>-1.5</c:v>
                </c:pt>
                <c:pt idx="1">
                  <c:v>1.5</c:v>
                </c:pt>
              </c:numCache>
            </c:numRef>
          </c:yVal>
        </c:ser>
        <c:ser>
          <c:idx val="2"/>
          <c:order val="2"/>
          <c:tx>
            <c:v>理想單位圓</c:v>
          </c:tx>
          <c:spPr>
            <a:ln xmlns:a="http://schemas.openxmlformats.org/drawingml/2006/main" w="20955">
              <a:solidFill>
                <a:srgbClr val="949FAA"/>
              </a:solidFill>
              <a:prstDash val="solid"/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1</c:v>
                </c:pt>
                <c:pt idx="1">
                  <c:v>0.99939082702</c:v>
                </c:pt>
                <c:pt idx="2">
                  <c:v>0.99756405026</c:v>
                </c:pt>
                <c:pt idx="3">
                  <c:v>0.99452189537</c:v>
                </c:pt>
                <c:pt idx="4">
                  <c:v>0.99026806874</c:v>
                </c:pt>
                <c:pt idx="5">
                  <c:v>0.98480775301</c:v>
                </c:pt>
                <c:pt idx="6">
                  <c:v>0.97814760073</c:v>
                </c:pt>
                <c:pt idx="7">
                  <c:v>0.97029572628</c:v>
                </c:pt>
                <c:pt idx="8">
                  <c:v>0.96126169594</c:v>
                </c:pt>
                <c:pt idx="9">
                  <c:v>0.9510565163</c:v>
                </c:pt>
                <c:pt idx="10">
                  <c:v>0.93969262079</c:v>
                </c:pt>
                <c:pt idx="11">
                  <c:v>0.92718385457</c:v>
                </c:pt>
                <c:pt idx="12">
                  <c:v>0.91354545764</c:v>
                </c:pt>
                <c:pt idx="13">
                  <c:v>0.8987940463</c:v>
                </c:pt>
                <c:pt idx="14">
                  <c:v>0.88294759286</c:v>
                </c:pt>
                <c:pt idx="15">
                  <c:v>0.86602540378</c:v>
                </c:pt>
                <c:pt idx="16">
                  <c:v>0.84804809616</c:v>
                </c:pt>
                <c:pt idx="17">
                  <c:v>0.82903757256</c:v>
                </c:pt>
                <c:pt idx="18">
                  <c:v>0.80901699437</c:v>
                </c:pt>
                <c:pt idx="19">
                  <c:v>0.78801075361</c:v>
                </c:pt>
                <c:pt idx="20">
                  <c:v>0.76604444312</c:v>
                </c:pt>
                <c:pt idx="21">
                  <c:v>0.74314482548</c:v>
                </c:pt>
                <c:pt idx="22">
                  <c:v>0.71933980034</c:v>
                </c:pt>
                <c:pt idx="23">
                  <c:v>0.69465837046</c:v>
                </c:pt>
                <c:pt idx="24">
                  <c:v>0.66913060636</c:v>
                </c:pt>
                <c:pt idx="25">
                  <c:v>0.64278760969</c:v>
                </c:pt>
                <c:pt idx="26">
                  <c:v>0.61566147533</c:v>
                </c:pt>
                <c:pt idx="27">
                  <c:v>0.58778525229</c:v>
                </c:pt>
                <c:pt idx="28">
                  <c:v>0.55919290347</c:v>
                </c:pt>
                <c:pt idx="29">
                  <c:v>0.52991926423</c:v>
                </c:pt>
                <c:pt idx="30">
                  <c:v>0.5</c:v>
                </c:pt>
                <c:pt idx="31">
                  <c:v>0.46947156279</c:v>
                </c:pt>
                <c:pt idx="32">
                  <c:v>0.43837114679</c:v>
                </c:pt>
                <c:pt idx="33">
                  <c:v>0.40673664308</c:v>
                </c:pt>
                <c:pt idx="34">
                  <c:v>0.37460659342</c:v>
                </c:pt>
                <c:pt idx="35">
                  <c:v>0.34202014333</c:v>
                </c:pt>
                <c:pt idx="36">
                  <c:v>0.30901699437</c:v>
                </c:pt>
                <c:pt idx="37">
                  <c:v>0.27563735582</c:v>
                </c:pt>
                <c:pt idx="38">
                  <c:v>0.2419218956</c:v>
                </c:pt>
                <c:pt idx="39">
                  <c:v>0.20791169082</c:v>
                </c:pt>
                <c:pt idx="40">
                  <c:v>0.17364817767</c:v>
                </c:pt>
                <c:pt idx="41">
                  <c:v>0.13917310096</c:v>
                </c:pt>
                <c:pt idx="42">
                  <c:v>0.10452846327</c:v>
                </c:pt>
                <c:pt idx="43">
                  <c:v>0.069756473744</c:v>
                </c:pt>
                <c:pt idx="44">
                  <c:v>0.034899496703</c:v>
                </c:pt>
                <c:pt idx="45">
                  <c:v>0</c:v>
                </c:pt>
                <c:pt idx="46">
                  <c:v>-0.034899496703</c:v>
                </c:pt>
                <c:pt idx="47">
                  <c:v>-0.069756473744</c:v>
                </c:pt>
                <c:pt idx="48">
                  <c:v>-0.10452846327</c:v>
                </c:pt>
                <c:pt idx="49">
                  <c:v>-0.13917310096</c:v>
                </c:pt>
                <c:pt idx="50">
                  <c:v>-0.17364817767</c:v>
                </c:pt>
                <c:pt idx="51">
                  <c:v>-0.20791169082</c:v>
                </c:pt>
                <c:pt idx="52">
                  <c:v>-0.2419218956</c:v>
                </c:pt>
                <c:pt idx="53">
                  <c:v>-0.27563735582</c:v>
                </c:pt>
                <c:pt idx="54">
                  <c:v>-0.30901699437</c:v>
                </c:pt>
                <c:pt idx="55">
                  <c:v>-0.34202014333</c:v>
                </c:pt>
                <c:pt idx="56">
                  <c:v>-0.37460659342</c:v>
                </c:pt>
                <c:pt idx="57">
                  <c:v>-0.40673664308</c:v>
                </c:pt>
                <c:pt idx="58">
                  <c:v>-0.43837114679</c:v>
                </c:pt>
                <c:pt idx="59">
                  <c:v>-0.46947156279</c:v>
                </c:pt>
                <c:pt idx="60">
                  <c:v>-0.5</c:v>
                </c:pt>
                <c:pt idx="61">
                  <c:v>-0.52991926423</c:v>
                </c:pt>
                <c:pt idx="62">
                  <c:v>-0.55919290347</c:v>
                </c:pt>
                <c:pt idx="63">
                  <c:v>-0.58778525229</c:v>
                </c:pt>
                <c:pt idx="64">
                  <c:v>-0.61566147533</c:v>
                </c:pt>
                <c:pt idx="65">
                  <c:v>-0.64278760969</c:v>
                </c:pt>
                <c:pt idx="66">
                  <c:v>-0.66913060636</c:v>
                </c:pt>
                <c:pt idx="67">
                  <c:v>-0.69465837046</c:v>
                </c:pt>
                <c:pt idx="68">
                  <c:v>-0.71933980034</c:v>
                </c:pt>
                <c:pt idx="69">
                  <c:v>-0.74314482548</c:v>
                </c:pt>
                <c:pt idx="70">
                  <c:v>-0.76604444312</c:v>
                </c:pt>
                <c:pt idx="71">
                  <c:v>-0.78801075361</c:v>
                </c:pt>
                <c:pt idx="72">
                  <c:v>-0.80901699437</c:v>
                </c:pt>
                <c:pt idx="73">
                  <c:v>-0.82903757256</c:v>
                </c:pt>
                <c:pt idx="74">
                  <c:v>-0.84804809616</c:v>
                </c:pt>
                <c:pt idx="75">
                  <c:v>-0.86602540378</c:v>
                </c:pt>
                <c:pt idx="76">
                  <c:v>-0.88294759286</c:v>
                </c:pt>
                <c:pt idx="77">
                  <c:v>-0.8987940463</c:v>
                </c:pt>
                <c:pt idx="78">
                  <c:v>-0.91354545764</c:v>
                </c:pt>
                <c:pt idx="79">
                  <c:v>-0.92718385457</c:v>
                </c:pt>
                <c:pt idx="80">
                  <c:v>-0.93969262079</c:v>
                </c:pt>
                <c:pt idx="81">
                  <c:v>-0.9510565163</c:v>
                </c:pt>
                <c:pt idx="82">
                  <c:v>-0.96126169594</c:v>
                </c:pt>
                <c:pt idx="83">
                  <c:v>-0.97029572628</c:v>
                </c:pt>
                <c:pt idx="84">
                  <c:v>-0.97814760073</c:v>
                </c:pt>
                <c:pt idx="85">
                  <c:v>-0.98480775301</c:v>
                </c:pt>
                <c:pt idx="86">
                  <c:v>-0.99026806874</c:v>
                </c:pt>
                <c:pt idx="87">
                  <c:v>-0.99452189537</c:v>
                </c:pt>
                <c:pt idx="88">
                  <c:v>-0.99756405026</c:v>
                </c:pt>
                <c:pt idx="89">
                  <c:v>-0.99939082702</c:v>
                </c:pt>
                <c:pt idx="90">
                  <c:v>-1</c:v>
                </c:pt>
                <c:pt idx="91">
                  <c:v>-0.99939082702</c:v>
                </c:pt>
                <c:pt idx="92">
                  <c:v>-0.99756405026</c:v>
                </c:pt>
                <c:pt idx="93">
                  <c:v>-0.99452189537</c:v>
                </c:pt>
                <c:pt idx="94">
                  <c:v>-0.99026806874</c:v>
                </c:pt>
                <c:pt idx="95">
                  <c:v>-0.98480775301</c:v>
                </c:pt>
                <c:pt idx="96">
                  <c:v>-0.97814760073</c:v>
                </c:pt>
                <c:pt idx="97">
                  <c:v>-0.97029572628</c:v>
                </c:pt>
                <c:pt idx="98">
                  <c:v>-0.96126169594</c:v>
                </c:pt>
                <c:pt idx="99">
                  <c:v>-0.9510565163</c:v>
                </c:pt>
                <c:pt idx="100">
                  <c:v>-0.93969262079</c:v>
                </c:pt>
                <c:pt idx="101">
                  <c:v>-0.92718385457</c:v>
                </c:pt>
                <c:pt idx="102">
                  <c:v>-0.91354545764</c:v>
                </c:pt>
                <c:pt idx="103">
                  <c:v>-0.8987940463</c:v>
                </c:pt>
                <c:pt idx="104">
                  <c:v>-0.88294759286</c:v>
                </c:pt>
                <c:pt idx="105">
                  <c:v>-0.86602540378</c:v>
                </c:pt>
                <c:pt idx="106">
                  <c:v>-0.84804809616</c:v>
                </c:pt>
                <c:pt idx="107">
                  <c:v>-0.82903757256</c:v>
                </c:pt>
                <c:pt idx="108">
                  <c:v>-0.80901699437</c:v>
                </c:pt>
                <c:pt idx="109">
                  <c:v>-0.78801075361</c:v>
                </c:pt>
                <c:pt idx="110">
                  <c:v>-0.76604444312</c:v>
                </c:pt>
                <c:pt idx="111">
                  <c:v>-0.74314482548</c:v>
                </c:pt>
                <c:pt idx="112">
                  <c:v>-0.71933980034</c:v>
                </c:pt>
                <c:pt idx="113">
                  <c:v>-0.69465837046</c:v>
                </c:pt>
                <c:pt idx="114">
                  <c:v>-0.66913060636</c:v>
                </c:pt>
                <c:pt idx="115">
                  <c:v>-0.64278760969</c:v>
                </c:pt>
                <c:pt idx="116">
                  <c:v>-0.61566147533</c:v>
                </c:pt>
                <c:pt idx="117">
                  <c:v>-0.58778525229</c:v>
                </c:pt>
                <c:pt idx="118">
                  <c:v>-0.55919290347</c:v>
                </c:pt>
                <c:pt idx="119">
                  <c:v>-0.52991926423</c:v>
                </c:pt>
                <c:pt idx="120">
                  <c:v>-0.5</c:v>
                </c:pt>
                <c:pt idx="121">
                  <c:v>-0.46947156279</c:v>
                </c:pt>
                <c:pt idx="122">
                  <c:v>-0.43837114679</c:v>
                </c:pt>
                <c:pt idx="123">
                  <c:v>-0.40673664308</c:v>
                </c:pt>
                <c:pt idx="124">
                  <c:v>-0.37460659342</c:v>
                </c:pt>
                <c:pt idx="125">
                  <c:v>-0.34202014333</c:v>
                </c:pt>
                <c:pt idx="126">
                  <c:v>-0.30901699437</c:v>
                </c:pt>
                <c:pt idx="127">
                  <c:v>-0.27563735582</c:v>
                </c:pt>
                <c:pt idx="128">
                  <c:v>-0.2419218956</c:v>
                </c:pt>
                <c:pt idx="129">
                  <c:v>-0.20791169082</c:v>
                </c:pt>
                <c:pt idx="130">
                  <c:v>-0.17364817767</c:v>
                </c:pt>
                <c:pt idx="131">
                  <c:v>-0.13917310096</c:v>
                </c:pt>
                <c:pt idx="132">
                  <c:v>-0.10452846327</c:v>
                </c:pt>
                <c:pt idx="133">
                  <c:v>-0.069756473744</c:v>
                </c:pt>
                <c:pt idx="134">
                  <c:v>-0.034899496703</c:v>
                </c:pt>
                <c:pt idx="135">
                  <c:v>0</c:v>
                </c:pt>
                <c:pt idx="136">
                  <c:v>0.034899496703</c:v>
                </c:pt>
                <c:pt idx="137">
                  <c:v>0.069756473744</c:v>
                </c:pt>
                <c:pt idx="138">
                  <c:v>0.10452846327</c:v>
                </c:pt>
                <c:pt idx="139">
                  <c:v>0.13917310096</c:v>
                </c:pt>
                <c:pt idx="140">
                  <c:v>0.17364817767</c:v>
                </c:pt>
                <c:pt idx="141">
                  <c:v>0.20791169082</c:v>
                </c:pt>
                <c:pt idx="142">
                  <c:v>0.2419218956</c:v>
                </c:pt>
                <c:pt idx="143">
                  <c:v>0.27563735582</c:v>
                </c:pt>
                <c:pt idx="144">
                  <c:v>0.30901699437</c:v>
                </c:pt>
                <c:pt idx="145">
                  <c:v>0.34202014333</c:v>
                </c:pt>
                <c:pt idx="146">
                  <c:v>0.37460659342</c:v>
                </c:pt>
                <c:pt idx="147">
                  <c:v>0.40673664308</c:v>
                </c:pt>
                <c:pt idx="148">
                  <c:v>0.43837114679</c:v>
                </c:pt>
                <c:pt idx="149">
                  <c:v>0.46947156279</c:v>
                </c:pt>
                <c:pt idx="150">
                  <c:v>0.5</c:v>
                </c:pt>
                <c:pt idx="151">
                  <c:v>0.52991926423</c:v>
                </c:pt>
                <c:pt idx="152">
                  <c:v>0.55919290347</c:v>
                </c:pt>
                <c:pt idx="153">
                  <c:v>0.58778525229</c:v>
                </c:pt>
                <c:pt idx="154">
                  <c:v>0.61566147533</c:v>
                </c:pt>
                <c:pt idx="155">
                  <c:v>0.64278760969</c:v>
                </c:pt>
                <c:pt idx="156">
                  <c:v>0.66913060636</c:v>
                </c:pt>
                <c:pt idx="157">
                  <c:v>0.69465837046</c:v>
                </c:pt>
                <c:pt idx="158">
                  <c:v>0.71933980034</c:v>
                </c:pt>
                <c:pt idx="159">
                  <c:v>0.74314482548</c:v>
                </c:pt>
                <c:pt idx="160">
                  <c:v>0.76604444312</c:v>
                </c:pt>
                <c:pt idx="161">
                  <c:v>0.78801075361</c:v>
                </c:pt>
                <c:pt idx="162">
                  <c:v>0.80901699437</c:v>
                </c:pt>
                <c:pt idx="163">
                  <c:v>0.82903757256</c:v>
                </c:pt>
                <c:pt idx="164">
                  <c:v>0.84804809616</c:v>
                </c:pt>
                <c:pt idx="165">
                  <c:v>0.86602540378</c:v>
                </c:pt>
                <c:pt idx="166">
                  <c:v>0.88294759286</c:v>
                </c:pt>
                <c:pt idx="167">
                  <c:v>0.8987940463</c:v>
                </c:pt>
                <c:pt idx="168">
                  <c:v>0.91354545764</c:v>
                </c:pt>
                <c:pt idx="169">
                  <c:v>0.92718385457</c:v>
                </c:pt>
                <c:pt idx="170">
                  <c:v>0.93969262079</c:v>
                </c:pt>
                <c:pt idx="171">
                  <c:v>0.9510565163</c:v>
                </c:pt>
                <c:pt idx="172">
                  <c:v>0.96126169594</c:v>
                </c:pt>
                <c:pt idx="173">
                  <c:v>0.97029572628</c:v>
                </c:pt>
                <c:pt idx="174">
                  <c:v>0.97814760073</c:v>
                </c:pt>
                <c:pt idx="175">
                  <c:v>0.98480775301</c:v>
                </c:pt>
                <c:pt idx="176">
                  <c:v>0.99026806874</c:v>
                </c:pt>
                <c:pt idx="177">
                  <c:v>0.99452189537</c:v>
                </c:pt>
                <c:pt idx="178">
                  <c:v>0.99756405026</c:v>
                </c:pt>
                <c:pt idx="179">
                  <c:v>0.99939082702</c:v>
                </c:pt>
                <c:pt idx="180">
                  <c:v>1</c:v>
                </c:pt>
              </c:numCache>
            </c:numRef>
          </c:xVal>
          <c:yVal>
            <c:numRef>
              <c:f>'Chart Data'!$F$2:$F$182</c:f>
              <c:numCache>
                <c:formatCode>0.0</c:formatCode>
                <c:ptCount val="181"/>
                <c:pt idx="0">
                  <c:v>0</c:v>
                </c:pt>
                <c:pt idx="1">
                  <c:v>0.034899496703</c:v>
                </c:pt>
                <c:pt idx="2">
                  <c:v>0.069756473744</c:v>
                </c:pt>
                <c:pt idx="3">
                  <c:v>0.10452846327</c:v>
                </c:pt>
                <c:pt idx="4">
                  <c:v>0.13917310096</c:v>
                </c:pt>
                <c:pt idx="5">
                  <c:v>0.17364817767</c:v>
                </c:pt>
                <c:pt idx="6">
                  <c:v>0.20791169082</c:v>
                </c:pt>
                <c:pt idx="7">
                  <c:v>0.2419218956</c:v>
                </c:pt>
                <c:pt idx="8">
                  <c:v>0.27563735582</c:v>
                </c:pt>
                <c:pt idx="9">
                  <c:v>0.30901699437</c:v>
                </c:pt>
                <c:pt idx="10">
                  <c:v>0.34202014333</c:v>
                </c:pt>
                <c:pt idx="11">
                  <c:v>0.37460659342</c:v>
                </c:pt>
                <c:pt idx="12">
                  <c:v>0.40673664308</c:v>
                </c:pt>
                <c:pt idx="13">
                  <c:v>0.43837114679</c:v>
                </c:pt>
                <c:pt idx="14">
                  <c:v>0.46947156279</c:v>
                </c:pt>
                <c:pt idx="15">
                  <c:v>0.5</c:v>
                </c:pt>
                <c:pt idx="16">
                  <c:v>0.52991926423</c:v>
                </c:pt>
                <c:pt idx="17">
                  <c:v>0.55919290347</c:v>
                </c:pt>
                <c:pt idx="18">
                  <c:v>0.58778525229</c:v>
                </c:pt>
                <c:pt idx="19">
                  <c:v>0.61566147533</c:v>
                </c:pt>
                <c:pt idx="20">
                  <c:v>0.64278760969</c:v>
                </c:pt>
                <c:pt idx="21">
                  <c:v>0.66913060636</c:v>
                </c:pt>
                <c:pt idx="22">
                  <c:v>0.69465837046</c:v>
                </c:pt>
                <c:pt idx="23">
                  <c:v>0.71933980034</c:v>
                </c:pt>
                <c:pt idx="24">
                  <c:v>0.74314482548</c:v>
                </c:pt>
                <c:pt idx="25">
                  <c:v>0.76604444312</c:v>
                </c:pt>
                <c:pt idx="26">
                  <c:v>0.78801075361</c:v>
                </c:pt>
                <c:pt idx="27">
                  <c:v>0.80901699437</c:v>
                </c:pt>
                <c:pt idx="28">
                  <c:v>0.82903757256</c:v>
                </c:pt>
                <c:pt idx="29">
                  <c:v>0.84804809616</c:v>
                </c:pt>
                <c:pt idx="30">
                  <c:v>0.86602540378</c:v>
                </c:pt>
                <c:pt idx="31">
                  <c:v>0.88294759286</c:v>
                </c:pt>
                <c:pt idx="32">
                  <c:v>0.8987940463</c:v>
                </c:pt>
                <c:pt idx="33">
                  <c:v>0.91354545764</c:v>
                </c:pt>
                <c:pt idx="34">
                  <c:v>0.92718385457</c:v>
                </c:pt>
                <c:pt idx="35">
                  <c:v>0.93969262079</c:v>
                </c:pt>
                <c:pt idx="36">
                  <c:v>0.9510565163</c:v>
                </c:pt>
                <c:pt idx="37">
                  <c:v>0.96126169594</c:v>
                </c:pt>
                <c:pt idx="38">
                  <c:v>0.97029572628</c:v>
                </c:pt>
                <c:pt idx="39">
                  <c:v>0.97814760073</c:v>
                </c:pt>
                <c:pt idx="40">
                  <c:v>0.98480775301</c:v>
                </c:pt>
                <c:pt idx="41">
                  <c:v>0.99026806874</c:v>
                </c:pt>
                <c:pt idx="42">
                  <c:v>0.99452189537</c:v>
                </c:pt>
                <c:pt idx="43">
                  <c:v>0.99756405026</c:v>
                </c:pt>
                <c:pt idx="44">
                  <c:v>0.99939082702</c:v>
                </c:pt>
                <c:pt idx="45">
                  <c:v>1</c:v>
                </c:pt>
                <c:pt idx="46">
                  <c:v>0.99939082702</c:v>
                </c:pt>
                <c:pt idx="47">
                  <c:v>0.99756405026</c:v>
                </c:pt>
                <c:pt idx="48">
                  <c:v>0.99452189537</c:v>
                </c:pt>
                <c:pt idx="49">
                  <c:v>0.99026806874</c:v>
                </c:pt>
                <c:pt idx="50">
                  <c:v>0.98480775301</c:v>
                </c:pt>
                <c:pt idx="51">
                  <c:v>0.97814760073</c:v>
                </c:pt>
                <c:pt idx="52">
                  <c:v>0.97029572628</c:v>
                </c:pt>
                <c:pt idx="53">
                  <c:v>0.96126169594</c:v>
                </c:pt>
                <c:pt idx="54">
                  <c:v>0.9510565163</c:v>
                </c:pt>
                <c:pt idx="55">
                  <c:v>0.93969262079</c:v>
                </c:pt>
                <c:pt idx="56">
                  <c:v>0.92718385457</c:v>
                </c:pt>
                <c:pt idx="57">
                  <c:v>0.91354545764</c:v>
                </c:pt>
                <c:pt idx="58">
                  <c:v>0.8987940463</c:v>
                </c:pt>
                <c:pt idx="59">
                  <c:v>0.88294759286</c:v>
                </c:pt>
                <c:pt idx="60">
                  <c:v>0.86602540378</c:v>
                </c:pt>
                <c:pt idx="61">
                  <c:v>0.84804809616</c:v>
                </c:pt>
                <c:pt idx="62">
                  <c:v>0.82903757256</c:v>
                </c:pt>
                <c:pt idx="63">
                  <c:v>0.80901699437</c:v>
                </c:pt>
                <c:pt idx="64">
                  <c:v>0.78801075361</c:v>
                </c:pt>
                <c:pt idx="65">
                  <c:v>0.76604444312</c:v>
                </c:pt>
                <c:pt idx="66">
                  <c:v>0.74314482548</c:v>
                </c:pt>
                <c:pt idx="67">
                  <c:v>0.71933980034</c:v>
                </c:pt>
                <c:pt idx="68">
                  <c:v>0.69465837046</c:v>
                </c:pt>
                <c:pt idx="69">
                  <c:v>0.66913060636</c:v>
                </c:pt>
                <c:pt idx="70">
                  <c:v>0.64278760969</c:v>
                </c:pt>
                <c:pt idx="71">
                  <c:v>0.61566147533</c:v>
                </c:pt>
                <c:pt idx="72">
                  <c:v>0.58778525229</c:v>
                </c:pt>
                <c:pt idx="73">
                  <c:v>0.55919290347</c:v>
                </c:pt>
                <c:pt idx="74">
                  <c:v>0.52991926423</c:v>
                </c:pt>
                <c:pt idx="75">
                  <c:v>0.5</c:v>
                </c:pt>
                <c:pt idx="76">
                  <c:v>0.46947156279</c:v>
                </c:pt>
                <c:pt idx="77">
                  <c:v>0.43837114679</c:v>
                </c:pt>
                <c:pt idx="78">
                  <c:v>0.40673664308</c:v>
                </c:pt>
                <c:pt idx="79">
                  <c:v>0.37460659342</c:v>
                </c:pt>
                <c:pt idx="80">
                  <c:v>0.34202014333</c:v>
                </c:pt>
                <c:pt idx="81">
                  <c:v>0.30901699437</c:v>
                </c:pt>
                <c:pt idx="82">
                  <c:v>0.27563735582</c:v>
                </c:pt>
                <c:pt idx="83">
                  <c:v>0.2419218956</c:v>
                </c:pt>
                <c:pt idx="84">
                  <c:v>0.20791169082</c:v>
                </c:pt>
                <c:pt idx="85">
                  <c:v>0.17364817767</c:v>
                </c:pt>
                <c:pt idx="86">
                  <c:v>0.13917310096</c:v>
                </c:pt>
                <c:pt idx="87">
                  <c:v>0.10452846327</c:v>
                </c:pt>
                <c:pt idx="88">
                  <c:v>0.069756473744</c:v>
                </c:pt>
                <c:pt idx="89">
                  <c:v>0.034899496703</c:v>
                </c:pt>
                <c:pt idx="90">
                  <c:v>0</c:v>
                </c:pt>
                <c:pt idx="91">
                  <c:v>-0.034899496703</c:v>
                </c:pt>
                <c:pt idx="92">
                  <c:v>-0.069756473744</c:v>
                </c:pt>
                <c:pt idx="93">
                  <c:v>-0.10452846327</c:v>
                </c:pt>
                <c:pt idx="94">
                  <c:v>-0.13917310096</c:v>
                </c:pt>
                <c:pt idx="95">
                  <c:v>-0.17364817767</c:v>
                </c:pt>
                <c:pt idx="96">
                  <c:v>-0.20791169082</c:v>
                </c:pt>
                <c:pt idx="97">
                  <c:v>-0.2419218956</c:v>
                </c:pt>
                <c:pt idx="98">
                  <c:v>-0.27563735582</c:v>
                </c:pt>
                <c:pt idx="99">
                  <c:v>-0.30901699437</c:v>
                </c:pt>
                <c:pt idx="100">
                  <c:v>-0.34202014333</c:v>
                </c:pt>
                <c:pt idx="101">
                  <c:v>-0.37460659342</c:v>
                </c:pt>
                <c:pt idx="102">
                  <c:v>-0.40673664308</c:v>
                </c:pt>
                <c:pt idx="103">
                  <c:v>-0.43837114679</c:v>
                </c:pt>
                <c:pt idx="104">
                  <c:v>-0.46947156279</c:v>
                </c:pt>
                <c:pt idx="105">
                  <c:v>-0.5</c:v>
                </c:pt>
                <c:pt idx="106">
                  <c:v>-0.52991926423</c:v>
                </c:pt>
                <c:pt idx="107">
                  <c:v>-0.55919290347</c:v>
                </c:pt>
                <c:pt idx="108">
                  <c:v>-0.58778525229</c:v>
                </c:pt>
                <c:pt idx="109">
                  <c:v>-0.61566147533</c:v>
                </c:pt>
                <c:pt idx="110">
                  <c:v>-0.64278760969</c:v>
                </c:pt>
                <c:pt idx="111">
                  <c:v>-0.66913060636</c:v>
                </c:pt>
                <c:pt idx="112">
                  <c:v>-0.69465837046</c:v>
                </c:pt>
                <c:pt idx="113">
                  <c:v>-0.71933980034</c:v>
                </c:pt>
                <c:pt idx="114">
                  <c:v>-0.74314482548</c:v>
                </c:pt>
                <c:pt idx="115">
                  <c:v>-0.76604444312</c:v>
                </c:pt>
                <c:pt idx="116">
                  <c:v>-0.78801075361</c:v>
                </c:pt>
                <c:pt idx="117">
                  <c:v>-0.80901699437</c:v>
                </c:pt>
                <c:pt idx="118">
                  <c:v>-0.82903757256</c:v>
                </c:pt>
                <c:pt idx="119">
                  <c:v>-0.84804809616</c:v>
                </c:pt>
                <c:pt idx="120">
                  <c:v>-0.86602540378</c:v>
                </c:pt>
                <c:pt idx="121">
                  <c:v>-0.88294759286</c:v>
                </c:pt>
                <c:pt idx="122">
                  <c:v>-0.8987940463</c:v>
                </c:pt>
                <c:pt idx="123">
                  <c:v>-0.91354545764</c:v>
                </c:pt>
                <c:pt idx="124">
                  <c:v>-0.92718385457</c:v>
                </c:pt>
                <c:pt idx="125">
                  <c:v>-0.93969262079</c:v>
                </c:pt>
                <c:pt idx="126">
                  <c:v>-0.9510565163</c:v>
                </c:pt>
                <c:pt idx="127">
                  <c:v>-0.96126169594</c:v>
                </c:pt>
                <c:pt idx="128">
                  <c:v>-0.97029572628</c:v>
                </c:pt>
                <c:pt idx="129">
                  <c:v>-0.97814760073</c:v>
                </c:pt>
                <c:pt idx="130">
                  <c:v>-0.98480775301</c:v>
                </c:pt>
                <c:pt idx="131">
                  <c:v>-0.99026806874</c:v>
                </c:pt>
                <c:pt idx="132">
                  <c:v>-0.99452189537</c:v>
                </c:pt>
                <c:pt idx="133">
                  <c:v>-0.99756405026</c:v>
                </c:pt>
                <c:pt idx="134">
                  <c:v>-0.99939082702</c:v>
                </c:pt>
                <c:pt idx="135">
                  <c:v>-1</c:v>
                </c:pt>
                <c:pt idx="136">
                  <c:v>-0.99939082702</c:v>
                </c:pt>
                <c:pt idx="137">
                  <c:v>-0.99756405026</c:v>
                </c:pt>
                <c:pt idx="138">
                  <c:v>-0.99452189537</c:v>
                </c:pt>
                <c:pt idx="139">
                  <c:v>-0.99026806874</c:v>
                </c:pt>
                <c:pt idx="140">
                  <c:v>-0.98480775301</c:v>
                </c:pt>
                <c:pt idx="141">
                  <c:v>-0.97814760073</c:v>
                </c:pt>
                <c:pt idx="142">
                  <c:v>-0.97029572628</c:v>
                </c:pt>
                <c:pt idx="143">
                  <c:v>-0.96126169594</c:v>
                </c:pt>
                <c:pt idx="144">
                  <c:v>-0.9510565163</c:v>
                </c:pt>
                <c:pt idx="145">
                  <c:v>-0.93969262079</c:v>
                </c:pt>
                <c:pt idx="146">
                  <c:v>-0.92718385457</c:v>
                </c:pt>
                <c:pt idx="147">
                  <c:v>-0.91354545764</c:v>
                </c:pt>
                <c:pt idx="148">
                  <c:v>-0.8987940463</c:v>
                </c:pt>
                <c:pt idx="149">
                  <c:v>-0.88294759286</c:v>
                </c:pt>
                <c:pt idx="150">
                  <c:v>-0.86602540378</c:v>
                </c:pt>
                <c:pt idx="151">
                  <c:v>-0.84804809616</c:v>
                </c:pt>
                <c:pt idx="152">
                  <c:v>-0.82903757256</c:v>
                </c:pt>
                <c:pt idx="153">
                  <c:v>-0.80901699437</c:v>
                </c:pt>
                <c:pt idx="154">
                  <c:v>-0.78801075361</c:v>
                </c:pt>
                <c:pt idx="155">
                  <c:v>-0.76604444312</c:v>
                </c:pt>
                <c:pt idx="156">
                  <c:v>-0.74314482548</c:v>
                </c:pt>
                <c:pt idx="157">
                  <c:v>-0.71933980034</c:v>
                </c:pt>
                <c:pt idx="158">
                  <c:v>-0.69465837046</c:v>
                </c:pt>
                <c:pt idx="159">
                  <c:v>-0.66913060636</c:v>
                </c:pt>
                <c:pt idx="160">
                  <c:v>-0.64278760969</c:v>
                </c:pt>
                <c:pt idx="161">
                  <c:v>-0.61566147533</c:v>
                </c:pt>
                <c:pt idx="162">
                  <c:v>-0.58778525229</c:v>
                </c:pt>
                <c:pt idx="163">
                  <c:v>-0.55919290347</c:v>
                </c:pt>
                <c:pt idx="164">
                  <c:v>-0.52991926423</c:v>
                </c:pt>
                <c:pt idx="165">
                  <c:v>-0.5</c:v>
                </c:pt>
                <c:pt idx="166">
                  <c:v>-0.46947156279</c:v>
                </c:pt>
                <c:pt idx="167">
                  <c:v>-0.43837114679</c:v>
                </c:pt>
                <c:pt idx="168">
                  <c:v>-0.40673664308</c:v>
                </c:pt>
                <c:pt idx="169">
                  <c:v>-0.37460659342</c:v>
                </c:pt>
                <c:pt idx="170">
                  <c:v>-0.34202014333</c:v>
                </c:pt>
                <c:pt idx="171">
                  <c:v>-0.30901699437</c:v>
                </c:pt>
                <c:pt idx="172">
                  <c:v>-0.27563735582</c:v>
                </c:pt>
                <c:pt idx="173">
                  <c:v>-0.2419218956</c:v>
                </c:pt>
                <c:pt idx="174">
                  <c:v>-0.20791169082</c:v>
                </c:pt>
                <c:pt idx="175">
                  <c:v>-0.17364817767</c:v>
                </c:pt>
                <c:pt idx="176">
                  <c:v>-0.13917310096</c:v>
                </c:pt>
                <c:pt idx="177">
                  <c:v>-0.10452846327</c:v>
                </c:pt>
                <c:pt idx="178">
                  <c:v>-0.069756473744</c:v>
                </c:pt>
                <c:pt idx="179">
                  <c:v>-0.034899496703</c:v>
                </c:pt>
                <c:pt idx="180">
                  <c:v>0</c:v>
                </c:pt>
              </c:numCache>
            </c:numRef>
          </c:yVal>
        </c:ser>
        <c:ser>
          <c:idx val="3"/>
          <c:order val="3"/>
          <c:tx>
            <c:v>單一誤差軌跡</c:v>
          </c:tx>
          <c:spPr>
            <a:ln xmlns:a="http://schemas.openxmlformats.org/drawingml/2006/main" w="28575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1.2</c:v>
                </c:pt>
                <c:pt idx="1">
                  <c:v>1.1992689924</c:v>
                </c:pt>
                <c:pt idx="2">
                  <c:v>1.1970768603</c:v>
                </c:pt>
                <c:pt idx="3">
                  <c:v>1.1934262744</c:v>
                </c:pt>
                <c:pt idx="4">
                  <c:v>1.1883216825</c:v>
                </c:pt>
                <c:pt idx="5">
                  <c:v>1.1817693036</c:v>
                </c:pt>
                <c:pt idx="6">
                  <c:v>1.1737771209</c:v>
                </c:pt>
                <c:pt idx="7">
                  <c:v>1.1643548715</c:v>
                </c:pt>
                <c:pt idx="8">
                  <c:v>1.1535140351</c:v>
                </c:pt>
                <c:pt idx="9">
                  <c:v>1.1412678196</c:v>
                </c:pt>
                <c:pt idx="10">
                  <c:v>1.1276311449</c:v>
                </c:pt>
                <c:pt idx="11">
                  <c:v>1.1126206255</c:v>
                </c:pt>
                <c:pt idx="12">
                  <c:v>1.0962545492</c:v>
                </c:pt>
                <c:pt idx="13">
                  <c:v>1.0785528556</c:v>
                </c:pt>
                <c:pt idx="14">
                  <c:v>1.0595371114</c:v>
                </c:pt>
                <c:pt idx="15">
                  <c:v>1.0392304845</c:v>
                </c:pt>
                <c:pt idx="16">
                  <c:v>1.0176577154</c:v>
                </c:pt>
                <c:pt idx="17">
                  <c:v>0.99484508707</c:v>
                </c:pt>
                <c:pt idx="18">
                  <c:v>0.97082039325</c:v>
                </c:pt>
                <c:pt idx="19">
                  <c:v>0.94561290433</c:v>
                </c:pt>
                <c:pt idx="20">
                  <c:v>0.91925333174</c:v>
                </c:pt>
                <c:pt idx="21">
                  <c:v>0.89177379057</c:v>
                </c:pt>
                <c:pt idx="22">
                  <c:v>0.86320776041</c:v>
                </c:pt>
                <c:pt idx="23">
                  <c:v>0.83359004455</c:v>
                </c:pt>
                <c:pt idx="24">
                  <c:v>0.80295672763</c:v>
                </c:pt>
                <c:pt idx="25">
                  <c:v>0.77134513162</c:v>
                </c:pt>
                <c:pt idx="26">
                  <c:v>0.73879377039</c:v>
                </c:pt>
                <c:pt idx="27">
                  <c:v>0.70534230275</c:v>
                </c:pt>
                <c:pt idx="28">
                  <c:v>0.67103148416</c:v>
                </c:pt>
                <c:pt idx="29">
                  <c:v>0.63590311708</c:v>
                </c:pt>
                <c:pt idx="30">
                  <c:v>0.6</c:v>
                </c:pt>
                <c:pt idx="31">
                  <c:v>0.56336587534</c:v>
                </c:pt>
                <c:pt idx="32">
                  <c:v>0.52604537615</c:v>
                </c:pt>
                <c:pt idx="33">
                  <c:v>0.48808397169</c:v>
                </c:pt>
                <c:pt idx="34">
                  <c:v>0.4495279121</c:v>
                </c:pt>
                <c:pt idx="35">
                  <c:v>0.41042417199</c:v>
                </c:pt>
                <c:pt idx="36">
                  <c:v>0.37082039325</c:v>
                </c:pt>
                <c:pt idx="37">
                  <c:v>0.33076482698</c:v>
                </c:pt>
                <c:pt idx="38">
                  <c:v>0.29030627472</c:v>
                </c:pt>
                <c:pt idx="39">
                  <c:v>0.24949402898</c:v>
                </c:pt>
                <c:pt idx="40">
                  <c:v>0.2083778132</c:v>
                </c:pt>
                <c:pt idx="41">
                  <c:v>0.16700772115</c:v>
                </c:pt>
                <c:pt idx="42">
                  <c:v>0.12543415592</c:v>
                </c:pt>
                <c:pt idx="43">
                  <c:v>0.083707768493</c:v>
                </c:pt>
                <c:pt idx="44">
                  <c:v>0.041879396043</c:v>
                </c:pt>
                <c:pt idx="45">
                  <c:v>0</c:v>
                </c:pt>
                <c:pt idx="46">
                  <c:v>-0.041879396043</c:v>
                </c:pt>
                <c:pt idx="47">
                  <c:v>-0.083707768493</c:v>
                </c:pt>
                <c:pt idx="48">
                  <c:v>-0.12543415592</c:v>
                </c:pt>
                <c:pt idx="49">
                  <c:v>-0.16700772115</c:v>
                </c:pt>
                <c:pt idx="50">
                  <c:v>-0.2083778132</c:v>
                </c:pt>
                <c:pt idx="51">
                  <c:v>-0.24949402898</c:v>
                </c:pt>
                <c:pt idx="52">
                  <c:v>-0.29030627472</c:v>
                </c:pt>
                <c:pt idx="53">
                  <c:v>-0.33076482698</c:v>
                </c:pt>
                <c:pt idx="54">
                  <c:v>-0.37082039325</c:v>
                </c:pt>
                <c:pt idx="55">
                  <c:v>-0.41042417199</c:v>
                </c:pt>
                <c:pt idx="56">
                  <c:v>-0.4495279121</c:v>
                </c:pt>
                <c:pt idx="57">
                  <c:v>-0.48808397169</c:v>
                </c:pt>
                <c:pt idx="58">
                  <c:v>-0.52604537615</c:v>
                </c:pt>
                <c:pt idx="59">
                  <c:v>-0.56336587534</c:v>
                </c:pt>
                <c:pt idx="60">
                  <c:v>-0.6</c:v>
                </c:pt>
                <c:pt idx="61">
                  <c:v>-0.63590311708</c:v>
                </c:pt>
                <c:pt idx="62">
                  <c:v>-0.67103148416</c:v>
                </c:pt>
                <c:pt idx="63">
                  <c:v>-0.70534230275</c:v>
                </c:pt>
                <c:pt idx="64">
                  <c:v>-0.73879377039</c:v>
                </c:pt>
                <c:pt idx="65">
                  <c:v>-0.77134513162</c:v>
                </c:pt>
                <c:pt idx="66">
                  <c:v>-0.80295672763</c:v>
                </c:pt>
                <c:pt idx="67">
                  <c:v>-0.83359004455</c:v>
                </c:pt>
                <c:pt idx="68">
                  <c:v>-0.86320776041</c:v>
                </c:pt>
                <c:pt idx="69">
                  <c:v>-0.89177379057</c:v>
                </c:pt>
                <c:pt idx="70">
                  <c:v>-0.91925333174</c:v>
                </c:pt>
                <c:pt idx="71">
                  <c:v>-0.94561290433</c:v>
                </c:pt>
                <c:pt idx="72">
                  <c:v>-0.97082039325</c:v>
                </c:pt>
                <c:pt idx="73">
                  <c:v>-0.99484508707</c:v>
                </c:pt>
                <c:pt idx="74">
                  <c:v>-1.0176577154</c:v>
                </c:pt>
                <c:pt idx="75">
                  <c:v>-1.0392304845</c:v>
                </c:pt>
                <c:pt idx="76">
                  <c:v>-1.0595371114</c:v>
                </c:pt>
                <c:pt idx="77">
                  <c:v>-1.0785528556</c:v>
                </c:pt>
                <c:pt idx="78">
                  <c:v>-1.0962545492</c:v>
                </c:pt>
                <c:pt idx="79">
                  <c:v>-1.1126206255</c:v>
                </c:pt>
                <c:pt idx="80">
                  <c:v>-1.1276311449</c:v>
                </c:pt>
                <c:pt idx="81">
                  <c:v>-1.1412678196</c:v>
                </c:pt>
                <c:pt idx="82">
                  <c:v>-1.1535140351</c:v>
                </c:pt>
                <c:pt idx="83">
                  <c:v>-1.1643548715</c:v>
                </c:pt>
                <c:pt idx="84">
                  <c:v>-1.1737771209</c:v>
                </c:pt>
                <c:pt idx="85">
                  <c:v>-1.1817693036</c:v>
                </c:pt>
                <c:pt idx="86">
                  <c:v>-1.1883216825</c:v>
                </c:pt>
                <c:pt idx="87">
                  <c:v>-1.1934262744</c:v>
                </c:pt>
                <c:pt idx="88">
                  <c:v>-1.1970768603</c:v>
                </c:pt>
                <c:pt idx="89">
                  <c:v>-1.1992689924</c:v>
                </c:pt>
                <c:pt idx="90">
                  <c:v>-1.2</c:v>
                </c:pt>
                <c:pt idx="91">
                  <c:v>-1.1992689924</c:v>
                </c:pt>
                <c:pt idx="92">
                  <c:v>-1.1970768603</c:v>
                </c:pt>
                <c:pt idx="93">
                  <c:v>-1.1934262744</c:v>
                </c:pt>
                <c:pt idx="94">
                  <c:v>-1.1883216825</c:v>
                </c:pt>
                <c:pt idx="95">
                  <c:v>-1.1817693036</c:v>
                </c:pt>
                <c:pt idx="96">
                  <c:v>-1.1737771209</c:v>
                </c:pt>
                <c:pt idx="97">
                  <c:v>-1.1643548715</c:v>
                </c:pt>
                <c:pt idx="98">
                  <c:v>-1.1535140351</c:v>
                </c:pt>
                <c:pt idx="99">
                  <c:v>-1.1412678196</c:v>
                </c:pt>
                <c:pt idx="100">
                  <c:v>-1.1276311449</c:v>
                </c:pt>
                <c:pt idx="101">
                  <c:v>-1.1126206255</c:v>
                </c:pt>
                <c:pt idx="102">
                  <c:v>-1.0962545492</c:v>
                </c:pt>
                <c:pt idx="103">
                  <c:v>-1.0785528556</c:v>
                </c:pt>
                <c:pt idx="104">
                  <c:v>-1.0595371114</c:v>
                </c:pt>
                <c:pt idx="105">
                  <c:v>-1.0392304845</c:v>
                </c:pt>
                <c:pt idx="106">
                  <c:v>-1.0176577154</c:v>
                </c:pt>
                <c:pt idx="107">
                  <c:v>-0.99484508707</c:v>
                </c:pt>
                <c:pt idx="108">
                  <c:v>-0.97082039325</c:v>
                </c:pt>
                <c:pt idx="109">
                  <c:v>-0.94561290433</c:v>
                </c:pt>
                <c:pt idx="110">
                  <c:v>-0.91925333174</c:v>
                </c:pt>
                <c:pt idx="111">
                  <c:v>-0.89177379057</c:v>
                </c:pt>
                <c:pt idx="112">
                  <c:v>-0.86320776041</c:v>
                </c:pt>
                <c:pt idx="113">
                  <c:v>-0.83359004455</c:v>
                </c:pt>
                <c:pt idx="114">
                  <c:v>-0.80295672763</c:v>
                </c:pt>
                <c:pt idx="115">
                  <c:v>-0.77134513162</c:v>
                </c:pt>
                <c:pt idx="116">
                  <c:v>-0.73879377039</c:v>
                </c:pt>
                <c:pt idx="117">
                  <c:v>-0.70534230275</c:v>
                </c:pt>
                <c:pt idx="118">
                  <c:v>-0.67103148416</c:v>
                </c:pt>
                <c:pt idx="119">
                  <c:v>-0.63590311708</c:v>
                </c:pt>
                <c:pt idx="120">
                  <c:v>-0.6</c:v>
                </c:pt>
                <c:pt idx="121">
                  <c:v>-0.56336587534</c:v>
                </c:pt>
                <c:pt idx="122">
                  <c:v>-0.52604537615</c:v>
                </c:pt>
                <c:pt idx="123">
                  <c:v>-0.48808397169</c:v>
                </c:pt>
                <c:pt idx="124">
                  <c:v>-0.4495279121</c:v>
                </c:pt>
                <c:pt idx="125">
                  <c:v>-0.41042417199</c:v>
                </c:pt>
                <c:pt idx="126">
                  <c:v>-0.37082039325</c:v>
                </c:pt>
                <c:pt idx="127">
                  <c:v>-0.33076482698</c:v>
                </c:pt>
                <c:pt idx="128">
                  <c:v>-0.29030627472</c:v>
                </c:pt>
                <c:pt idx="129">
                  <c:v>-0.24949402898</c:v>
                </c:pt>
                <c:pt idx="130">
                  <c:v>-0.2083778132</c:v>
                </c:pt>
                <c:pt idx="131">
                  <c:v>-0.16700772115</c:v>
                </c:pt>
                <c:pt idx="132">
                  <c:v>-0.12543415592</c:v>
                </c:pt>
                <c:pt idx="133">
                  <c:v>-0.083707768493</c:v>
                </c:pt>
                <c:pt idx="134">
                  <c:v>-0.041879396043</c:v>
                </c:pt>
                <c:pt idx="135">
                  <c:v>0</c:v>
                </c:pt>
                <c:pt idx="136">
                  <c:v>0.041879396043</c:v>
                </c:pt>
                <c:pt idx="137">
                  <c:v>0.083707768493</c:v>
                </c:pt>
                <c:pt idx="138">
                  <c:v>0.12543415592</c:v>
                </c:pt>
                <c:pt idx="139">
                  <c:v>0.16700772115</c:v>
                </c:pt>
                <c:pt idx="140">
                  <c:v>0.2083778132</c:v>
                </c:pt>
                <c:pt idx="141">
                  <c:v>0.24949402898</c:v>
                </c:pt>
                <c:pt idx="142">
                  <c:v>0.29030627472</c:v>
                </c:pt>
                <c:pt idx="143">
                  <c:v>0.33076482698</c:v>
                </c:pt>
                <c:pt idx="144">
                  <c:v>0.37082039325</c:v>
                </c:pt>
                <c:pt idx="145">
                  <c:v>0.41042417199</c:v>
                </c:pt>
                <c:pt idx="146">
                  <c:v>0.4495279121</c:v>
                </c:pt>
                <c:pt idx="147">
                  <c:v>0.48808397169</c:v>
                </c:pt>
                <c:pt idx="148">
                  <c:v>0.52604537615</c:v>
                </c:pt>
                <c:pt idx="149">
                  <c:v>0.56336587534</c:v>
                </c:pt>
                <c:pt idx="150">
                  <c:v>0.6</c:v>
                </c:pt>
                <c:pt idx="151">
                  <c:v>0.63590311708</c:v>
                </c:pt>
                <c:pt idx="152">
                  <c:v>0.67103148416</c:v>
                </c:pt>
                <c:pt idx="153">
                  <c:v>0.70534230275</c:v>
                </c:pt>
                <c:pt idx="154">
                  <c:v>0.73879377039</c:v>
                </c:pt>
                <c:pt idx="155">
                  <c:v>0.77134513162</c:v>
                </c:pt>
                <c:pt idx="156">
                  <c:v>0.80295672763</c:v>
                </c:pt>
                <c:pt idx="157">
                  <c:v>0.83359004455</c:v>
                </c:pt>
                <c:pt idx="158">
                  <c:v>0.86320776041</c:v>
                </c:pt>
                <c:pt idx="159">
                  <c:v>0.89177379057</c:v>
                </c:pt>
                <c:pt idx="160">
                  <c:v>0.91925333174</c:v>
                </c:pt>
                <c:pt idx="161">
                  <c:v>0.94561290433</c:v>
                </c:pt>
                <c:pt idx="162">
                  <c:v>0.97082039325</c:v>
                </c:pt>
                <c:pt idx="163">
                  <c:v>0.99484508707</c:v>
                </c:pt>
                <c:pt idx="164">
                  <c:v>1.0176577154</c:v>
                </c:pt>
                <c:pt idx="165">
                  <c:v>1.0392304845</c:v>
                </c:pt>
                <c:pt idx="166">
                  <c:v>1.0595371114</c:v>
                </c:pt>
                <c:pt idx="167">
                  <c:v>1.0785528556</c:v>
                </c:pt>
                <c:pt idx="168">
                  <c:v>1.0962545492</c:v>
                </c:pt>
                <c:pt idx="169">
                  <c:v>1.1126206255</c:v>
                </c:pt>
                <c:pt idx="170">
                  <c:v>1.1276311449</c:v>
                </c:pt>
                <c:pt idx="171">
                  <c:v>1.1412678196</c:v>
                </c:pt>
                <c:pt idx="172">
                  <c:v>1.1535140351</c:v>
                </c:pt>
                <c:pt idx="173">
                  <c:v>1.1643548715</c:v>
                </c:pt>
                <c:pt idx="174">
                  <c:v>1.1737771209</c:v>
                </c:pt>
                <c:pt idx="175">
                  <c:v>1.1817693036</c:v>
                </c:pt>
                <c:pt idx="176">
                  <c:v>1.1883216825</c:v>
                </c:pt>
                <c:pt idx="177">
                  <c:v>1.1934262744</c:v>
                </c:pt>
                <c:pt idx="178">
                  <c:v>1.1970768603</c:v>
                </c:pt>
                <c:pt idx="179">
                  <c:v>1.1992689924</c:v>
                </c:pt>
                <c:pt idx="180">
                  <c:v>1.2</c:v>
                </c:pt>
              </c:numCache>
            </c:numRef>
          </c:xVal>
          <c:yVal>
            <c:numRef>
              <c:f>'Chart Data'!$H$2:$H$182</c:f>
              <c:numCache>
                <c:formatCode>0.0</c:formatCode>
                <c:ptCount val="181"/>
                <c:pt idx="0">
                  <c:v>0</c:v>
                </c:pt>
                <c:pt idx="1">
                  <c:v>0.027919597362</c:v>
                </c:pt>
                <c:pt idx="2">
                  <c:v>0.055805178995</c:v>
                </c:pt>
                <c:pt idx="3">
                  <c:v>0.083622770614</c:v>
                </c:pt>
                <c:pt idx="4">
                  <c:v>0.11133848077</c:v>
                </c:pt>
                <c:pt idx="5">
                  <c:v>0.13891854213</c:v>
                </c:pt>
                <c:pt idx="6">
                  <c:v>0.16632935265</c:v>
                </c:pt>
                <c:pt idx="7">
                  <c:v>0.19353751648</c:v>
                </c:pt>
                <c:pt idx="8">
                  <c:v>0.22050988465</c:v>
                </c:pt>
                <c:pt idx="9">
                  <c:v>0.2472135955</c:v>
                </c:pt>
                <c:pt idx="10">
                  <c:v>0.27361611466</c:v>
                </c:pt>
                <c:pt idx="11">
                  <c:v>0.29968527473</c:v>
                </c:pt>
                <c:pt idx="12">
                  <c:v>0.32538931446</c:v>
                </c:pt>
                <c:pt idx="13">
                  <c:v>0.35069691743</c:v>
                </c:pt>
                <c:pt idx="14">
                  <c:v>0.37557725023</c:v>
                </c:pt>
                <c:pt idx="15">
                  <c:v>0.4</c:v>
                </c:pt>
                <c:pt idx="16">
                  <c:v>0.42393541139</c:v>
                </c:pt>
                <c:pt idx="17">
                  <c:v>0.44735432278</c:v>
                </c:pt>
                <c:pt idx="18">
                  <c:v>0.47022820183</c:v>
                </c:pt>
                <c:pt idx="19">
                  <c:v>0.49252918026</c:v>
                </c:pt>
                <c:pt idx="20">
                  <c:v>0.51423008775</c:v>
                </c:pt>
                <c:pt idx="21">
                  <c:v>0.53530448509</c:v>
                </c:pt>
                <c:pt idx="22">
                  <c:v>0.55572669637</c:v>
                </c:pt>
                <c:pt idx="23">
                  <c:v>0.57547184027</c:v>
                </c:pt>
                <c:pt idx="24">
                  <c:v>0.59451586038</c:v>
                </c:pt>
                <c:pt idx="25">
                  <c:v>0.6128355545</c:v>
                </c:pt>
                <c:pt idx="26">
                  <c:v>0.63040860289</c:v>
                </c:pt>
                <c:pt idx="27">
                  <c:v>0.6472135955</c:v>
                </c:pt>
                <c:pt idx="28">
                  <c:v>0.66323005804</c:v>
                </c:pt>
                <c:pt idx="29">
                  <c:v>0.67843847693</c:v>
                </c:pt>
                <c:pt idx="30">
                  <c:v>0.69282032303</c:v>
                </c:pt>
                <c:pt idx="31">
                  <c:v>0.70635807429</c:v>
                </c:pt>
                <c:pt idx="32">
                  <c:v>0.71903523704</c:v>
                </c:pt>
                <c:pt idx="33">
                  <c:v>0.73083636611</c:v>
                </c:pt>
                <c:pt idx="34">
                  <c:v>0.74174708365</c:v>
                </c:pt>
                <c:pt idx="35">
                  <c:v>0.75175409663</c:v>
                </c:pt>
                <c:pt idx="36">
                  <c:v>0.76084521304</c:v>
                </c:pt>
                <c:pt idx="37">
                  <c:v>0.76900935675</c:v>
                </c:pt>
                <c:pt idx="38">
                  <c:v>0.77623658102</c:v>
                </c:pt>
                <c:pt idx="39">
                  <c:v>0.78251808059</c:v>
                </c:pt>
                <c:pt idx="40">
                  <c:v>0.78784620241</c:v>
                </c:pt>
                <c:pt idx="41">
                  <c:v>0.79221445499</c:v>
                </c:pt>
                <c:pt idx="42">
                  <c:v>0.79561751629</c:v>
                </c:pt>
                <c:pt idx="43">
                  <c:v>0.79805124021</c:v>
                </c:pt>
                <c:pt idx="44">
                  <c:v>0.79951266162</c:v>
                </c:pt>
                <c:pt idx="45">
                  <c:v>0.8</c:v>
                </c:pt>
                <c:pt idx="46">
                  <c:v>0.79951266162</c:v>
                </c:pt>
                <c:pt idx="47">
                  <c:v>0.79805124021</c:v>
                </c:pt>
                <c:pt idx="48">
                  <c:v>0.79561751629</c:v>
                </c:pt>
                <c:pt idx="49">
                  <c:v>0.79221445499</c:v>
                </c:pt>
                <c:pt idx="50">
                  <c:v>0.78784620241</c:v>
                </c:pt>
                <c:pt idx="51">
                  <c:v>0.78251808059</c:v>
                </c:pt>
                <c:pt idx="52">
                  <c:v>0.77623658102</c:v>
                </c:pt>
                <c:pt idx="53">
                  <c:v>0.76900935675</c:v>
                </c:pt>
                <c:pt idx="54">
                  <c:v>0.76084521304</c:v>
                </c:pt>
                <c:pt idx="55">
                  <c:v>0.75175409663</c:v>
                </c:pt>
                <c:pt idx="56">
                  <c:v>0.74174708365</c:v>
                </c:pt>
                <c:pt idx="57">
                  <c:v>0.73083636611</c:v>
                </c:pt>
                <c:pt idx="58">
                  <c:v>0.71903523704</c:v>
                </c:pt>
                <c:pt idx="59">
                  <c:v>0.70635807429</c:v>
                </c:pt>
                <c:pt idx="60">
                  <c:v>0.69282032303</c:v>
                </c:pt>
                <c:pt idx="61">
                  <c:v>0.67843847693</c:v>
                </c:pt>
                <c:pt idx="62">
                  <c:v>0.66323005804</c:v>
                </c:pt>
                <c:pt idx="63">
                  <c:v>0.6472135955</c:v>
                </c:pt>
                <c:pt idx="64">
                  <c:v>0.63040860289</c:v>
                </c:pt>
                <c:pt idx="65">
                  <c:v>0.6128355545</c:v>
                </c:pt>
                <c:pt idx="66">
                  <c:v>0.59451586038</c:v>
                </c:pt>
                <c:pt idx="67">
                  <c:v>0.57547184027</c:v>
                </c:pt>
                <c:pt idx="68">
                  <c:v>0.55572669637</c:v>
                </c:pt>
                <c:pt idx="69">
                  <c:v>0.53530448509</c:v>
                </c:pt>
                <c:pt idx="70">
                  <c:v>0.51423008775</c:v>
                </c:pt>
                <c:pt idx="71">
                  <c:v>0.49252918026</c:v>
                </c:pt>
                <c:pt idx="72">
                  <c:v>0.47022820183</c:v>
                </c:pt>
                <c:pt idx="73">
                  <c:v>0.44735432278</c:v>
                </c:pt>
                <c:pt idx="74">
                  <c:v>0.42393541139</c:v>
                </c:pt>
                <c:pt idx="75">
                  <c:v>0.4</c:v>
                </c:pt>
                <c:pt idx="76">
                  <c:v>0.37557725023</c:v>
                </c:pt>
                <c:pt idx="77">
                  <c:v>0.35069691743</c:v>
                </c:pt>
                <c:pt idx="78">
                  <c:v>0.32538931446</c:v>
                </c:pt>
                <c:pt idx="79">
                  <c:v>0.29968527473</c:v>
                </c:pt>
                <c:pt idx="80">
                  <c:v>0.27361611466</c:v>
                </c:pt>
                <c:pt idx="81">
                  <c:v>0.2472135955</c:v>
                </c:pt>
                <c:pt idx="82">
                  <c:v>0.22050988465</c:v>
                </c:pt>
                <c:pt idx="83">
                  <c:v>0.19353751648</c:v>
                </c:pt>
                <c:pt idx="84">
                  <c:v>0.16632935265</c:v>
                </c:pt>
                <c:pt idx="85">
                  <c:v>0.13891854213</c:v>
                </c:pt>
                <c:pt idx="86">
                  <c:v>0.11133848077</c:v>
                </c:pt>
                <c:pt idx="87">
                  <c:v>0.083622770614</c:v>
                </c:pt>
                <c:pt idx="88">
                  <c:v>0.055805178995</c:v>
                </c:pt>
                <c:pt idx="89">
                  <c:v>0.027919597362</c:v>
                </c:pt>
                <c:pt idx="90">
                  <c:v>0</c:v>
                </c:pt>
                <c:pt idx="91">
                  <c:v>-0.027919597362</c:v>
                </c:pt>
                <c:pt idx="92">
                  <c:v>-0.055805178995</c:v>
                </c:pt>
                <c:pt idx="93">
                  <c:v>-0.083622770614</c:v>
                </c:pt>
                <c:pt idx="94">
                  <c:v>-0.11133848077</c:v>
                </c:pt>
                <c:pt idx="95">
                  <c:v>-0.13891854213</c:v>
                </c:pt>
                <c:pt idx="96">
                  <c:v>-0.16632935265</c:v>
                </c:pt>
                <c:pt idx="97">
                  <c:v>-0.19353751648</c:v>
                </c:pt>
                <c:pt idx="98">
                  <c:v>-0.22050988465</c:v>
                </c:pt>
                <c:pt idx="99">
                  <c:v>-0.2472135955</c:v>
                </c:pt>
                <c:pt idx="100">
                  <c:v>-0.27361611466</c:v>
                </c:pt>
                <c:pt idx="101">
                  <c:v>-0.29968527473</c:v>
                </c:pt>
                <c:pt idx="102">
                  <c:v>-0.32538931446</c:v>
                </c:pt>
                <c:pt idx="103">
                  <c:v>-0.35069691743</c:v>
                </c:pt>
                <c:pt idx="104">
                  <c:v>-0.37557725023</c:v>
                </c:pt>
                <c:pt idx="105">
                  <c:v>-0.4</c:v>
                </c:pt>
                <c:pt idx="106">
                  <c:v>-0.42393541139</c:v>
                </c:pt>
                <c:pt idx="107">
                  <c:v>-0.44735432278</c:v>
                </c:pt>
                <c:pt idx="108">
                  <c:v>-0.47022820183</c:v>
                </c:pt>
                <c:pt idx="109">
                  <c:v>-0.49252918026</c:v>
                </c:pt>
                <c:pt idx="110">
                  <c:v>-0.51423008775</c:v>
                </c:pt>
                <c:pt idx="111">
                  <c:v>-0.53530448509</c:v>
                </c:pt>
                <c:pt idx="112">
                  <c:v>-0.55572669637</c:v>
                </c:pt>
                <c:pt idx="113">
                  <c:v>-0.57547184027</c:v>
                </c:pt>
                <c:pt idx="114">
                  <c:v>-0.59451586038</c:v>
                </c:pt>
                <c:pt idx="115">
                  <c:v>-0.6128355545</c:v>
                </c:pt>
                <c:pt idx="116">
                  <c:v>-0.63040860289</c:v>
                </c:pt>
                <c:pt idx="117">
                  <c:v>-0.6472135955</c:v>
                </c:pt>
                <c:pt idx="118">
                  <c:v>-0.66323005804</c:v>
                </c:pt>
                <c:pt idx="119">
                  <c:v>-0.67843847693</c:v>
                </c:pt>
                <c:pt idx="120">
                  <c:v>-0.69282032303</c:v>
                </c:pt>
                <c:pt idx="121">
                  <c:v>-0.70635807429</c:v>
                </c:pt>
                <c:pt idx="122">
                  <c:v>-0.71903523704</c:v>
                </c:pt>
                <c:pt idx="123">
                  <c:v>-0.73083636611</c:v>
                </c:pt>
                <c:pt idx="124">
                  <c:v>-0.74174708365</c:v>
                </c:pt>
                <c:pt idx="125">
                  <c:v>-0.75175409663</c:v>
                </c:pt>
                <c:pt idx="126">
                  <c:v>-0.76084521304</c:v>
                </c:pt>
                <c:pt idx="127">
                  <c:v>-0.76900935675</c:v>
                </c:pt>
                <c:pt idx="128">
                  <c:v>-0.77623658102</c:v>
                </c:pt>
                <c:pt idx="129">
                  <c:v>-0.78251808059</c:v>
                </c:pt>
                <c:pt idx="130">
                  <c:v>-0.78784620241</c:v>
                </c:pt>
                <c:pt idx="131">
                  <c:v>-0.79221445499</c:v>
                </c:pt>
                <c:pt idx="132">
                  <c:v>-0.79561751629</c:v>
                </c:pt>
                <c:pt idx="133">
                  <c:v>-0.79805124021</c:v>
                </c:pt>
                <c:pt idx="134">
                  <c:v>-0.79951266162</c:v>
                </c:pt>
                <c:pt idx="135">
                  <c:v>-0.8</c:v>
                </c:pt>
                <c:pt idx="136">
                  <c:v>-0.79951266162</c:v>
                </c:pt>
                <c:pt idx="137">
                  <c:v>-0.79805124021</c:v>
                </c:pt>
                <c:pt idx="138">
                  <c:v>-0.79561751629</c:v>
                </c:pt>
                <c:pt idx="139">
                  <c:v>-0.79221445499</c:v>
                </c:pt>
                <c:pt idx="140">
                  <c:v>-0.78784620241</c:v>
                </c:pt>
                <c:pt idx="141">
                  <c:v>-0.78251808059</c:v>
                </c:pt>
                <c:pt idx="142">
                  <c:v>-0.77623658102</c:v>
                </c:pt>
                <c:pt idx="143">
                  <c:v>-0.76900935675</c:v>
                </c:pt>
                <c:pt idx="144">
                  <c:v>-0.76084521304</c:v>
                </c:pt>
                <c:pt idx="145">
                  <c:v>-0.75175409663</c:v>
                </c:pt>
                <c:pt idx="146">
                  <c:v>-0.74174708365</c:v>
                </c:pt>
                <c:pt idx="147">
                  <c:v>-0.73083636611</c:v>
                </c:pt>
                <c:pt idx="148">
                  <c:v>-0.71903523704</c:v>
                </c:pt>
                <c:pt idx="149">
                  <c:v>-0.70635807429</c:v>
                </c:pt>
                <c:pt idx="150">
                  <c:v>-0.69282032303</c:v>
                </c:pt>
                <c:pt idx="151">
                  <c:v>-0.67843847693</c:v>
                </c:pt>
                <c:pt idx="152">
                  <c:v>-0.66323005804</c:v>
                </c:pt>
                <c:pt idx="153">
                  <c:v>-0.6472135955</c:v>
                </c:pt>
                <c:pt idx="154">
                  <c:v>-0.63040860289</c:v>
                </c:pt>
                <c:pt idx="155">
                  <c:v>-0.6128355545</c:v>
                </c:pt>
                <c:pt idx="156">
                  <c:v>-0.59451586038</c:v>
                </c:pt>
                <c:pt idx="157">
                  <c:v>-0.57547184027</c:v>
                </c:pt>
                <c:pt idx="158">
                  <c:v>-0.55572669637</c:v>
                </c:pt>
                <c:pt idx="159">
                  <c:v>-0.53530448509</c:v>
                </c:pt>
                <c:pt idx="160">
                  <c:v>-0.51423008775</c:v>
                </c:pt>
                <c:pt idx="161">
                  <c:v>-0.49252918026</c:v>
                </c:pt>
                <c:pt idx="162">
                  <c:v>-0.47022820183</c:v>
                </c:pt>
                <c:pt idx="163">
                  <c:v>-0.44735432278</c:v>
                </c:pt>
                <c:pt idx="164">
                  <c:v>-0.42393541139</c:v>
                </c:pt>
                <c:pt idx="165">
                  <c:v>-0.4</c:v>
                </c:pt>
                <c:pt idx="166">
                  <c:v>-0.37557725023</c:v>
                </c:pt>
                <c:pt idx="167">
                  <c:v>-0.35069691743</c:v>
                </c:pt>
                <c:pt idx="168">
                  <c:v>-0.32538931446</c:v>
                </c:pt>
                <c:pt idx="169">
                  <c:v>-0.29968527473</c:v>
                </c:pt>
                <c:pt idx="170">
                  <c:v>-0.27361611466</c:v>
                </c:pt>
                <c:pt idx="171">
                  <c:v>-0.2472135955</c:v>
                </c:pt>
                <c:pt idx="172">
                  <c:v>-0.22050988465</c:v>
                </c:pt>
                <c:pt idx="173">
                  <c:v>-0.19353751648</c:v>
                </c:pt>
                <c:pt idx="174">
                  <c:v>-0.16632935265</c:v>
                </c:pt>
                <c:pt idx="175">
                  <c:v>-0.13891854213</c:v>
                </c:pt>
                <c:pt idx="176">
                  <c:v>-0.11133848077</c:v>
                </c:pt>
                <c:pt idx="177">
                  <c:v>-0.083622770614</c:v>
                </c:pt>
                <c:pt idx="178">
                  <c:v>-0.055805178995</c:v>
                </c:pt>
                <c:pt idx="179">
                  <c:v>-0.027919597362</c:v>
                </c:pt>
                <c:pt idx="180">
                  <c:v>0</c:v>
                </c:pt>
              </c:numCache>
            </c:numRef>
          </c:yVal>
        </c:ser>
        <c:ser>
          <c:idx val="4"/>
          <c:order val="4"/>
          <c:tx>
            <c:v>理想向量（ε=45°）</c:v>
          </c:tx>
          <c:spPr>
            <a:ln xmlns:a="http://schemas.openxmlformats.org/drawingml/2006/main" w="23813">
              <a:solidFill>
                <a:srgbClr val="949FAA"/>
              </a:solidFill>
              <a:prstDash val="solid"/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0.70710678119</c:v>
                </c:pt>
              </c:numCache>
            </c:numRef>
          </c:xVal>
          <c:yVal>
            <c:numRef>
              <c:f>'Chart Data'!$J$2:$J$3</c:f>
              <c:numCache>
                <c:formatCode>0.0</c:formatCode>
                <c:ptCount val="2"/>
                <c:pt idx="0">
                  <c:v>0</c:v>
                </c:pt>
                <c:pt idx="1">
                  <c:v>0.70710678119</c:v>
                </c:pt>
              </c:numCache>
            </c:numRef>
          </c:yVal>
        </c:ser>
        <c:ser>
          <c:idx val="5"/>
          <c:order val="5"/>
          <c:tx>
            <c:v>失真向量（ε=45°）</c:v>
          </c:tx>
          <c:spPr>
            <a:ln xmlns:a="http://schemas.openxmlformats.org/drawingml/2006/main" w="23813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0</c:v>
                </c:pt>
                <c:pt idx="1">
                  <c:v>0.84852813742</c:v>
                </c:pt>
              </c:numCache>
            </c:numRef>
          </c:xVal>
          <c:yVal>
            <c:numRef>
              <c:f>'Chart Data'!$L$2:$L$3</c:f>
              <c:numCache>
                <c:formatCode>0.0</c:formatCode>
                <c:ptCount val="2"/>
                <c:pt idx="0">
                  <c:v>0</c:v>
                </c:pt>
                <c:pt idx="1">
                  <c:v>0.56568542495</c:v>
                </c:pt>
              </c:numCache>
            </c:numRef>
          </c:yVal>
        </c:ser>
        <c:ser>
          <c:idx val="6"/>
          <c:order val="6"/>
          <c:tx>
            <c:v>理想端點</c:v>
          </c:tx>
          <c:spPr>
            <a:ln xmlns:a="http://schemas.openxmlformats.org/drawingml/2006/main" w="0">
              <a:solidFill>
                <a:srgbClr val="949FAA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949FAA"/>
              </a:solidFill>
            </c:spPr>
          </c:marker>
          <c:xVal>
            <c:numRef>
              <c:f>'Chart Data'!$M$2:$M$2</c:f>
              <c:numCache>
                <c:formatCode>General</c:formatCode>
                <c:ptCount val="1"/>
                <c:pt idx="0">
                  <c:v>0.70710678119</c:v>
                </c:pt>
              </c:numCache>
            </c:numRef>
          </c:xVal>
          <c:yVal>
            <c:numRef>
              <c:f>'Chart Data'!$N$2:$N$2</c:f>
              <c:numCache>
                <c:formatCode>0.0</c:formatCode>
                <c:ptCount val="1"/>
                <c:pt idx="0">
                  <c:v>0.70710678119</c:v>
                </c:pt>
              </c:numCache>
            </c:numRef>
          </c:yVal>
        </c:ser>
        <c:ser>
          <c:idx val="7"/>
          <c:order val="7"/>
          <c:tx>
            <c:v>失真端點</c:v>
          </c:tx>
          <c:spPr>
            <a:ln xmlns:a="http://schemas.openxmlformats.org/drawingml/2006/main" w="0">
              <a:solidFill>
                <a:srgbClr val="315B8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315B80"/>
              </a:solidFill>
            </c:spPr>
          </c:marker>
          <c:xVal>
            <c:numRef>
              <c:f>'Chart Data'!$O$2:$O$2</c:f>
              <c:numCache>
                <c:formatCode>General</c:formatCode>
                <c:ptCount val="1"/>
                <c:pt idx="0">
                  <c:v>0.84852813742</c:v>
                </c:pt>
              </c:numCache>
            </c:numRef>
          </c:xVal>
          <c:yVal>
            <c:numRef>
              <c:f>'Chart Data'!$P$2:$P$2</c:f>
              <c:numCache>
                <c:formatCode>0.0</c:formatCode>
                <c:ptCount val="1"/>
                <c:pt idx="0">
                  <c:v>0.56568542495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1"/>
        <c:axPos val="l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</c:valAx>
      <c:valAx>
        <c:axId val="48650112"/>
        <c:scaling>
          <c:orientation val="minMax"/>
          <c:max val="1.5"/>
          <c:min val="-1.5"/>
        </c:scaling>
        <c:delete val="1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水平軸</c:v>
          </c:tx>
          <c:spPr>
            <a:ln xmlns:a="http://schemas.openxmlformats.org/drawingml/2006/main" w="9525">
              <a:solidFill>
                <a:srgbClr val="C3CAD2"/>
              </a:solidFill>
              <a:prstDash val="solid"/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-1.5</c:v>
                </c:pt>
                <c:pt idx="1">
                  <c:v>1.5</c:v>
                </c:pt>
              </c:numCache>
            </c:numRef>
          </c:xVal>
          <c:yVal>
            <c:numRef>
              <c:f>'Chart Data'!$B$2:$B$3</c:f>
              <c:numCache>
                <c:formatCode>0.0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1"/>
          <c:order val="1"/>
          <c:tx>
            <c:v>垂直軸</c:v>
          </c:tx>
          <c:spPr>
            <a:ln xmlns:a="http://schemas.openxmlformats.org/drawingml/2006/main" w="9525">
              <a:solidFill>
                <a:srgbClr val="C3CAD2"/>
              </a:solidFill>
              <a:prstDash val="solid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Data'!$D$2:$D$3</c:f>
              <c:numCache>
                <c:formatCode>0.0</c:formatCode>
                <c:ptCount val="2"/>
                <c:pt idx="0">
                  <c:v>-1.5</c:v>
                </c:pt>
                <c:pt idx="1">
                  <c:v>1.5</c:v>
                </c:pt>
              </c:numCache>
            </c:numRef>
          </c:yVal>
        </c:ser>
        <c:ser>
          <c:idx val="2"/>
          <c:order val="2"/>
          <c:tx>
            <c:v>理想單位圓</c:v>
          </c:tx>
          <c:spPr>
            <a:ln xmlns:a="http://schemas.openxmlformats.org/drawingml/2006/main" w="20955">
              <a:solidFill>
                <a:srgbClr val="949FAA"/>
              </a:solidFill>
              <a:prstDash val="solid"/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1</c:v>
                </c:pt>
                <c:pt idx="1">
                  <c:v>0.99939082702</c:v>
                </c:pt>
                <c:pt idx="2">
                  <c:v>0.99756405026</c:v>
                </c:pt>
                <c:pt idx="3">
                  <c:v>0.99452189537</c:v>
                </c:pt>
                <c:pt idx="4">
                  <c:v>0.99026806874</c:v>
                </c:pt>
                <c:pt idx="5">
                  <c:v>0.98480775301</c:v>
                </c:pt>
                <c:pt idx="6">
                  <c:v>0.97814760073</c:v>
                </c:pt>
                <c:pt idx="7">
                  <c:v>0.97029572628</c:v>
                </c:pt>
                <c:pt idx="8">
                  <c:v>0.96126169594</c:v>
                </c:pt>
                <c:pt idx="9">
                  <c:v>0.9510565163</c:v>
                </c:pt>
                <c:pt idx="10">
                  <c:v>0.93969262079</c:v>
                </c:pt>
                <c:pt idx="11">
                  <c:v>0.92718385457</c:v>
                </c:pt>
                <c:pt idx="12">
                  <c:v>0.91354545764</c:v>
                </c:pt>
                <c:pt idx="13">
                  <c:v>0.8987940463</c:v>
                </c:pt>
                <c:pt idx="14">
                  <c:v>0.88294759286</c:v>
                </c:pt>
                <c:pt idx="15">
                  <c:v>0.86602540378</c:v>
                </c:pt>
                <c:pt idx="16">
                  <c:v>0.84804809616</c:v>
                </c:pt>
                <c:pt idx="17">
                  <c:v>0.82903757256</c:v>
                </c:pt>
                <c:pt idx="18">
                  <c:v>0.80901699437</c:v>
                </c:pt>
                <c:pt idx="19">
                  <c:v>0.78801075361</c:v>
                </c:pt>
                <c:pt idx="20">
                  <c:v>0.76604444312</c:v>
                </c:pt>
                <c:pt idx="21">
                  <c:v>0.74314482548</c:v>
                </c:pt>
                <c:pt idx="22">
                  <c:v>0.71933980034</c:v>
                </c:pt>
                <c:pt idx="23">
                  <c:v>0.69465837046</c:v>
                </c:pt>
                <c:pt idx="24">
                  <c:v>0.66913060636</c:v>
                </c:pt>
                <c:pt idx="25">
                  <c:v>0.64278760969</c:v>
                </c:pt>
                <c:pt idx="26">
                  <c:v>0.61566147533</c:v>
                </c:pt>
                <c:pt idx="27">
                  <c:v>0.58778525229</c:v>
                </c:pt>
                <c:pt idx="28">
                  <c:v>0.55919290347</c:v>
                </c:pt>
                <c:pt idx="29">
                  <c:v>0.52991926423</c:v>
                </c:pt>
                <c:pt idx="30">
                  <c:v>0.5</c:v>
                </c:pt>
                <c:pt idx="31">
                  <c:v>0.46947156279</c:v>
                </c:pt>
                <c:pt idx="32">
                  <c:v>0.43837114679</c:v>
                </c:pt>
                <c:pt idx="33">
                  <c:v>0.40673664308</c:v>
                </c:pt>
                <c:pt idx="34">
                  <c:v>0.37460659342</c:v>
                </c:pt>
                <c:pt idx="35">
                  <c:v>0.34202014333</c:v>
                </c:pt>
                <c:pt idx="36">
                  <c:v>0.30901699437</c:v>
                </c:pt>
                <c:pt idx="37">
                  <c:v>0.27563735582</c:v>
                </c:pt>
                <c:pt idx="38">
                  <c:v>0.2419218956</c:v>
                </c:pt>
                <c:pt idx="39">
                  <c:v>0.20791169082</c:v>
                </c:pt>
                <c:pt idx="40">
                  <c:v>0.17364817767</c:v>
                </c:pt>
                <c:pt idx="41">
                  <c:v>0.13917310096</c:v>
                </c:pt>
                <c:pt idx="42">
                  <c:v>0.10452846327</c:v>
                </c:pt>
                <c:pt idx="43">
                  <c:v>0.069756473744</c:v>
                </c:pt>
                <c:pt idx="44">
                  <c:v>0.034899496703</c:v>
                </c:pt>
                <c:pt idx="45">
                  <c:v>0</c:v>
                </c:pt>
                <c:pt idx="46">
                  <c:v>-0.034899496703</c:v>
                </c:pt>
                <c:pt idx="47">
                  <c:v>-0.069756473744</c:v>
                </c:pt>
                <c:pt idx="48">
                  <c:v>-0.10452846327</c:v>
                </c:pt>
                <c:pt idx="49">
                  <c:v>-0.13917310096</c:v>
                </c:pt>
                <c:pt idx="50">
                  <c:v>-0.17364817767</c:v>
                </c:pt>
                <c:pt idx="51">
                  <c:v>-0.20791169082</c:v>
                </c:pt>
                <c:pt idx="52">
                  <c:v>-0.2419218956</c:v>
                </c:pt>
                <c:pt idx="53">
                  <c:v>-0.27563735582</c:v>
                </c:pt>
                <c:pt idx="54">
                  <c:v>-0.30901699437</c:v>
                </c:pt>
                <c:pt idx="55">
                  <c:v>-0.34202014333</c:v>
                </c:pt>
                <c:pt idx="56">
                  <c:v>-0.37460659342</c:v>
                </c:pt>
                <c:pt idx="57">
                  <c:v>-0.40673664308</c:v>
                </c:pt>
                <c:pt idx="58">
                  <c:v>-0.43837114679</c:v>
                </c:pt>
                <c:pt idx="59">
                  <c:v>-0.46947156279</c:v>
                </c:pt>
                <c:pt idx="60">
                  <c:v>-0.5</c:v>
                </c:pt>
                <c:pt idx="61">
                  <c:v>-0.52991926423</c:v>
                </c:pt>
                <c:pt idx="62">
                  <c:v>-0.55919290347</c:v>
                </c:pt>
                <c:pt idx="63">
                  <c:v>-0.58778525229</c:v>
                </c:pt>
                <c:pt idx="64">
                  <c:v>-0.61566147533</c:v>
                </c:pt>
                <c:pt idx="65">
                  <c:v>-0.64278760969</c:v>
                </c:pt>
                <c:pt idx="66">
                  <c:v>-0.66913060636</c:v>
                </c:pt>
                <c:pt idx="67">
                  <c:v>-0.69465837046</c:v>
                </c:pt>
                <c:pt idx="68">
                  <c:v>-0.71933980034</c:v>
                </c:pt>
                <c:pt idx="69">
                  <c:v>-0.74314482548</c:v>
                </c:pt>
                <c:pt idx="70">
                  <c:v>-0.76604444312</c:v>
                </c:pt>
                <c:pt idx="71">
                  <c:v>-0.78801075361</c:v>
                </c:pt>
                <c:pt idx="72">
                  <c:v>-0.80901699437</c:v>
                </c:pt>
                <c:pt idx="73">
                  <c:v>-0.82903757256</c:v>
                </c:pt>
                <c:pt idx="74">
                  <c:v>-0.84804809616</c:v>
                </c:pt>
                <c:pt idx="75">
                  <c:v>-0.86602540378</c:v>
                </c:pt>
                <c:pt idx="76">
                  <c:v>-0.88294759286</c:v>
                </c:pt>
                <c:pt idx="77">
                  <c:v>-0.8987940463</c:v>
                </c:pt>
                <c:pt idx="78">
                  <c:v>-0.91354545764</c:v>
                </c:pt>
                <c:pt idx="79">
                  <c:v>-0.92718385457</c:v>
                </c:pt>
                <c:pt idx="80">
                  <c:v>-0.93969262079</c:v>
                </c:pt>
                <c:pt idx="81">
                  <c:v>-0.9510565163</c:v>
                </c:pt>
                <c:pt idx="82">
                  <c:v>-0.96126169594</c:v>
                </c:pt>
                <c:pt idx="83">
                  <c:v>-0.97029572628</c:v>
                </c:pt>
                <c:pt idx="84">
                  <c:v>-0.97814760073</c:v>
                </c:pt>
                <c:pt idx="85">
                  <c:v>-0.98480775301</c:v>
                </c:pt>
                <c:pt idx="86">
                  <c:v>-0.99026806874</c:v>
                </c:pt>
                <c:pt idx="87">
                  <c:v>-0.99452189537</c:v>
                </c:pt>
                <c:pt idx="88">
                  <c:v>-0.99756405026</c:v>
                </c:pt>
                <c:pt idx="89">
                  <c:v>-0.99939082702</c:v>
                </c:pt>
                <c:pt idx="90">
                  <c:v>-1</c:v>
                </c:pt>
                <c:pt idx="91">
                  <c:v>-0.99939082702</c:v>
                </c:pt>
                <c:pt idx="92">
                  <c:v>-0.99756405026</c:v>
                </c:pt>
                <c:pt idx="93">
                  <c:v>-0.99452189537</c:v>
                </c:pt>
                <c:pt idx="94">
                  <c:v>-0.99026806874</c:v>
                </c:pt>
                <c:pt idx="95">
                  <c:v>-0.98480775301</c:v>
                </c:pt>
                <c:pt idx="96">
                  <c:v>-0.97814760073</c:v>
                </c:pt>
                <c:pt idx="97">
                  <c:v>-0.97029572628</c:v>
                </c:pt>
                <c:pt idx="98">
                  <c:v>-0.96126169594</c:v>
                </c:pt>
                <c:pt idx="99">
                  <c:v>-0.9510565163</c:v>
                </c:pt>
                <c:pt idx="100">
                  <c:v>-0.93969262079</c:v>
                </c:pt>
                <c:pt idx="101">
                  <c:v>-0.92718385457</c:v>
                </c:pt>
                <c:pt idx="102">
                  <c:v>-0.91354545764</c:v>
                </c:pt>
                <c:pt idx="103">
                  <c:v>-0.8987940463</c:v>
                </c:pt>
                <c:pt idx="104">
                  <c:v>-0.88294759286</c:v>
                </c:pt>
                <c:pt idx="105">
                  <c:v>-0.86602540378</c:v>
                </c:pt>
                <c:pt idx="106">
                  <c:v>-0.84804809616</c:v>
                </c:pt>
                <c:pt idx="107">
                  <c:v>-0.82903757256</c:v>
                </c:pt>
                <c:pt idx="108">
                  <c:v>-0.80901699437</c:v>
                </c:pt>
                <c:pt idx="109">
                  <c:v>-0.78801075361</c:v>
                </c:pt>
                <c:pt idx="110">
                  <c:v>-0.76604444312</c:v>
                </c:pt>
                <c:pt idx="111">
                  <c:v>-0.74314482548</c:v>
                </c:pt>
                <c:pt idx="112">
                  <c:v>-0.71933980034</c:v>
                </c:pt>
                <c:pt idx="113">
                  <c:v>-0.69465837046</c:v>
                </c:pt>
                <c:pt idx="114">
                  <c:v>-0.66913060636</c:v>
                </c:pt>
                <c:pt idx="115">
                  <c:v>-0.64278760969</c:v>
                </c:pt>
                <c:pt idx="116">
                  <c:v>-0.61566147533</c:v>
                </c:pt>
                <c:pt idx="117">
                  <c:v>-0.58778525229</c:v>
                </c:pt>
                <c:pt idx="118">
                  <c:v>-0.55919290347</c:v>
                </c:pt>
                <c:pt idx="119">
                  <c:v>-0.52991926423</c:v>
                </c:pt>
                <c:pt idx="120">
                  <c:v>-0.5</c:v>
                </c:pt>
                <c:pt idx="121">
                  <c:v>-0.46947156279</c:v>
                </c:pt>
                <c:pt idx="122">
                  <c:v>-0.43837114679</c:v>
                </c:pt>
                <c:pt idx="123">
                  <c:v>-0.40673664308</c:v>
                </c:pt>
                <c:pt idx="124">
                  <c:v>-0.37460659342</c:v>
                </c:pt>
                <c:pt idx="125">
                  <c:v>-0.34202014333</c:v>
                </c:pt>
                <c:pt idx="126">
                  <c:v>-0.30901699437</c:v>
                </c:pt>
                <c:pt idx="127">
                  <c:v>-0.27563735582</c:v>
                </c:pt>
                <c:pt idx="128">
                  <c:v>-0.2419218956</c:v>
                </c:pt>
                <c:pt idx="129">
                  <c:v>-0.20791169082</c:v>
                </c:pt>
                <c:pt idx="130">
                  <c:v>-0.17364817767</c:v>
                </c:pt>
                <c:pt idx="131">
                  <c:v>-0.13917310096</c:v>
                </c:pt>
                <c:pt idx="132">
                  <c:v>-0.10452846327</c:v>
                </c:pt>
                <c:pt idx="133">
                  <c:v>-0.069756473744</c:v>
                </c:pt>
                <c:pt idx="134">
                  <c:v>-0.034899496703</c:v>
                </c:pt>
                <c:pt idx="135">
                  <c:v>0</c:v>
                </c:pt>
                <c:pt idx="136">
                  <c:v>0.034899496703</c:v>
                </c:pt>
                <c:pt idx="137">
                  <c:v>0.069756473744</c:v>
                </c:pt>
                <c:pt idx="138">
                  <c:v>0.10452846327</c:v>
                </c:pt>
                <c:pt idx="139">
                  <c:v>0.13917310096</c:v>
                </c:pt>
                <c:pt idx="140">
                  <c:v>0.17364817767</c:v>
                </c:pt>
                <c:pt idx="141">
                  <c:v>0.20791169082</c:v>
                </c:pt>
                <c:pt idx="142">
                  <c:v>0.2419218956</c:v>
                </c:pt>
                <c:pt idx="143">
                  <c:v>0.27563735582</c:v>
                </c:pt>
                <c:pt idx="144">
                  <c:v>0.30901699437</c:v>
                </c:pt>
                <c:pt idx="145">
                  <c:v>0.34202014333</c:v>
                </c:pt>
                <c:pt idx="146">
                  <c:v>0.37460659342</c:v>
                </c:pt>
                <c:pt idx="147">
                  <c:v>0.40673664308</c:v>
                </c:pt>
                <c:pt idx="148">
                  <c:v>0.43837114679</c:v>
                </c:pt>
                <c:pt idx="149">
                  <c:v>0.46947156279</c:v>
                </c:pt>
                <c:pt idx="150">
                  <c:v>0.5</c:v>
                </c:pt>
                <c:pt idx="151">
                  <c:v>0.52991926423</c:v>
                </c:pt>
                <c:pt idx="152">
                  <c:v>0.55919290347</c:v>
                </c:pt>
                <c:pt idx="153">
                  <c:v>0.58778525229</c:v>
                </c:pt>
                <c:pt idx="154">
                  <c:v>0.61566147533</c:v>
                </c:pt>
                <c:pt idx="155">
                  <c:v>0.64278760969</c:v>
                </c:pt>
                <c:pt idx="156">
                  <c:v>0.66913060636</c:v>
                </c:pt>
                <c:pt idx="157">
                  <c:v>0.69465837046</c:v>
                </c:pt>
                <c:pt idx="158">
                  <c:v>0.71933980034</c:v>
                </c:pt>
                <c:pt idx="159">
                  <c:v>0.74314482548</c:v>
                </c:pt>
                <c:pt idx="160">
                  <c:v>0.76604444312</c:v>
                </c:pt>
                <c:pt idx="161">
                  <c:v>0.78801075361</c:v>
                </c:pt>
                <c:pt idx="162">
                  <c:v>0.80901699437</c:v>
                </c:pt>
                <c:pt idx="163">
                  <c:v>0.82903757256</c:v>
                </c:pt>
                <c:pt idx="164">
                  <c:v>0.84804809616</c:v>
                </c:pt>
                <c:pt idx="165">
                  <c:v>0.86602540378</c:v>
                </c:pt>
                <c:pt idx="166">
                  <c:v>0.88294759286</c:v>
                </c:pt>
                <c:pt idx="167">
                  <c:v>0.8987940463</c:v>
                </c:pt>
                <c:pt idx="168">
                  <c:v>0.91354545764</c:v>
                </c:pt>
                <c:pt idx="169">
                  <c:v>0.92718385457</c:v>
                </c:pt>
                <c:pt idx="170">
                  <c:v>0.93969262079</c:v>
                </c:pt>
                <c:pt idx="171">
                  <c:v>0.9510565163</c:v>
                </c:pt>
                <c:pt idx="172">
                  <c:v>0.96126169594</c:v>
                </c:pt>
                <c:pt idx="173">
                  <c:v>0.97029572628</c:v>
                </c:pt>
                <c:pt idx="174">
                  <c:v>0.97814760073</c:v>
                </c:pt>
                <c:pt idx="175">
                  <c:v>0.98480775301</c:v>
                </c:pt>
                <c:pt idx="176">
                  <c:v>0.99026806874</c:v>
                </c:pt>
                <c:pt idx="177">
                  <c:v>0.99452189537</c:v>
                </c:pt>
                <c:pt idx="178">
                  <c:v>0.99756405026</c:v>
                </c:pt>
                <c:pt idx="179">
                  <c:v>0.99939082702</c:v>
                </c:pt>
                <c:pt idx="180">
                  <c:v>1</c:v>
                </c:pt>
              </c:numCache>
            </c:numRef>
          </c:xVal>
          <c:yVal>
            <c:numRef>
              <c:f>'Chart Data'!$F$2:$F$182</c:f>
              <c:numCache>
                <c:formatCode>0.0</c:formatCode>
                <c:ptCount val="181"/>
                <c:pt idx="0">
                  <c:v>0</c:v>
                </c:pt>
                <c:pt idx="1">
                  <c:v>0.034899496703</c:v>
                </c:pt>
                <c:pt idx="2">
                  <c:v>0.069756473744</c:v>
                </c:pt>
                <c:pt idx="3">
                  <c:v>0.10452846327</c:v>
                </c:pt>
                <c:pt idx="4">
                  <c:v>0.13917310096</c:v>
                </c:pt>
                <c:pt idx="5">
                  <c:v>0.17364817767</c:v>
                </c:pt>
                <c:pt idx="6">
                  <c:v>0.20791169082</c:v>
                </c:pt>
                <c:pt idx="7">
                  <c:v>0.2419218956</c:v>
                </c:pt>
                <c:pt idx="8">
                  <c:v>0.27563735582</c:v>
                </c:pt>
                <c:pt idx="9">
                  <c:v>0.30901699437</c:v>
                </c:pt>
                <c:pt idx="10">
                  <c:v>0.34202014333</c:v>
                </c:pt>
                <c:pt idx="11">
                  <c:v>0.37460659342</c:v>
                </c:pt>
                <c:pt idx="12">
                  <c:v>0.40673664308</c:v>
                </c:pt>
                <c:pt idx="13">
                  <c:v>0.43837114679</c:v>
                </c:pt>
                <c:pt idx="14">
                  <c:v>0.46947156279</c:v>
                </c:pt>
                <c:pt idx="15">
                  <c:v>0.5</c:v>
                </c:pt>
                <c:pt idx="16">
                  <c:v>0.52991926423</c:v>
                </c:pt>
                <c:pt idx="17">
                  <c:v>0.55919290347</c:v>
                </c:pt>
                <c:pt idx="18">
                  <c:v>0.58778525229</c:v>
                </c:pt>
                <c:pt idx="19">
                  <c:v>0.61566147533</c:v>
                </c:pt>
                <c:pt idx="20">
                  <c:v>0.64278760969</c:v>
                </c:pt>
                <c:pt idx="21">
                  <c:v>0.66913060636</c:v>
                </c:pt>
                <c:pt idx="22">
                  <c:v>0.69465837046</c:v>
                </c:pt>
                <c:pt idx="23">
                  <c:v>0.71933980034</c:v>
                </c:pt>
                <c:pt idx="24">
                  <c:v>0.74314482548</c:v>
                </c:pt>
                <c:pt idx="25">
                  <c:v>0.76604444312</c:v>
                </c:pt>
                <c:pt idx="26">
                  <c:v>0.78801075361</c:v>
                </c:pt>
                <c:pt idx="27">
                  <c:v>0.80901699437</c:v>
                </c:pt>
                <c:pt idx="28">
                  <c:v>0.82903757256</c:v>
                </c:pt>
                <c:pt idx="29">
                  <c:v>0.84804809616</c:v>
                </c:pt>
                <c:pt idx="30">
                  <c:v>0.86602540378</c:v>
                </c:pt>
                <c:pt idx="31">
                  <c:v>0.88294759286</c:v>
                </c:pt>
                <c:pt idx="32">
                  <c:v>0.8987940463</c:v>
                </c:pt>
                <c:pt idx="33">
                  <c:v>0.91354545764</c:v>
                </c:pt>
                <c:pt idx="34">
                  <c:v>0.92718385457</c:v>
                </c:pt>
                <c:pt idx="35">
                  <c:v>0.93969262079</c:v>
                </c:pt>
                <c:pt idx="36">
                  <c:v>0.9510565163</c:v>
                </c:pt>
                <c:pt idx="37">
                  <c:v>0.96126169594</c:v>
                </c:pt>
                <c:pt idx="38">
                  <c:v>0.97029572628</c:v>
                </c:pt>
                <c:pt idx="39">
                  <c:v>0.97814760073</c:v>
                </c:pt>
                <c:pt idx="40">
                  <c:v>0.98480775301</c:v>
                </c:pt>
                <c:pt idx="41">
                  <c:v>0.99026806874</c:v>
                </c:pt>
                <c:pt idx="42">
                  <c:v>0.99452189537</c:v>
                </c:pt>
                <c:pt idx="43">
                  <c:v>0.99756405026</c:v>
                </c:pt>
                <c:pt idx="44">
                  <c:v>0.99939082702</c:v>
                </c:pt>
                <c:pt idx="45">
                  <c:v>1</c:v>
                </c:pt>
                <c:pt idx="46">
                  <c:v>0.99939082702</c:v>
                </c:pt>
                <c:pt idx="47">
                  <c:v>0.99756405026</c:v>
                </c:pt>
                <c:pt idx="48">
                  <c:v>0.99452189537</c:v>
                </c:pt>
                <c:pt idx="49">
                  <c:v>0.99026806874</c:v>
                </c:pt>
                <c:pt idx="50">
                  <c:v>0.98480775301</c:v>
                </c:pt>
                <c:pt idx="51">
                  <c:v>0.97814760073</c:v>
                </c:pt>
                <c:pt idx="52">
                  <c:v>0.97029572628</c:v>
                </c:pt>
                <c:pt idx="53">
                  <c:v>0.96126169594</c:v>
                </c:pt>
                <c:pt idx="54">
                  <c:v>0.9510565163</c:v>
                </c:pt>
                <c:pt idx="55">
                  <c:v>0.93969262079</c:v>
                </c:pt>
                <c:pt idx="56">
                  <c:v>0.92718385457</c:v>
                </c:pt>
                <c:pt idx="57">
                  <c:v>0.91354545764</c:v>
                </c:pt>
                <c:pt idx="58">
                  <c:v>0.8987940463</c:v>
                </c:pt>
                <c:pt idx="59">
                  <c:v>0.88294759286</c:v>
                </c:pt>
                <c:pt idx="60">
                  <c:v>0.86602540378</c:v>
                </c:pt>
                <c:pt idx="61">
                  <c:v>0.84804809616</c:v>
                </c:pt>
                <c:pt idx="62">
                  <c:v>0.82903757256</c:v>
                </c:pt>
                <c:pt idx="63">
                  <c:v>0.80901699437</c:v>
                </c:pt>
                <c:pt idx="64">
                  <c:v>0.78801075361</c:v>
                </c:pt>
                <c:pt idx="65">
                  <c:v>0.76604444312</c:v>
                </c:pt>
                <c:pt idx="66">
                  <c:v>0.74314482548</c:v>
                </c:pt>
                <c:pt idx="67">
                  <c:v>0.71933980034</c:v>
                </c:pt>
                <c:pt idx="68">
                  <c:v>0.69465837046</c:v>
                </c:pt>
                <c:pt idx="69">
                  <c:v>0.66913060636</c:v>
                </c:pt>
                <c:pt idx="70">
                  <c:v>0.64278760969</c:v>
                </c:pt>
                <c:pt idx="71">
                  <c:v>0.61566147533</c:v>
                </c:pt>
                <c:pt idx="72">
                  <c:v>0.58778525229</c:v>
                </c:pt>
                <c:pt idx="73">
                  <c:v>0.55919290347</c:v>
                </c:pt>
                <c:pt idx="74">
                  <c:v>0.52991926423</c:v>
                </c:pt>
                <c:pt idx="75">
                  <c:v>0.5</c:v>
                </c:pt>
                <c:pt idx="76">
                  <c:v>0.46947156279</c:v>
                </c:pt>
                <c:pt idx="77">
                  <c:v>0.43837114679</c:v>
                </c:pt>
                <c:pt idx="78">
                  <c:v>0.40673664308</c:v>
                </c:pt>
                <c:pt idx="79">
                  <c:v>0.37460659342</c:v>
                </c:pt>
                <c:pt idx="80">
                  <c:v>0.34202014333</c:v>
                </c:pt>
                <c:pt idx="81">
                  <c:v>0.30901699437</c:v>
                </c:pt>
                <c:pt idx="82">
                  <c:v>0.27563735582</c:v>
                </c:pt>
                <c:pt idx="83">
                  <c:v>0.2419218956</c:v>
                </c:pt>
                <c:pt idx="84">
                  <c:v>0.20791169082</c:v>
                </c:pt>
                <c:pt idx="85">
                  <c:v>0.17364817767</c:v>
                </c:pt>
                <c:pt idx="86">
                  <c:v>0.13917310096</c:v>
                </c:pt>
                <c:pt idx="87">
                  <c:v>0.10452846327</c:v>
                </c:pt>
                <c:pt idx="88">
                  <c:v>0.069756473744</c:v>
                </c:pt>
                <c:pt idx="89">
                  <c:v>0.034899496703</c:v>
                </c:pt>
                <c:pt idx="90">
                  <c:v>0</c:v>
                </c:pt>
                <c:pt idx="91">
                  <c:v>-0.034899496703</c:v>
                </c:pt>
                <c:pt idx="92">
                  <c:v>-0.069756473744</c:v>
                </c:pt>
                <c:pt idx="93">
                  <c:v>-0.10452846327</c:v>
                </c:pt>
                <c:pt idx="94">
                  <c:v>-0.13917310096</c:v>
                </c:pt>
                <c:pt idx="95">
                  <c:v>-0.17364817767</c:v>
                </c:pt>
                <c:pt idx="96">
                  <c:v>-0.20791169082</c:v>
                </c:pt>
                <c:pt idx="97">
                  <c:v>-0.2419218956</c:v>
                </c:pt>
                <c:pt idx="98">
                  <c:v>-0.27563735582</c:v>
                </c:pt>
                <c:pt idx="99">
                  <c:v>-0.30901699437</c:v>
                </c:pt>
                <c:pt idx="100">
                  <c:v>-0.34202014333</c:v>
                </c:pt>
                <c:pt idx="101">
                  <c:v>-0.37460659342</c:v>
                </c:pt>
                <c:pt idx="102">
                  <c:v>-0.40673664308</c:v>
                </c:pt>
                <c:pt idx="103">
                  <c:v>-0.43837114679</c:v>
                </c:pt>
                <c:pt idx="104">
                  <c:v>-0.46947156279</c:v>
                </c:pt>
                <c:pt idx="105">
                  <c:v>-0.5</c:v>
                </c:pt>
                <c:pt idx="106">
                  <c:v>-0.52991926423</c:v>
                </c:pt>
                <c:pt idx="107">
                  <c:v>-0.55919290347</c:v>
                </c:pt>
                <c:pt idx="108">
                  <c:v>-0.58778525229</c:v>
                </c:pt>
                <c:pt idx="109">
                  <c:v>-0.61566147533</c:v>
                </c:pt>
                <c:pt idx="110">
                  <c:v>-0.64278760969</c:v>
                </c:pt>
                <c:pt idx="111">
                  <c:v>-0.66913060636</c:v>
                </c:pt>
                <c:pt idx="112">
                  <c:v>-0.69465837046</c:v>
                </c:pt>
                <c:pt idx="113">
                  <c:v>-0.71933980034</c:v>
                </c:pt>
                <c:pt idx="114">
                  <c:v>-0.74314482548</c:v>
                </c:pt>
                <c:pt idx="115">
                  <c:v>-0.76604444312</c:v>
                </c:pt>
                <c:pt idx="116">
                  <c:v>-0.78801075361</c:v>
                </c:pt>
                <c:pt idx="117">
                  <c:v>-0.80901699437</c:v>
                </c:pt>
                <c:pt idx="118">
                  <c:v>-0.82903757256</c:v>
                </c:pt>
                <c:pt idx="119">
                  <c:v>-0.84804809616</c:v>
                </c:pt>
                <c:pt idx="120">
                  <c:v>-0.86602540378</c:v>
                </c:pt>
                <c:pt idx="121">
                  <c:v>-0.88294759286</c:v>
                </c:pt>
                <c:pt idx="122">
                  <c:v>-0.8987940463</c:v>
                </c:pt>
                <c:pt idx="123">
                  <c:v>-0.91354545764</c:v>
                </c:pt>
                <c:pt idx="124">
                  <c:v>-0.92718385457</c:v>
                </c:pt>
                <c:pt idx="125">
                  <c:v>-0.93969262079</c:v>
                </c:pt>
                <c:pt idx="126">
                  <c:v>-0.9510565163</c:v>
                </c:pt>
                <c:pt idx="127">
                  <c:v>-0.96126169594</c:v>
                </c:pt>
                <c:pt idx="128">
                  <c:v>-0.97029572628</c:v>
                </c:pt>
                <c:pt idx="129">
                  <c:v>-0.97814760073</c:v>
                </c:pt>
                <c:pt idx="130">
                  <c:v>-0.98480775301</c:v>
                </c:pt>
                <c:pt idx="131">
                  <c:v>-0.99026806874</c:v>
                </c:pt>
                <c:pt idx="132">
                  <c:v>-0.99452189537</c:v>
                </c:pt>
                <c:pt idx="133">
                  <c:v>-0.99756405026</c:v>
                </c:pt>
                <c:pt idx="134">
                  <c:v>-0.99939082702</c:v>
                </c:pt>
                <c:pt idx="135">
                  <c:v>-1</c:v>
                </c:pt>
                <c:pt idx="136">
                  <c:v>-0.99939082702</c:v>
                </c:pt>
                <c:pt idx="137">
                  <c:v>-0.99756405026</c:v>
                </c:pt>
                <c:pt idx="138">
                  <c:v>-0.99452189537</c:v>
                </c:pt>
                <c:pt idx="139">
                  <c:v>-0.99026806874</c:v>
                </c:pt>
                <c:pt idx="140">
                  <c:v>-0.98480775301</c:v>
                </c:pt>
                <c:pt idx="141">
                  <c:v>-0.97814760073</c:v>
                </c:pt>
                <c:pt idx="142">
                  <c:v>-0.97029572628</c:v>
                </c:pt>
                <c:pt idx="143">
                  <c:v>-0.96126169594</c:v>
                </c:pt>
                <c:pt idx="144">
                  <c:v>-0.9510565163</c:v>
                </c:pt>
                <c:pt idx="145">
                  <c:v>-0.93969262079</c:v>
                </c:pt>
                <c:pt idx="146">
                  <c:v>-0.92718385457</c:v>
                </c:pt>
                <c:pt idx="147">
                  <c:v>-0.91354545764</c:v>
                </c:pt>
                <c:pt idx="148">
                  <c:v>-0.8987940463</c:v>
                </c:pt>
                <c:pt idx="149">
                  <c:v>-0.88294759286</c:v>
                </c:pt>
                <c:pt idx="150">
                  <c:v>-0.86602540378</c:v>
                </c:pt>
                <c:pt idx="151">
                  <c:v>-0.84804809616</c:v>
                </c:pt>
                <c:pt idx="152">
                  <c:v>-0.82903757256</c:v>
                </c:pt>
                <c:pt idx="153">
                  <c:v>-0.80901699437</c:v>
                </c:pt>
                <c:pt idx="154">
                  <c:v>-0.78801075361</c:v>
                </c:pt>
                <c:pt idx="155">
                  <c:v>-0.76604444312</c:v>
                </c:pt>
                <c:pt idx="156">
                  <c:v>-0.74314482548</c:v>
                </c:pt>
                <c:pt idx="157">
                  <c:v>-0.71933980034</c:v>
                </c:pt>
                <c:pt idx="158">
                  <c:v>-0.69465837046</c:v>
                </c:pt>
                <c:pt idx="159">
                  <c:v>-0.66913060636</c:v>
                </c:pt>
                <c:pt idx="160">
                  <c:v>-0.64278760969</c:v>
                </c:pt>
                <c:pt idx="161">
                  <c:v>-0.61566147533</c:v>
                </c:pt>
                <c:pt idx="162">
                  <c:v>-0.58778525229</c:v>
                </c:pt>
                <c:pt idx="163">
                  <c:v>-0.55919290347</c:v>
                </c:pt>
                <c:pt idx="164">
                  <c:v>-0.52991926423</c:v>
                </c:pt>
                <c:pt idx="165">
                  <c:v>-0.5</c:v>
                </c:pt>
                <c:pt idx="166">
                  <c:v>-0.46947156279</c:v>
                </c:pt>
                <c:pt idx="167">
                  <c:v>-0.43837114679</c:v>
                </c:pt>
                <c:pt idx="168">
                  <c:v>-0.40673664308</c:v>
                </c:pt>
                <c:pt idx="169">
                  <c:v>-0.37460659342</c:v>
                </c:pt>
                <c:pt idx="170">
                  <c:v>-0.34202014333</c:v>
                </c:pt>
                <c:pt idx="171">
                  <c:v>-0.30901699437</c:v>
                </c:pt>
                <c:pt idx="172">
                  <c:v>-0.27563735582</c:v>
                </c:pt>
                <c:pt idx="173">
                  <c:v>-0.2419218956</c:v>
                </c:pt>
                <c:pt idx="174">
                  <c:v>-0.20791169082</c:v>
                </c:pt>
                <c:pt idx="175">
                  <c:v>-0.17364817767</c:v>
                </c:pt>
                <c:pt idx="176">
                  <c:v>-0.13917310096</c:v>
                </c:pt>
                <c:pt idx="177">
                  <c:v>-0.10452846327</c:v>
                </c:pt>
                <c:pt idx="178">
                  <c:v>-0.069756473744</c:v>
                </c:pt>
                <c:pt idx="179">
                  <c:v>-0.034899496703</c:v>
                </c:pt>
                <c:pt idx="180">
                  <c:v>0</c:v>
                </c:pt>
              </c:numCache>
            </c:numRef>
          </c:yVal>
        </c:ser>
        <c:ser>
          <c:idx val="3"/>
          <c:order val="3"/>
          <c:tx>
            <c:v>單一誤差軌跡</c:v>
          </c:tx>
          <c:spPr>
            <a:ln xmlns:a="http://schemas.openxmlformats.org/drawingml/2006/main" w="28575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1</c:v>
                </c:pt>
                <c:pt idx="1">
                  <c:v>0.99939082702</c:v>
                </c:pt>
                <c:pt idx="2">
                  <c:v>0.99756405026</c:v>
                </c:pt>
                <c:pt idx="3">
                  <c:v>0.99452189537</c:v>
                </c:pt>
                <c:pt idx="4">
                  <c:v>0.99026806874</c:v>
                </c:pt>
                <c:pt idx="5">
                  <c:v>0.98480775301</c:v>
                </c:pt>
                <c:pt idx="6">
                  <c:v>0.97814760073</c:v>
                </c:pt>
                <c:pt idx="7">
                  <c:v>0.97029572628</c:v>
                </c:pt>
                <c:pt idx="8">
                  <c:v>0.96126169594</c:v>
                </c:pt>
                <c:pt idx="9">
                  <c:v>0.9510565163</c:v>
                </c:pt>
                <c:pt idx="10">
                  <c:v>0.93969262079</c:v>
                </c:pt>
                <c:pt idx="11">
                  <c:v>0.92718385457</c:v>
                </c:pt>
                <c:pt idx="12">
                  <c:v>0.91354545764</c:v>
                </c:pt>
                <c:pt idx="13">
                  <c:v>0.8987940463</c:v>
                </c:pt>
                <c:pt idx="14">
                  <c:v>0.88294759286</c:v>
                </c:pt>
                <c:pt idx="15">
                  <c:v>0.86602540378</c:v>
                </c:pt>
                <c:pt idx="16">
                  <c:v>0.84804809616</c:v>
                </c:pt>
                <c:pt idx="17">
                  <c:v>0.82903757256</c:v>
                </c:pt>
                <c:pt idx="18">
                  <c:v>0.80901699437</c:v>
                </c:pt>
                <c:pt idx="19">
                  <c:v>0.78801075361</c:v>
                </c:pt>
                <c:pt idx="20">
                  <c:v>0.76604444312</c:v>
                </c:pt>
                <c:pt idx="21">
                  <c:v>0.74314482548</c:v>
                </c:pt>
                <c:pt idx="22">
                  <c:v>0.71933980034</c:v>
                </c:pt>
                <c:pt idx="23">
                  <c:v>0.69465837046</c:v>
                </c:pt>
                <c:pt idx="24">
                  <c:v>0.66913060636</c:v>
                </c:pt>
                <c:pt idx="25">
                  <c:v>0.64278760969</c:v>
                </c:pt>
                <c:pt idx="26">
                  <c:v>0.61566147533</c:v>
                </c:pt>
                <c:pt idx="27">
                  <c:v>0.58778525229</c:v>
                </c:pt>
                <c:pt idx="28">
                  <c:v>0.55919290347</c:v>
                </c:pt>
                <c:pt idx="29">
                  <c:v>0.52991926423</c:v>
                </c:pt>
                <c:pt idx="30">
                  <c:v>0.5</c:v>
                </c:pt>
                <c:pt idx="31">
                  <c:v>0.46947156279</c:v>
                </c:pt>
                <c:pt idx="32">
                  <c:v>0.43837114679</c:v>
                </c:pt>
                <c:pt idx="33">
                  <c:v>0.40673664308</c:v>
                </c:pt>
                <c:pt idx="34">
                  <c:v>0.37460659342</c:v>
                </c:pt>
                <c:pt idx="35">
                  <c:v>0.34202014333</c:v>
                </c:pt>
                <c:pt idx="36">
                  <c:v>0.30901699437</c:v>
                </c:pt>
                <c:pt idx="37">
                  <c:v>0.27563735582</c:v>
                </c:pt>
                <c:pt idx="38">
                  <c:v>0.2419218956</c:v>
                </c:pt>
                <c:pt idx="39">
                  <c:v>0.20791169082</c:v>
                </c:pt>
                <c:pt idx="40">
                  <c:v>0.17364817767</c:v>
                </c:pt>
                <c:pt idx="41">
                  <c:v>0.13917310096</c:v>
                </c:pt>
                <c:pt idx="42">
                  <c:v>0.10452846327</c:v>
                </c:pt>
                <c:pt idx="43">
                  <c:v>0.069756473744</c:v>
                </c:pt>
                <c:pt idx="44">
                  <c:v>0.034899496703</c:v>
                </c:pt>
                <c:pt idx="45">
                  <c:v>0</c:v>
                </c:pt>
                <c:pt idx="46">
                  <c:v>-0.034899496703</c:v>
                </c:pt>
                <c:pt idx="47">
                  <c:v>-0.069756473744</c:v>
                </c:pt>
                <c:pt idx="48">
                  <c:v>-0.10452846327</c:v>
                </c:pt>
                <c:pt idx="49">
                  <c:v>-0.13917310096</c:v>
                </c:pt>
                <c:pt idx="50">
                  <c:v>-0.17364817767</c:v>
                </c:pt>
                <c:pt idx="51">
                  <c:v>-0.20791169082</c:v>
                </c:pt>
                <c:pt idx="52">
                  <c:v>-0.2419218956</c:v>
                </c:pt>
                <c:pt idx="53">
                  <c:v>-0.27563735582</c:v>
                </c:pt>
                <c:pt idx="54">
                  <c:v>-0.30901699437</c:v>
                </c:pt>
                <c:pt idx="55">
                  <c:v>-0.34202014333</c:v>
                </c:pt>
                <c:pt idx="56">
                  <c:v>-0.37460659342</c:v>
                </c:pt>
                <c:pt idx="57">
                  <c:v>-0.40673664308</c:v>
                </c:pt>
                <c:pt idx="58">
                  <c:v>-0.43837114679</c:v>
                </c:pt>
                <c:pt idx="59">
                  <c:v>-0.46947156279</c:v>
                </c:pt>
                <c:pt idx="60">
                  <c:v>-0.5</c:v>
                </c:pt>
                <c:pt idx="61">
                  <c:v>-0.52991926423</c:v>
                </c:pt>
                <c:pt idx="62">
                  <c:v>-0.55919290347</c:v>
                </c:pt>
                <c:pt idx="63">
                  <c:v>-0.58778525229</c:v>
                </c:pt>
                <c:pt idx="64">
                  <c:v>-0.61566147533</c:v>
                </c:pt>
                <c:pt idx="65">
                  <c:v>-0.64278760969</c:v>
                </c:pt>
                <c:pt idx="66">
                  <c:v>-0.66913060636</c:v>
                </c:pt>
                <c:pt idx="67">
                  <c:v>-0.69465837046</c:v>
                </c:pt>
                <c:pt idx="68">
                  <c:v>-0.71933980034</c:v>
                </c:pt>
                <c:pt idx="69">
                  <c:v>-0.74314482548</c:v>
                </c:pt>
                <c:pt idx="70">
                  <c:v>-0.76604444312</c:v>
                </c:pt>
                <c:pt idx="71">
                  <c:v>-0.78801075361</c:v>
                </c:pt>
                <c:pt idx="72">
                  <c:v>-0.80901699437</c:v>
                </c:pt>
                <c:pt idx="73">
                  <c:v>-0.82903757256</c:v>
                </c:pt>
                <c:pt idx="74">
                  <c:v>-0.84804809616</c:v>
                </c:pt>
                <c:pt idx="75">
                  <c:v>-0.86602540378</c:v>
                </c:pt>
                <c:pt idx="76">
                  <c:v>-0.88294759286</c:v>
                </c:pt>
                <c:pt idx="77">
                  <c:v>-0.8987940463</c:v>
                </c:pt>
                <c:pt idx="78">
                  <c:v>-0.91354545764</c:v>
                </c:pt>
                <c:pt idx="79">
                  <c:v>-0.92718385457</c:v>
                </c:pt>
                <c:pt idx="80">
                  <c:v>-0.93969262079</c:v>
                </c:pt>
                <c:pt idx="81">
                  <c:v>-0.9510565163</c:v>
                </c:pt>
                <c:pt idx="82">
                  <c:v>-0.96126169594</c:v>
                </c:pt>
                <c:pt idx="83">
                  <c:v>-0.97029572628</c:v>
                </c:pt>
                <c:pt idx="84">
                  <c:v>-0.97814760073</c:v>
                </c:pt>
                <c:pt idx="85">
                  <c:v>-0.98480775301</c:v>
                </c:pt>
                <c:pt idx="86">
                  <c:v>-0.99026806874</c:v>
                </c:pt>
                <c:pt idx="87">
                  <c:v>-0.99452189537</c:v>
                </c:pt>
                <c:pt idx="88">
                  <c:v>-0.99756405026</c:v>
                </c:pt>
                <c:pt idx="89">
                  <c:v>-0.99939082702</c:v>
                </c:pt>
                <c:pt idx="90">
                  <c:v>-1</c:v>
                </c:pt>
                <c:pt idx="91">
                  <c:v>-0.99939082702</c:v>
                </c:pt>
                <c:pt idx="92">
                  <c:v>-0.99756405026</c:v>
                </c:pt>
                <c:pt idx="93">
                  <c:v>-0.99452189537</c:v>
                </c:pt>
                <c:pt idx="94">
                  <c:v>-0.99026806874</c:v>
                </c:pt>
                <c:pt idx="95">
                  <c:v>-0.98480775301</c:v>
                </c:pt>
                <c:pt idx="96">
                  <c:v>-0.97814760073</c:v>
                </c:pt>
                <c:pt idx="97">
                  <c:v>-0.97029572628</c:v>
                </c:pt>
                <c:pt idx="98">
                  <c:v>-0.96126169594</c:v>
                </c:pt>
                <c:pt idx="99">
                  <c:v>-0.9510565163</c:v>
                </c:pt>
                <c:pt idx="100">
                  <c:v>-0.93969262079</c:v>
                </c:pt>
                <c:pt idx="101">
                  <c:v>-0.92718385457</c:v>
                </c:pt>
                <c:pt idx="102">
                  <c:v>-0.91354545764</c:v>
                </c:pt>
                <c:pt idx="103">
                  <c:v>-0.8987940463</c:v>
                </c:pt>
                <c:pt idx="104">
                  <c:v>-0.88294759286</c:v>
                </c:pt>
                <c:pt idx="105">
                  <c:v>-0.86602540378</c:v>
                </c:pt>
                <c:pt idx="106">
                  <c:v>-0.84804809616</c:v>
                </c:pt>
                <c:pt idx="107">
                  <c:v>-0.82903757256</c:v>
                </c:pt>
                <c:pt idx="108">
                  <c:v>-0.80901699437</c:v>
                </c:pt>
                <c:pt idx="109">
                  <c:v>-0.78801075361</c:v>
                </c:pt>
                <c:pt idx="110">
                  <c:v>-0.76604444312</c:v>
                </c:pt>
                <c:pt idx="111">
                  <c:v>-0.74314482548</c:v>
                </c:pt>
                <c:pt idx="112">
                  <c:v>-0.71933980034</c:v>
                </c:pt>
                <c:pt idx="113">
                  <c:v>-0.69465837046</c:v>
                </c:pt>
                <c:pt idx="114">
                  <c:v>-0.66913060636</c:v>
                </c:pt>
                <c:pt idx="115">
                  <c:v>-0.64278760969</c:v>
                </c:pt>
                <c:pt idx="116">
                  <c:v>-0.61566147533</c:v>
                </c:pt>
                <c:pt idx="117">
                  <c:v>-0.58778525229</c:v>
                </c:pt>
                <c:pt idx="118">
                  <c:v>-0.55919290347</c:v>
                </c:pt>
                <c:pt idx="119">
                  <c:v>-0.52991926423</c:v>
                </c:pt>
                <c:pt idx="120">
                  <c:v>-0.5</c:v>
                </c:pt>
                <c:pt idx="121">
                  <c:v>-0.46947156279</c:v>
                </c:pt>
                <c:pt idx="122">
                  <c:v>-0.43837114679</c:v>
                </c:pt>
                <c:pt idx="123">
                  <c:v>-0.40673664308</c:v>
                </c:pt>
                <c:pt idx="124">
                  <c:v>-0.37460659342</c:v>
                </c:pt>
                <c:pt idx="125">
                  <c:v>-0.34202014333</c:v>
                </c:pt>
                <c:pt idx="126">
                  <c:v>-0.30901699437</c:v>
                </c:pt>
                <c:pt idx="127">
                  <c:v>-0.27563735582</c:v>
                </c:pt>
                <c:pt idx="128">
                  <c:v>-0.2419218956</c:v>
                </c:pt>
                <c:pt idx="129">
                  <c:v>-0.20791169082</c:v>
                </c:pt>
                <c:pt idx="130">
                  <c:v>-0.17364817767</c:v>
                </c:pt>
                <c:pt idx="131">
                  <c:v>-0.13917310096</c:v>
                </c:pt>
                <c:pt idx="132">
                  <c:v>-0.10452846327</c:v>
                </c:pt>
                <c:pt idx="133">
                  <c:v>-0.069756473744</c:v>
                </c:pt>
                <c:pt idx="134">
                  <c:v>-0.034899496703</c:v>
                </c:pt>
                <c:pt idx="135">
                  <c:v>0</c:v>
                </c:pt>
                <c:pt idx="136">
                  <c:v>0.034899496703</c:v>
                </c:pt>
                <c:pt idx="137">
                  <c:v>0.069756473744</c:v>
                </c:pt>
                <c:pt idx="138">
                  <c:v>0.10452846327</c:v>
                </c:pt>
                <c:pt idx="139">
                  <c:v>0.13917310096</c:v>
                </c:pt>
                <c:pt idx="140">
                  <c:v>0.17364817767</c:v>
                </c:pt>
                <c:pt idx="141">
                  <c:v>0.20791169082</c:v>
                </c:pt>
                <c:pt idx="142">
                  <c:v>0.2419218956</c:v>
                </c:pt>
                <c:pt idx="143">
                  <c:v>0.27563735582</c:v>
                </c:pt>
                <c:pt idx="144">
                  <c:v>0.30901699437</c:v>
                </c:pt>
                <c:pt idx="145">
                  <c:v>0.34202014333</c:v>
                </c:pt>
                <c:pt idx="146">
                  <c:v>0.37460659342</c:v>
                </c:pt>
                <c:pt idx="147">
                  <c:v>0.40673664308</c:v>
                </c:pt>
                <c:pt idx="148">
                  <c:v>0.43837114679</c:v>
                </c:pt>
                <c:pt idx="149">
                  <c:v>0.46947156279</c:v>
                </c:pt>
                <c:pt idx="150">
                  <c:v>0.5</c:v>
                </c:pt>
                <c:pt idx="151">
                  <c:v>0.52991926423</c:v>
                </c:pt>
                <c:pt idx="152">
                  <c:v>0.55919290347</c:v>
                </c:pt>
                <c:pt idx="153">
                  <c:v>0.58778525229</c:v>
                </c:pt>
                <c:pt idx="154">
                  <c:v>0.61566147533</c:v>
                </c:pt>
                <c:pt idx="155">
                  <c:v>0.64278760969</c:v>
                </c:pt>
                <c:pt idx="156">
                  <c:v>0.66913060636</c:v>
                </c:pt>
                <c:pt idx="157">
                  <c:v>0.69465837046</c:v>
                </c:pt>
                <c:pt idx="158">
                  <c:v>0.71933980034</c:v>
                </c:pt>
                <c:pt idx="159">
                  <c:v>0.74314482548</c:v>
                </c:pt>
                <c:pt idx="160">
                  <c:v>0.76604444312</c:v>
                </c:pt>
                <c:pt idx="161">
                  <c:v>0.78801075361</c:v>
                </c:pt>
                <c:pt idx="162">
                  <c:v>0.80901699437</c:v>
                </c:pt>
                <c:pt idx="163">
                  <c:v>0.82903757256</c:v>
                </c:pt>
                <c:pt idx="164">
                  <c:v>0.84804809616</c:v>
                </c:pt>
                <c:pt idx="165">
                  <c:v>0.86602540378</c:v>
                </c:pt>
                <c:pt idx="166">
                  <c:v>0.88294759286</c:v>
                </c:pt>
                <c:pt idx="167">
                  <c:v>0.8987940463</c:v>
                </c:pt>
                <c:pt idx="168">
                  <c:v>0.91354545764</c:v>
                </c:pt>
                <c:pt idx="169">
                  <c:v>0.92718385457</c:v>
                </c:pt>
                <c:pt idx="170">
                  <c:v>0.93969262079</c:v>
                </c:pt>
                <c:pt idx="171">
                  <c:v>0.9510565163</c:v>
                </c:pt>
                <c:pt idx="172">
                  <c:v>0.96126169594</c:v>
                </c:pt>
                <c:pt idx="173">
                  <c:v>0.97029572628</c:v>
                </c:pt>
                <c:pt idx="174">
                  <c:v>0.97814760073</c:v>
                </c:pt>
                <c:pt idx="175">
                  <c:v>0.98480775301</c:v>
                </c:pt>
                <c:pt idx="176">
                  <c:v>0.99026806874</c:v>
                </c:pt>
                <c:pt idx="177">
                  <c:v>0.99452189537</c:v>
                </c:pt>
                <c:pt idx="178">
                  <c:v>0.99756405026</c:v>
                </c:pt>
                <c:pt idx="179">
                  <c:v>0.99939082702</c:v>
                </c:pt>
                <c:pt idx="180">
                  <c:v>1</c:v>
                </c:pt>
              </c:numCache>
            </c:numRef>
          </c:xVal>
          <c:yVal>
            <c:numRef>
              <c:f>'Chart Data'!$H$2:$H$182</c:f>
              <c:numCache>
                <c:formatCode>0.0</c:formatCode>
                <c:ptCount val="181"/>
                <c:pt idx="0">
                  <c:v>0.2588190451</c:v>
                </c:pt>
                <c:pt idx="1">
                  <c:v>0.29237170472</c:v>
                </c:pt>
                <c:pt idx="2">
                  <c:v>0.32556815446</c:v>
                </c:pt>
                <c:pt idx="3">
                  <c:v>0.35836794955</c:v>
                </c:pt>
                <c:pt idx="4">
                  <c:v>0.39073112849</c:v>
                </c:pt>
                <c:pt idx="5">
                  <c:v>0.42261826174</c:v>
                </c:pt>
                <c:pt idx="6">
                  <c:v>0.45399049974</c:v>
                </c:pt>
                <c:pt idx="7">
                  <c:v>0.48480962025</c:v>
                </c:pt>
                <c:pt idx="8">
                  <c:v>0.51503807491</c:v>
                </c:pt>
                <c:pt idx="9">
                  <c:v>0.54463903502</c:v>
                </c:pt>
                <c:pt idx="10">
                  <c:v>0.57357643635</c:v>
                </c:pt>
                <c:pt idx="11">
                  <c:v>0.60181502315</c:v>
                </c:pt>
                <c:pt idx="12">
                  <c:v>0.62932039105</c:v>
                </c:pt>
                <c:pt idx="13">
                  <c:v>0.65605902899</c:v>
                </c:pt>
                <c:pt idx="14">
                  <c:v>0.68199836006</c:v>
                </c:pt>
                <c:pt idx="15">
                  <c:v>0.70710678119</c:v>
                </c:pt>
                <c:pt idx="16">
                  <c:v>0.73135370162</c:v>
                </c:pt>
                <c:pt idx="17">
                  <c:v>0.75470958022</c:v>
                </c:pt>
                <c:pt idx="18">
                  <c:v>0.77714596146</c:v>
                </c:pt>
                <c:pt idx="19">
                  <c:v>0.79863551005</c:v>
                </c:pt>
                <c:pt idx="20">
                  <c:v>0.81915204429</c:v>
                </c:pt>
                <c:pt idx="21">
                  <c:v>0.83867056795</c:v>
                </c:pt>
                <c:pt idx="22">
                  <c:v>0.8571673007</c:v>
                </c:pt>
                <c:pt idx="23">
                  <c:v>0.87461970714</c:v>
                </c:pt>
                <c:pt idx="24">
                  <c:v>0.89100652419</c:v>
                </c:pt>
                <c:pt idx="25">
                  <c:v>0.90630778704</c:v>
                </c:pt>
                <c:pt idx="26">
                  <c:v>0.92050485345</c:v>
                </c:pt>
                <c:pt idx="27">
                  <c:v>0.9335804265</c:v>
                </c:pt>
                <c:pt idx="28">
                  <c:v>0.9455185756</c:v>
                </c:pt>
                <c:pt idx="29">
                  <c:v>0.95630475596</c:v>
                </c:pt>
                <c:pt idx="30">
                  <c:v>0.96592582629</c:v>
                </c:pt>
                <c:pt idx="31">
                  <c:v>0.97437006479</c:v>
                </c:pt>
                <c:pt idx="32">
                  <c:v>0.98162718345</c:v>
                </c:pt>
                <c:pt idx="33">
                  <c:v>0.9876883406</c:v>
                </c:pt>
                <c:pt idx="34">
                  <c:v>0.99254615164</c:v>
                </c:pt>
                <c:pt idx="35">
                  <c:v>0.99619469809</c:v>
                </c:pt>
                <c:pt idx="36">
                  <c:v>0.99862953475</c:v>
                </c:pt>
                <c:pt idx="37">
                  <c:v>0.99984769516</c:v>
                </c:pt>
                <c:pt idx="38">
                  <c:v>0.99984769516</c:v>
                </c:pt>
                <c:pt idx="39">
                  <c:v>0.99862953475</c:v>
                </c:pt>
                <c:pt idx="40">
                  <c:v>0.99619469809</c:v>
                </c:pt>
                <c:pt idx="41">
                  <c:v>0.99254615164</c:v>
                </c:pt>
                <c:pt idx="42">
                  <c:v>0.9876883406</c:v>
                </c:pt>
                <c:pt idx="43">
                  <c:v>0.98162718345</c:v>
                </c:pt>
                <c:pt idx="44">
                  <c:v>0.97437006479</c:v>
                </c:pt>
                <c:pt idx="45">
                  <c:v>0.96592582629</c:v>
                </c:pt>
                <c:pt idx="46">
                  <c:v>0.95630475596</c:v>
                </c:pt>
                <c:pt idx="47">
                  <c:v>0.9455185756</c:v>
                </c:pt>
                <c:pt idx="48">
                  <c:v>0.9335804265</c:v>
                </c:pt>
                <c:pt idx="49">
                  <c:v>0.92050485345</c:v>
                </c:pt>
                <c:pt idx="50">
                  <c:v>0.90630778704</c:v>
                </c:pt>
                <c:pt idx="51">
                  <c:v>0.89100652419</c:v>
                </c:pt>
                <c:pt idx="52">
                  <c:v>0.87461970714</c:v>
                </c:pt>
                <c:pt idx="53">
                  <c:v>0.8571673007</c:v>
                </c:pt>
                <c:pt idx="54">
                  <c:v>0.83867056795</c:v>
                </c:pt>
                <c:pt idx="55">
                  <c:v>0.81915204429</c:v>
                </c:pt>
                <c:pt idx="56">
                  <c:v>0.79863551005</c:v>
                </c:pt>
                <c:pt idx="57">
                  <c:v>0.77714596146</c:v>
                </c:pt>
                <c:pt idx="58">
                  <c:v>0.75470958022</c:v>
                </c:pt>
                <c:pt idx="59">
                  <c:v>0.73135370162</c:v>
                </c:pt>
                <c:pt idx="60">
                  <c:v>0.70710678119</c:v>
                </c:pt>
                <c:pt idx="61">
                  <c:v>0.68199836006</c:v>
                </c:pt>
                <c:pt idx="62">
                  <c:v>0.65605902899</c:v>
                </c:pt>
                <c:pt idx="63">
                  <c:v>0.62932039105</c:v>
                </c:pt>
                <c:pt idx="64">
                  <c:v>0.60181502315</c:v>
                </c:pt>
                <c:pt idx="65">
                  <c:v>0.57357643635</c:v>
                </c:pt>
                <c:pt idx="66">
                  <c:v>0.54463903502</c:v>
                </c:pt>
                <c:pt idx="67">
                  <c:v>0.51503807491</c:v>
                </c:pt>
                <c:pt idx="68">
                  <c:v>0.48480962025</c:v>
                </c:pt>
                <c:pt idx="69">
                  <c:v>0.45399049974</c:v>
                </c:pt>
                <c:pt idx="70">
                  <c:v>0.42261826174</c:v>
                </c:pt>
                <c:pt idx="71">
                  <c:v>0.39073112849</c:v>
                </c:pt>
                <c:pt idx="72">
                  <c:v>0.35836794955</c:v>
                </c:pt>
                <c:pt idx="73">
                  <c:v>0.32556815446</c:v>
                </c:pt>
                <c:pt idx="74">
                  <c:v>0.29237170472</c:v>
                </c:pt>
                <c:pt idx="75">
                  <c:v>0.2588190451</c:v>
                </c:pt>
                <c:pt idx="76">
                  <c:v>0.22495105434</c:v>
                </c:pt>
                <c:pt idx="77">
                  <c:v>0.19080899538</c:v>
                </c:pt>
                <c:pt idx="78">
                  <c:v>0.15643446504</c:v>
                </c:pt>
                <c:pt idx="79">
                  <c:v>0.12186934341</c:v>
                </c:pt>
                <c:pt idx="80">
                  <c:v>0.087155742748</c:v>
                </c:pt>
                <c:pt idx="81">
                  <c:v>0.052335956243</c:v>
                </c:pt>
                <c:pt idx="82">
                  <c:v>0.017452406437</c:v>
                </c:pt>
                <c:pt idx="83">
                  <c:v>-0.017452406437</c:v>
                </c:pt>
                <c:pt idx="84">
                  <c:v>-0.052335956243</c:v>
                </c:pt>
                <c:pt idx="85">
                  <c:v>-0.087155742748</c:v>
                </c:pt>
                <c:pt idx="86">
                  <c:v>-0.12186934341</c:v>
                </c:pt>
                <c:pt idx="87">
                  <c:v>-0.15643446504</c:v>
                </c:pt>
                <c:pt idx="88">
                  <c:v>-0.19080899538</c:v>
                </c:pt>
                <c:pt idx="89">
                  <c:v>-0.22495105434</c:v>
                </c:pt>
                <c:pt idx="90">
                  <c:v>-0.2588190451</c:v>
                </c:pt>
                <c:pt idx="91">
                  <c:v>-0.29237170472</c:v>
                </c:pt>
                <c:pt idx="92">
                  <c:v>-0.32556815446</c:v>
                </c:pt>
                <c:pt idx="93">
                  <c:v>-0.35836794955</c:v>
                </c:pt>
                <c:pt idx="94">
                  <c:v>-0.39073112849</c:v>
                </c:pt>
                <c:pt idx="95">
                  <c:v>-0.42261826174</c:v>
                </c:pt>
                <c:pt idx="96">
                  <c:v>-0.45399049974</c:v>
                </c:pt>
                <c:pt idx="97">
                  <c:v>-0.48480962025</c:v>
                </c:pt>
                <c:pt idx="98">
                  <c:v>-0.51503807491</c:v>
                </c:pt>
                <c:pt idx="99">
                  <c:v>-0.54463903502</c:v>
                </c:pt>
                <c:pt idx="100">
                  <c:v>-0.57357643635</c:v>
                </c:pt>
                <c:pt idx="101">
                  <c:v>-0.60181502315</c:v>
                </c:pt>
                <c:pt idx="102">
                  <c:v>-0.62932039105</c:v>
                </c:pt>
                <c:pt idx="103">
                  <c:v>-0.65605902899</c:v>
                </c:pt>
                <c:pt idx="104">
                  <c:v>-0.68199836006</c:v>
                </c:pt>
                <c:pt idx="105">
                  <c:v>-0.70710678119</c:v>
                </c:pt>
                <c:pt idx="106">
                  <c:v>-0.73135370162</c:v>
                </c:pt>
                <c:pt idx="107">
                  <c:v>-0.75470958022</c:v>
                </c:pt>
                <c:pt idx="108">
                  <c:v>-0.77714596146</c:v>
                </c:pt>
                <c:pt idx="109">
                  <c:v>-0.79863551005</c:v>
                </c:pt>
                <c:pt idx="110">
                  <c:v>-0.81915204429</c:v>
                </c:pt>
                <c:pt idx="111">
                  <c:v>-0.83867056795</c:v>
                </c:pt>
                <c:pt idx="112">
                  <c:v>-0.8571673007</c:v>
                </c:pt>
                <c:pt idx="113">
                  <c:v>-0.87461970714</c:v>
                </c:pt>
                <c:pt idx="114">
                  <c:v>-0.89100652419</c:v>
                </c:pt>
                <c:pt idx="115">
                  <c:v>-0.90630778704</c:v>
                </c:pt>
                <c:pt idx="116">
                  <c:v>-0.92050485345</c:v>
                </c:pt>
                <c:pt idx="117">
                  <c:v>-0.9335804265</c:v>
                </c:pt>
                <c:pt idx="118">
                  <c:v>-0.9455185756</c:v>
                </c:pt>
                <c:pt idx="119">
                  <c:v>-0.95630475596</c:v>
                </c:pt>
                <c:pt idx="120">
                  <c:v>-0.96592582629</c:v>
                </c:pt>
                <c:pt idx="121">
                  <c:v>-0.97437006479</c:v>
                </c:pt>
                <c:pt idx="122">
                  <c:v>-0.98162718345</c:v>
                </c:pt>
                <c:pt idx="123">
                  <c:v>-0.9876883406</c:v>
                </c:pt>
                <c:pt idx="124">
                  <c:v>-0.99254615164</c:v>
                </c:pt>
                <c:pt idx="125">
                  <c:v>-0.99619469809</c:v>
                </c:pt>
                <c:pt idx="126">
                  <c:v>-0.99862953475</c:v>
                </c:pt>
                <c:pt idx="127">
                  <c:v>-0.99984769516</c:v>
                </c:pt>
                <c:pt idx="128">
                  <c:v>-0.99984769516</c:v>
                </c:pt>
                <c:pt idx="129">
                  <c:v>-0.99862953475</c:v>
                </c:pt>
                <c:pt idx="130">
                  <c:v>-0.99619469809</c:v>
                </c:pt>
                <c:pt idx="131">
                  <c:v>-0.99254615164</c:v>
                </c:pt>
                <c:pt idx="132">
                  <c:v>-0.9876883406</c:v>
                </c:pt>
                <c:pt idx="133">
                  <c:v>-0.98162718345</c:v>
                </c:pt>
                <c:pt idx="134">
                  <c:v>-0.97437006479</c:v>
                </c:pt>
                <c:pt idx="135">
                  <c:v>-0.96592582629</c:v>
                </c:pt>
                <c:pt idx="136">
                  <c:v>-0.95630475596</c:v>
                </c:pt>
                <c:pt idx="137">
                  <c:v>-0.9455185756</c:v>
                </c:pt>
                <c:pt idx="138">
                  <c:v>-0.9335804265</c:v>
                </c:pt>
                <c:pt idx="139">
                  <c:v>-0.92050485345</c:v>
                </c:pt>
                <c:pt idx="140">
                  <c:v>-0.90630778704</c:v>
                </c:pt>
                <c:pt idx="141">
                  <c:v>-0.89100652419</c:v>
                </c:pt>
                <c:pt idx="142">
                  <c:v>-0.87461970714</c:v>
                </c:pt>
                <c:pt idx="143">
                  <c:v>-0.8571673007</c:v>
                </c:pt>
                <c:pt idx="144">
                  <c:v>-0.83867056795</c:v>
                </c:pt>
                <c:pt idx="145">
                  <c:v>-0.81915204429</c:v>
                </c:pt>
                <c:pt idx="146">
                  <c:v>-0.79863551005</c:v>
                </c:pt>
                <c:pt idx="147">
                  <c:v>-0.77714596146</c:v>
                </c:pt>
                <c:pt idx="148">
                  <c:v>-0.75470958022</c:v>
                </c:pt>
                <c:pt idx="149">
                  <c:v>-0.73135370162</c:v>
                </c:pt>
                <c:pt idx="150">
                  <c:v>-0.70710678119</c:v>
                </c:pt>
                <c:pt idx="151">
                  <c:v>-0.68199836006</c:v>
                </c:pt>
                <c:pt idx="152">
                  <c:v>-0.65605902899</c:v>
                </c:pt>
                <c:pt idx="153">
                  <c:v>-0.62932039105</c:v>
                </c:pt>
                <c:pt idx="154">
                  <c:v>-0.60181502315</c:v>
                </c:pt>
                <c:pt idx="155">
                  <c:v>-0.57357643635</c:v>
                </c:pt>
                <c:pt idx="156">
                  <c:v>-0.54463903502</c:v>
                </c:pt>
                <c:pt idx="157">
                  <c:v>-0.51503807491</c:v>
                </c:pt>
                <c:pt idx="158">
                  <c:v>-0.48480962025</c:v>
                </c:pt>
                <c:pt idx="159">
                  <c:v>-0.45399049974</c:v>
                </c:pt>
                <c:pt idx="160">
                  <c:v>-0.42261826174</c:v>
                </c:pt>
                <c:pt idx="161">
                  <c:v>-0.39073112849</c:v>
                </c:pt>
                <c:pt idx="162">
                  <c:v>-0.35836794955</c:v>
                </c:pt>
                <c:pt idx="163">
                  <c:v>-0.32556815446</c:v>
                </c:pt>
                <c:pt idx="164">
                  <c:v>-0.29237170472</c:v>
                </c:pt>
                <c:pt idx="165">
                  <c:v>-0.2588190451</c:v>
                </c:pt>
                <c:pt idx="166">
                  <c:v>-0.22495105434</c:v>
                </c:pt>
                <c:pt idx="167">
                  <c:v>-0.19080899538</c:v>
                </c:pt>
                <c:pt idx="168">
                  <c:v>-0.15643446504</c:v>
                </c:pt>
                <c:pt idx="169">
                  <c:v>-0.12186934341</c:v>
                </c:pt>
                <c:pt idx="170">
                  <c:v>-0.087155742748</c:v>
                </c:pt>
                <c:pt idx="171">
                  <c:v>-0.052335956243</c:v>
                </c:pt>
                <c:pt idx="172">
                  <c:v>-0.017452406437</c:v>
                </c:pt>
                <c:pt idx="173">
                  <c:v>0.017452406437</c:v>
                </c:pt>
                <c:pt idx="174">
                  <c:v>0.052335956243</c:v>
                </c:pt>
                <c:pt idx="175">
                  <c:v>0.087155742748</c:v>
                </c:pt>
                <c:pt idx="176">
                  <c:v>0.12186934341</c:v>
                </c:pt>
                <c:pt idx="177">
                  <c:v>0.15643446504</c:v>
                </c:pt>
                <c:pt idx="178">
                  <c:v>0.19080899538</c:v>
                </c:pt>
                <c:pt idx="179">
                  <c:v>0.22495105434</c:v>
                </c:pt>
                <c:pt idx="180">
                  <c:v>0.2588190451</c:v>
                </c:pt>
              </c:numCache>
            </c:numRef>
          </c:yVal>
        </c:ser>
        <c:ser>
          <c:idx val="4"/>
          <c:order val="4"/>
          <c:tx>
            <c:v>理想向量（ε=45°）</c:v>
          </c:tx>
          <c:spPr>
            <a:ln xmlns:a="http://schemas.openxmlformats.org/drawingml/2006/main" w="23813">
              <a:solidFill>
                <a:srgbClr val="949FAA"/>
              </a:solidFill>
              <a:prstDash val="solid"/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0.70710678119</c:v>
                </c:pt>
              </c:numCache>
            </c:numRef>
          </c:xVal>
          <c:yVal>
            <c:numRef>
              <c:f>'Chart Data'!$J$2:$J$3</c:f>
              <c:numCache>
                <c:formatCode>0.0</c:formatCode>
                <c:ptCount val="2"/>
                <c:pt idx="0">
                  <c:v>0</c:v>
                </c:pt>
                <c:pt idx="1">
                  <c:v>0.70710678119</c:v>
                </c:pt>
              </c:numCache>
            </c:numRef>
          </c:yVal>
        </c:ser>
        <c:ser>
          <c:idx val="5"/>
          <c:order val="5"/>
          <c:tx>
            <c:v>失真向量（ε=45°）</c:v>
          </c:tx>
          <c:spPr>
            <a:ln xmlns:a="http://schemas.openxmlformats.org/drawingml/2006/main" w="23813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0</c:v>
                </c:pt>
                <c:pt idx="1">
                  <c:v>0.70710678119</c:v>
                </c:pt>
              </c:numCache>
            </c:numRef>
          </c:xVal>
          <c:yVal>
            <c:numRef>
              <c:f>'Chart Data'!$L$2:$L$3</c:f>
              <c:numCache>
                <c:formatCode>0.0</c:formatCode>
                <c:ptCount val="2"/>
                <c:pt idx="0">
                  <c:v>0</c:v>
                </c:pt>
                <c:pt idx="1">
                  <c:v>0.86602540378</c:v>
                </c:pt>
              </c:numCache>
            </c:numRef>
          </c:yVal>
        </c:ser>
        <c:ser>
          <c:idx val="6"/>
          <c:order val="6"/>
          <c:tx>
            <c:v>理想端點</c:v>
          </c:tx>
          <c:spPr>
            <a:ln xmlns:a="http://schemas.openxmlformats.org/drawingml/2006/main" w="0">
              <a:solidFill>
                <a:srgbClr val="949FAA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949FAA"/>
              </a:solidFill>
            </c:spPr>
          </c:marker>
          <c:xVal>
            <c:numRef>
              <c:f>'Chart Data'!$M$2:$M$2</c:f>
              <c:numCache>
                <c:formatCode>General</c:formatCode>
                <c:ptCount val="1"/>
                <c:pt idx="0">
                  <c:v>0.70710678119</c:v>
                </c:pt>
              </c:numCache>
            </c:numRef>
          </c:xVal>
          <c:yVal>
            <c:numRef>
              <c:f>'Chart Data'!$N$2:$N$2</c:f>
              <c:numCache>
                <c:formatCode>0.0</c:formatCode>
                <c:ptCount val="1"/>
                <c:pt idx="0">
                  <c:v>0.70710678119</c:v>
                </c:pt>
              </c:numCache>
            </c:numRef>
          </c:yVal>
        </c:ser>
        <c:ser>
          <c:idx val="7"/>
          <c:order val="7"/>
          <c:tx>
            <c:v>失真端點</c:v>
          </c:tx>
          <c:spPr>
            <a:ln xmlns:a="http://schemas.openxmlformats.org/drawingml/2006/main" w="0">
              <a:solidFill>
                <a:srgbClr val="315B8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315B80"/>
              </a:solidFill>
            </c:spPr>
          </c:marker>
          <c:xVal>
            <c:numRef>
              <c:f>'Chart Data'!$O$2:$O$2</c:f>
              <c:numCache>
                <c:formatCode>General</c:formatCode>
                <c:ptCount val="1"/>
                <c:pt idx="0">
                  <c:v>0.70710678119</c:v>
                </c:pt>
              </c:numCache>
            </c:numRef>
          </c:xVal>
          <c:yVal>
            <c:numRef>
              <c:f>'Chart Data'!$P$2:$P$2</c:f>
              <c:numCache>
                <c:formatCode>0.0</c:formatCode>
                <c:ptCount val="1"/>
                <c:pt idx="0">
                  <c:v>0.86602540378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1"/>
        <c:axPos val="l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</c:valAx>
      <c:valAx>
        <c:axId val="48650112"/>
        <c:scaling>
          <c:orientation val="minMax"/>
          <c:max val="1.5"/>
          <c:min val="-1.5"/>
        </c:scaling>
        <c:delete val="1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目標 q_ref=1</c:v>
          </c:tx>
          <c:spPr>
            <a:ln xmlns:a="http://schemas.openxmlformats.org/drawingml/2006/main" w="20955">
              <a:solidFill>
                <a:srgbClr val="949FAA"/>
              </a:solidFill>
              <a:prstDash val="solid"/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360</c:v>
                </c:pt>
              </c:numCache>
            </c:numRef>
          </c:xVal>
          <c:yVal>
            <c:numRef>
              <c:f>'Chart Data'!$B$2:$B$3</c:f>
              <c:numCache>
                <c:formatCode>0.0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yVal>
        </c:ser>
        <c:ser>
          <c:idx val="1"/>
          <c:order val="1"/>
          <c:tx>
            <c:v>目前平方和</c:v>
          </c:tx>
          <c:spPr>
            <a:ln xmlns:a="http://schemas.openxmlformats.org/drawingml/2006/main" w="28575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</c:numCache>
            </c:numRef>
          </c:xVal>
          <c:yVal>
            <c:numRef>
              <c:f>'Chart Data'!$D$2:$D$182</c:f>
              <c:numCache>
                <c:formatCode>0.0</c:formatCode>
                <c:ptCount val="181"/>
                <c:pt idx="0">
                  <c:v>1.8521489964</c:v>
                </c:pt>
                <c:pt idx="1">
                  <c:v>1.8537881053</c:v>
                </c:pt>
                <c:pt idx="2">
                  <c:v>1.8530306365</c:v>
                </c:pt>
                <c:pt idx="3">
                  <c:v>1.8498532028</c:v>
                </c:pt>
                <c:pt idx="4">
                  <c:v>1.8442425623</c:v>
                </c:pt>
                <c:pt idx="5">
                  <c:v>1.8361957176</c:v>
                </c:pt>
                <c:pt idx="6">
                  <c:v>1.8257199672</c:v>
                </c:pt>
                <c:pt idx="7">
                  <c:v>1.812832909</c:v>
                </c:pt>
                <c:pt idx="8">
                  <c:v>1.7975623953</c:v>
                </c:pt>
                <c:pt idx="9">
                  <c:v>1.7799464396</c:v>
                </c:pt>
                <c:pt idx="10">
                  <c:v>1.7600330759</c:v>
                </c:pt>
                <c:pt idx="11">
                  <c:v>1.7378801703</c:v>
                </c:pt>
                <c:pt idx="12">
                  <c:v>1.7135551874</c:v>
                </c:pt>
                <c:pt idx="13">
                  <c:v>1.6871349103</c:v>
                </c:pt>
                <c:pt idx="14">
                  <c:v>1.6587051179</c:v>
                </c:pt>
                <c:pt idx="15">
                  <c:v>1.6283602188</c:v>
                </c:pt>
                <c:pt idx="16">
                  <c:v>1.5962028455</c:v>
                </c:pt>
                <c:pt idx="17">
                  <c:v>1.5623434092</c:v>
                </c:pt>
                <c:pt idx="18">
                  <c:v>1.5268996184</c:v>
                </c:pt>
                <c:pt idx="19">
                  <c:v>1.4899959628</c:v>
                </c:pt>
                <c:pt idx="20">
                  <c:v>1.4517631657</c:v>
                </c:pt>
                <c:pt idx="21">
                  <c:v>1.412337607</c:v>
                </c:pt>
                <c:pt idx="22">
                  <c:v>1.3718607192</c:v>
                </c:pt>
                <c:pt idx="23">
                  <c:v>1.3304783604</c:v>
                </c:pt>
                <c:pt idx="24">
                  <c:v>1.288340166</c:v>
                </c:pt>
                <c:pt idx="25">
                  <c:v>1.2455988832</c:v>
                </c:pt>
                <c:pt idx="26">
                  <c:v>1.2024096907</c:v>
                </c:pt>
                <c:pt idx="27">
                  <c:v>1.1589295075</c:v>
                </c:pt>
                <c:pt idx="28">
                  <c:v>1.1153162934</c:v>
                </c:pt>
                <c:pt idx="29">
                  <c:v>1.0717283451</c:v>
                </c:pt>
                <c:pt idx="30">
                  <c:v>1.0283235911</c:v>
                </c:pt>
                <c:pt idx="31">
                  <c:v>0.98525888864</c:v>
                </c:pt>
                <c:pt idx="32">
                  <c:v>0.94268932582</c:v>
                </c:pt>
                <c:pt idx="33">
                  <c:v>0.90076753287</c:v>
                </c:pt>
                <c:pt idx="34">
                  <c:v>0.8596430052</c:v>
                </c:pt>
                <c:pt idx="35">
                  <c:v>0.81946144183</c:v>
                </c:pt>
                <c:pt idx="36">
                  <c:v>0.78036410208</c:v>
                </c:pt>
                <c:pt idx="37">
                  <c:v>0.74248718383</c:v>
                </c:pt>
                <c:pt idx="38">
                  <c:v>0.70596122604</c:v>
                </c:pt>
                <c:pt idx="39">
                  <c:v>0.67091053865</c:v>
                </c:pt>
                <c:pt idx="40">
                  <c:v>0.63745266222</c:v>
                </c:pt>
                <c:pt idx="41">
                  <c:v>0.6056978602</c:v>
                </c:pt>
                <c:pt idx="42">
                  <c:v>0.57574864592</c:v>
                </c:pt>
                <c:pt idx="43">
                  <c:v>0.54769934683</c:v>
                </c:pt>
                <c:pt idx="44">
                  <c:v>0.52163570772</c:v>
                </c:pt>
                <c:pt idx="45">
                  <c:v>0.49763453504</c:v>
                </c:pt>
                <c:pt idx="46">
                  <c:v>0.4757633838</c:v>
                </c:pt>
                <c:pt idx="47">
                  <c:v>0.45608028866</c:v>
                </c:pt>
                <c:pt idx="48">
                  <c:v>0.43863354027</c:v>
                </c:pt>
                <c:pt idx="49">
                  <c:v>0.42346150801</c:v>
                </c:pt>
                <c:pt idx="50">
                  <c:v>0.41059250983</c:v>
                </c:pt>
                <c:pt idx="51">
                  <c:v>0.40004472992</c:v>
                </c:pt>
                <c:pt idx="52">
                  <c:v>0.39182618429</c:v>
                </c:pt>
                <c:pt idx="53">
                  <c:v>0.38593473458</c:v>
                </c:pt>
                <c:pt idx="54">
                  <c:v>0.38235814984</c:v>
                </c:pt>
                <c:pt idx="55">
                  <c:v>0.38107421604</c:v>
                </c:pt>
                <c:pt idx="56">
                  <c:v>0.38205089255</c:v>
                </c:pt>
                <c:pt idx="57">
                  <c:v>0.38524651489</c:v>
                </c:pt>
                <c:pt idx="58">
                  <c:v>0.39061004271</c:v>
                </c:pt>
                <c:pt idx="59">
                  <c:v>0.39808135166</c:v>
                </c:pt>
                <c:pt idx="60">
                  <c:v>0.4075915677</c:v>
                </c:pt>
                <c:pt idx="61">
                  <c:v>0.41906344224</c:v>
                </c:pt>
                <c:pt idx="62">
                  <c:v>0.43241176617</c:v>
                </c:pt>
                <c:pt idx="63">
                  <c:v>0.44754382066</c:v>
                </c:pt>
                <c:pt idx="64">
                  <c:v>0.46435986265</c:v>
                </c:pt>
                <c:pt idx="65">
                  <c:v>0.48275364247</c:v>
                </c:pt>
                <c:pt idx="66">
                  <c:v>0.50261295113</c:v>
                </c:pt>
                <c:pt idx="67">
                  <c:v>0.52382019452</c:v>
                </c:pt>
                <c:pt idx="68">
                  <c:v>0.54625299167</c:v>
                </c:pt>
                <c:pt idx="69">
                  <c:v>0.56978479426</c:v>
                </c:pt>
                <c:pt idx="70">
                  <c:v>0.59428552415</c:v>
                </c:pt>
                <c:pt idx="71">
                  <c:v>0.61962222589</c:v>
                </c:pt>
                <c:pt idx="72">
                  <c:v>0.64565973106</c:v>
                </c:pt>
                <c:pt idx="73">
                  <c:v>0.67226133106</c:v>
                </c:pt>
                <c:pt idx="74">
                  <c:v>0.69928945516</c:v>
                </c:pt>
                <c:pt idx="75">
                  <c:v>0.72660635047</c:v>
                </c:pt>
                <c:pt idx="76">
                  <c:v>0.7540747604</c:v>
                </c:pt>
                <c:pt idx="77">
                  <c:v>0.78155859848</c:v>
                </c:pt>
                <c:pt idx="78">
                  <c:v>0.80892361413</c:v>
                </c:pt>
                <c:pt idx="79">
                  <c:v>0.8360380471</c:v>
                </c:pt>
                <c:pt idx="80">
                  <c:v>0.86277326755</c:v>
                </c:pt>
                <c:pt idx="81">
                  <c:v>0.88900439842</c:v>
                </c:pt>
                <c:pt idx="82">
                  <c:v>0.91461091737</c:v>
                </c:pt>
                <c:pt idx="83">
                  <c:v>0.93947723498</c:v>
                </c:pt>
                <c:pt idx="84">
                  <c:v>0.96349324682</c:v>
                </c:pt>
                <c:pt idx="85">
                  <c:v>0.98655485637</c:v>
                </c:pt>
                <c:pt idx="86">
                  <c:v>1.0085644664</c:v>
                </c:pt>
                <c:pt idx="87">
                  <c:v>1.0294314367</c:v>
                </c:pt>
                <c:pt idx="88">
                  <c:v>1.049072505</c:v>
                </c:pt>
                <c:pt idx="89">
                  <c:v>1.0674121707</c:v>
                </c:pt>
                <c:pt idx="90">
                  <c:v>1.0843830379</c:v>
                </c:pt>
                <c:pt idx="91">
                  <c:v>1.0999261168</c:v>
                </c:pt>
                <c:pt idx="92">
                  <c:v>1.1139910826</c:v>
                </c:pt>
                <c:pt idx="93">
                  <c:v>1.1265364895</c:v>
                </c:pt>
                <c:pt idx="94">
                  <c:v>1.1375299395</c:v>
                </c:pt>
                <c:pt idx="95">
                  <c:v>1.1469482058</c:v>
                </c:pt>
                <c:pt idx="96">
                  <c:v>1.1547773083</c:v>
                </c:pt>
                <c:pt idx="97">
                  <c:v>1.1610125433</c:v>
                </c:pt>
                <c:pt idx="98">
                  <c:v>1.1656584655</c:v>
                </c:pt>
                <c:pt idx="99">
                  <c:v>1.1687288234</c:v>
                </c:pt>
                <c:pt idx="100">
                  <c:v>1.1702464476</c:v>
                </c:pt>
                <c:pt idx="101">
                  <c:v>1.1702430943</c:v>
                </c:pt>
                <c:pt idx="102">
                  <c:v>1.1687592419</c:v>
                </c:pt>
                <c:pt idx="103">
                  <c:v>1.1658438453</c:v>
                </c:pt>
                <c:pt idx="104">
                  <c:v>1.1615540462</c:v>
                </c:pt>
                <c:pt idx="105">
                  <c:v>1.1559548425</c:v>
                </c:pt>
                <c:pt idx="106">
                  <c:v>1.1491187177</c:v>
                </c:pt>
                <c:pt idx="107">
                  <c:v>1.141125233</c:v>
                </c:pt>
                <c:pt idx="108">
                  <c:v>1.1320605833</c:v>
                </c:pt>
                <c:pt idx="109">
                  <c:v>1.1220171193</c:v>
                </c:pt>
                <c:pt idx="110">
                  <c:v>1.1110928395</c:v>
                </c:pt>
                <c:pt idx="111">
                  <c:v>1.0993908523</c:v>
                </c:pt>
                <c:pt idx="112">
                  <c:v>1.0870188134</c:v>
                </c:pt>
                <c:pt idx="113">
                  <c:v>1.0740883395</c:v>
                </c:pt>
                <c:pt idx="114">
                  <c:v>1.0607144018</c:v>
                </c:pt>
                <c:pt idx="115">
                  <c:v>1.0470147025</c:v>
                </c:pt>
                <c:pt idx="116">
                  <c:v>1.0331090379</c:v>
                </c:pt>
                <c:pt idx="117">
                  <c:v>1.0191186493</c:v>
                </c:pt>
                <c:pt idx="118">
                  <c:v>1.0051655677</c:v>
                </c:pt>
                <c:pt idx="119">
                  <c:v>0.99137195371</c:v>
                </c:pt>
                <c:pt idx="120">
                  <c:v>0.97785943592</c:v>
                </c:pt>
                <c:pt idx="121">
                  <c:v>0.96474845242</c:v>
                </c:pt>
                <c:pt idx="122">
                  <c:v>0.95215759737</c:v>
                </c:pt>
                <c:pt idx="123">
                  <c:v>0.94020297656</c:v>
                </c:pt>
                <c:pt idx="124">
                  <c:v>0.92899757502</c:v>
                </c:pt>
                <c:pt idx="125">
                  <c:v>0.91865063992</c:v>
                </c:pt>
                <c:pt idx="126">
                  <c:v>0.90926708168</c:v>
                </c:pt>
                <c:pt idx="127">
                  <c:v>0.90094689651</c:v>
                </c:pt>
                <c:pt idx="128">
                  <c:v>0.89378461306</c:v>
                </c:pt>
                <c:pt idx="129">
                  <c:v>0.88786876613</c:v>
                </c:pt>
                <c:pt idx="130">
                  <c:v>0.88328139999</c:v>
                </c:pt>
                <c:pt idx="131">
                  <c:v>0.8800976038</c:v>
                </c:pt>
                <c:pt idx="132">
                  <c:v>0.87838508155</c:v>
                </c:pt>
                <c:pt idx="133">
                  <c:v>0.8782037586</c:v>
                </c:pt>
                <c:pt idx="134">
                  <c:v>0.87960542691</c:v>
                </c:pt>
                <c:pt idx="135">
                  <c:v>0.88263343068</c:v>
                </c:pt>
                <c:pt idx="136">
                  <c:v>0.88732239406</c:v>
                </c:pt>
                <c:pt idx="137">
                  <c:v>0.89369799228</c:v>
                </c:pt>
                <c:pt idx="138">
                  <c:v>0.90177676748</c:v>
                </c:pt>
                <c:pt idx="139">
                  <c:v>0.91156599012</c:v>
                </c:pt>
                <c:pt idx="140">
                  <c:v>0.92306356673</c:v>
                </c:pt>
                <c:pt idx="141">
                  <c:v>0.93625799457</c:v>
                </c:pt>
                <c:pt idx="142">
                  <c:v>0.95112836342</c:v>
                </c:pt>
                <c:pt idx="143">
                  <c:v>0.96764440463</c:v>
                </c:pt>
                <c:pt idx="144">
                  <c:v>0.98576658719</c:v>
                </c:pt>
                <c:pt idx="145">
                  <c:v>1.0054462605</c:v>
                </c:pt>
                <c:pt idx="146">
                  <c:v>1.0266258429</c:v>
                </c:pt>
                <c:pt idx="147">
                  <c:v>1.0492390558</c:v>
                </c:pt>
                <c:pt idx="148">
                  <c:v>1.0732112016</c:v>
                </c:pt>
                <c:pt idx="149">
                  <c:v>1.0984594842</c:v>
                </c:pt>
                <c:pt idx="150">
                  <c:v>1.124893371</c:v>
                </c:pt>
                <c:pt idx="151">
                  <c:v>1.1524149945</c:v>
                </c:pt>
                <c:pt idx="152">
                  <c:v>1.1809195916</c:v>
                </c:pt>
                <c:pt idx="153">
                  <c:v>1.2102959777</c:v>
                </c:pt>
                <c:pt idx="154">
                  <c:v>1.2404270553</c:v>
                </c:pt>
                <c:pt idx="155">
                  <c:v>1.2711903523</c:v>
                </c:pt>
                <c:pt idx="156">
                  <c:v>1.3024585896</c:v>
                </c:pt>
                <c:pt idx="157">
                  <c:v>1.3341002729</c:v>
                </c:pt>
                <c:pt idx="158">
                  <c:v>1.3659803084</c:v>
                </c:pt>
                <c:pt idx="159">
                  <c:v>1.397960638</c:v>
                </c:pt>
                <c:pt idx="160">
                  <c:v>1.4299008901</c:v>
                </c:pt>
                <c:pt idx="161">
                  <c:v>1.4616590455</c:v>
                </c:pt>
                <c:pt idx="162">
                  <c:v>1.4930921122</c:v>
                </c:pt>
                <c:pt idx="163">
                  <c:v>1.5240568079</c:v>
                </c:pt>
                <c:pt idx="164">
                  <c:v>1.5544102461</c:v>
                </c:pt>
                <c:pt idx="165">
                  <c:v>1.5840106225</c:v>
                </c:pt>
                <c:pt idx="166">
                  <c:v>1.6127178985</c:v>
                </c:pt>
                <c:pt idx="167">
                  <c:v>1.6403944783</c:v>
                </c:pt>
                <c:pt idx="168">
                  <c:v>1.6669058764</c:v>
                </c:pt>
                <c:pt idx="169">
                  <c:v>1.6921213727</c:v>
                </c:pt>
                <c:pt idx="170">
                  <c:v>1.7159146507</c:v>
                </c:pt>
                <c:pt idx="171">
                  <c:v>1.7381644178</c:v>
                </c:pt>
                <c:pt idx="172">
                  <c:v>1.7587550023</c:v>
                </c:pt>
                <c:pt idx="173">
                  <c:v>1.7775769259</c:v>
                </c:pt>
                <c:pt idx="174">
                  <c:v>1.7945274484</c:v>
                </c:pt>
                <c:pt idx="175">
                  <c:v>1.8095110814</c:v>
                </c:pt>
                <c:pt idx="176">
                  <c:v>1.8224400696</c:v>
                </c:pt>
                <c:pt idx="177">
                  <c:v>1.8332348358</c:v>
                </c:pt>
                <c:pt idx="178">
                  <c:v>1.8418243896</c:v>
                </c:pt>
                <c:pt idx="179">
                  <c:v>1.8481466946</c:v>
                </c:pt>
                <c:pt idx="180">
                  <c:v>1.8521489964</c:v>
                </c:pt>
              </c:numCache>
            </c:numRef>
          </c:yVal>
        </c:ser>
        <c:ser>
          <c:idx val="2"/>
          <c:order val="2"/>
          <c:tx>
            <c:v>positive 殘差觀察點</c:v>
          </c:tx>
          <c:spPr>
            <a:ln xmlns:a="http://schemas.openxmlformats.org/drawingml/2006/main" w="0">
              <a:solidFill>
                <a:srgbClr val="AC8325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AC8325"/>
              </a:solidFill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90</c:v>
                </c:pt>
              </c:numCache>
            </c:numRef>
          </c:xVal>
          <c:yVal>
            <c:numRef>
              <c:f>'Chart Data'!$F$2:$F$2</c:f>
              <c:numCache>
                <c:formatCode>0.0</c:formatCode>
                <c:ptCount val="1"/>
                <c:pt idx="0">
                  <c:v>0.49763453504</c:v>
                </c:pt>
              </c:numCache>
            </c:numRef>
          </c:yVal>
        </c:ser>
        <c:ser>
          <c:idx val="3"/>
          <c:order val="3"/>
          <c:tx>
            <c:v>positive 殘差線段</c:v>
          </c:tx>
          <c:spPr>
            <a:ln xmlns:a="http://schemas.openxmlformats.org/drawingml/2006/main" w="23813">
              <a:solidFill>
                <a:srgbClr val="AC8325"/>
              </a:solidFill>
              <a:prstDash val="solid"/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90</c:v>
                </c:pt>
                <c:pt idx="1">
                  <c:v>90</c:v>
                </c:pt>
              </c:numCache>
            </c:numRef>
          </c:xVal>
          <c:yVal>
            <c:numRef>
              <c:f>'Chart Data'!$H$2:$H$3</c:f>
              <c:numCache>
                <c:formatCode>0.0</c:formatCode>
                <c:ptCount val="2"/>
                <c:pt idx="0">
                  <c:v>0.49763453504</c:v>
                </c:pt>
                <c:pt idx="1">
                  <c:v>1</c:v>
                </c:pt>
              </c:numCache>
            </c:numRef>
          </c:yVal>
        </c:ser>
        <c:ser>
          <c:idx val="4"/>
          <c:order val="4"/>
          <c:tx>
            <c:v>positive 殘差箭頭端</c:v>
          </c:tx>
          <c:spPr>
            <a:ln xmlns:a="http://schemas.openxmlformats.org/drawingml/2006/main" w="23813">
              <a:solidFill>
                <a:srgbClr val="AC8325"/>
              </a:solidFill>
              <a:prstDash val="solid"/>
            </a:ln>
          </c:spPr>
          <c:marker>
            <c:symbol val="none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86</c:v>
                </c:pt>
                <c:pt idx="1">
                  <c:v>90</c:v>
                </c:pt>
                <c:pt idx="2">
                  <c:v>94</c:v>
                </c:pt>
              </c:numCache>
            </c:numRef>
          </c:xVal>
          <c:yVal>
            <c:numRef>
              <c:f>'Chart Data'!$J$2:$J$4</c:f>
              <c:numCache>
                <c:formatCode>0.0</c:formatCode>
                <c:ptCount val="3"/>
                <c:pt idx="0">
                  <c:v>0.94</c:v>
                </c:pt>
                <c:pt idx="1">
                  <c:v>1</c:v>
                </c:pt>
                <c:pt idx="2">
                  <c:v>0.94</c:v>
                </c:pt>
              </c:numCache>
            </c:numRef>
          </c:yVal>
        </c:ser>
        <c:ser>
          <c:idx val="5"/>
          <c:order val="5"/>
          <c:tx>
            <c:v>negative 殘差觀察點</c:v>
          </c:tx>
          <c:spPr>
            <a:ln xmlns:a="http://schemas.openxmlformats.org/drawingml/2006/main" w="0">
              <a:solidFill>
                <a:srgbClr val="AC8325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AC8325"/>
              </a:solidFill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330</c:v>
                </c:pt>
              </c:numCache>
            </c:numRef>
          </c:xVal>
          <c:yVal>
            <c:numRef>
              <c:f>'Chart Data'!$L$2:$L$2</c:f>
              <c:numCache>
                <c:formatCode>0.0</c:formatCode>
                <c:ptCount val="1"/>
                <c:pt idx="0">
                  <c:v>1.5840106225</c:v>
                </c:pt>
              </c:numCache>
            </c:numRef>
          </c:yVal>
        </c:ser>
        <c:ser>
          <c:idx val="6"/>
          <c:order val="6"/>
          <c:tx>
            <c:v>negative 殘差線段</c:v>
          </c:tx>
          <c:spPr>
            <a:ln xmlns:a="http://schemas.openxmlformats.org/drawingml/2006/main" w="23813">
              <a:solidFill>
                <a:srgbClr val="AC8325"/>
              </a:solidFill>
              <a:prstDash val="solid"/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330</c:v>
                </c:pt>
                <c:pt idx="1">
                  <c:v>330</c:v>
                </c:pt>
              </c:numCache>
            </c:numRef>
          </c:xVal>
          <c:yVal>
            <c:numRef>
              <c:f>'Chart Data'!$N$2:$N$3</c:f>
              <c:numCache>
                <c:formatCode>0.0</c:formatCode>
                <c:ptCount val="2"/>
                <c:pt idx="0">
                  <c:v>1.5840106225</c:v>
                </c:pt>
                <c:pt idx="1">
                  <c:v>1</c:v>
                </c:pt>
              </c:numCache>
            </c:numRef>
          </c:yVal>
        </c:ser>
        <c:ser>
          <c:idx val="7"/>
          <c:order val="7"/>
          <c:tx>
            <c:v>negative 殘差箭頭端</c:v>
          </c:tx>
          <c:spPr>
            <a:ln xmlns:a="http://schemas.openxmlformats.org/drawingml/2006/main" w="23813">
              <a:solidFill>
                <a:srgbClr val="AC8325"/>
              </a:solidFill>
              <a:prstDash val="solid"/>
            </a:ln>
          </c:spPr>
          <c:marker>
            <c:symbol val="none"/>
          </c:marker>
          <c:xVal>
            <c:numRef>
              <c:f>'Chart Data'!$O$2:$O$4</c:f>
              <c:numCache>
                <c:formatCode>General</c:formatCode>
                <c:ptCount val="3"/>
                <c:pt idx="0">
                  <c:v>326</c:v>
                </c:pt>
                <c:pt idx="1">
                  <c:v>330</c:v>
                </c:pt>
                <c:pt idx="2">
                  <c:v>334</c:v>
                </c:pt>
              </c:numCache>
            </c:numRef>
          </c:xVal>
          <c:yVal>
            <c:numRef>
              <c:f>'Chart Data'!$P$2:$P$4</c:f>
              <c:numCache>
                <c:formatCode>0.0</c:formatCode>
                <c:ptCount val="3"/>
                <c:pt idx="0">
                  <c:v>1.06</c:v>
                </c:pt>
                <c:pt idx="1">
                  <c:v>1</c:v>
                </c:pt>
                <c:pt idx="2">
                  <c:v>1.06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C3CAD2"/>
              </a:solidFill>
            </a:ln>
          </c:spPr>
        </c:majorGridlines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360"/>
          <c:min val="0"/>
        </c:scaling>
        <c:delete val="0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a 路偏移：餘弦 1×</c:v>
          </c:tx>
          <c:spPr>
            <a:ln xmlns:a="http://schemas.openxmlformats.org/drawingml/2006/main" w="24765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</c:numCache>
            </c:numRef>
          </c:xVal>
          <c:yVal>
            <c:numRef>
              <c:f>'Chart Data'!$B$2:$B$182</c:f>
              <c:numCache>
                <c:formatCode>0.0</c:formatCode>
                <c:ptCount val="181"/>
                <c:pt idx="0">
                  <c:v>0.16</c:v>
                </c:pt>
                <c:pt idx="1">
                  <c:v>0.15990253232</c:v>
                </c:pt>
                <c:pt idx="2">
                  <c:v>0.15961024804</c:v>
                </c:pt>
                <c:pt idx="3">
                  <c:v>0.15912350326</c:v>
                </c:pt>
                <c:pt idx="4">
                  <c:v>0.158442891</c:v>
                </c:pt>
                <c:pt idx="5">
                  <c:v>0.15756924048</c:v>
                </c:pt>
                <c:pt idx="6">
                  <c:v>0.15650361612</c:v>
                </c:pt>
                <c:pt idx="7">
                  <c:v>0.1552473162</c:v>
                </c:pt>
                <c:pt idx="8">
                  <c:v>0.15380187135</c:v>
                </c:pt>
                <c:pt idx="9">
                  <c:v>0.15216904261</c:v>
                </c:pt>
                <c:pt idx="10">
                  <c:v>0.15035081933</c:v>
                </c:pt>
                <c:pt idx="11">
                  <c:v>0.14834941673</c:v>
                </c:pt>
                <c:pt idx="12">
                  <c:v>0.14616727322</c:v>
                </c:pt>
                <c:pt idx="13">
                  <c:v>0.14380704741</c:v>
                </c:pt>
                <c:pt idx="14">
                  <c:v>0.14127161486</c:v>
                </c:pt>
                <c:pt idx="15">
                  <c:v>0.13856406461</c:v>
                </c:pt>
                <c:pt idx="16">
                  <c:v>0.13568769539</c:v>
                </c:pt>
                <c:pt idx="17">
                  <c:v>0.13264601161</c:v>
                </c:pt>
                <c:pt idx="18">
                  <c:v>0.1294427191</c:v>
                </c:pt>
                <c:pt idx="19">
                  <c:v>0.12608172058</c:v>
                </c:pt>
                <c:pt idx="20">
                  <c:v>0.1225671109</c:v>
                </c:pt>
                <c:pt idx="21">
                  <c:v>0.11890317208</c:v>
                </c:pt>
                <c:pt idx="22">
                  <c:v>0.11509436805</c:v>
                </c:pt>
                <c:pt idx="23">
                  <c:v>0.11114533927</c:v>
                </c:pt>
                <c:pt idx="24">
                  <c:v>0.10706089702</c:v>
                </c:pt>
                <c:pt idx="25">
                  <c:v>0.10284601755</c:v>
                </c:pt>
                <c:pt idx="26">
                  <c:v>0.098505836052</c:v>
                </c:pt>
                <c:pt idx="27">
                  <c:v>0.094045640367</c:v>
                </c:pt>
                <c:pt idx="28">
                  <c:v>0.089470864555</c:v>
                </c:pt>
                <c:pt idx="29">
                  <c:v>0.084787082277</c:v>
                </c:pt>
                <c:pt idx="30">
                  <c:v>0.08</c:v>
                </c:pt>
                <c:pt idx="31">
                  <c:v>0.075115450046</c:v>
                </c:pt>
                <c:pt idx="32">
                  <c:v>0.070139383486</c:v>
                </c:pt>
                <c:pt idx="33">
                  <c:v>0.065077862892</c:v>
                </c:pt>
                <c:pt idx="34">
                  <c:v>0.059937054947</c:v>
                </c:pt>
                <c:pt idx="35">
                  <c:v>0.054723222932</c:v>
                </c:pt>
                <c:pt idx="36">
                  <c:v>0.0494427191</c:v>
                </c:pt>
                <c:pt idx="37">
                  <c:v>0.044101976931</c:v>
                </c:pt>
                <c:pt idx="38">
                  <c:v>0.038707503296</c:v>
                </c:pt>
                <c:pt idx="39">
                  <c:v>0.033265870531</c:v>
                </c:pt>
                <c:pt idx="40">
                  <c:v>0.027783708427</c:v>
                </c:pt>
                <c:pt idx="41">
                  <c:v>0.022267696154</c:v>
                </c:pt>
                <c:pt idx="42">
                  <c:v>0.016724554123</c:v>
                </c:pt>
                <c:pt idx="43">
                  <c:v>0.011161035799</c:v>
                </c:pt>
                <c:pt idx="44">
                  <c:v>0.0055839194724</c:v>
                </c:pt>
                <c:pt idx="45">
                  <c:v>0</c:v>
                </c:pt>
                <c:pt idx="46">
                  <c:v>-0.0055839194724</c:v>
                </c:pt>
                <c:pt idx="47">
                  <c:v>-0.011161035799</c:v>
                </c:pt>
                <c:pt idx="48">
                  <c:v>-0.016724554123</c:v>
                </c:pt>
                <c:pt idx="49">
                  <c:v>-0.022267696154</c:v>
                </c:pt>
                <c:pt idx="50">
                  <c:v>-0.027783708427</c:v>
                </c:pt>
                <c:pt idx="51">
                  <c:v>-0.033265870531</c:v>
                </c:pt>
                <c:pt idx="52">
                  <c:v>-0.038707503296</c:v>
                </c:pt>
                <c:pt idx="53">
                  <c:v>-0.044101976931</c:v>
                </c:pt>
                <c:pt idx="54">
                  <c:v>-0.0494427191</c:v>
                </c:pt>
                <c:pt idx="55">
                  <c:v>-0.054723222932</c:v>
                </c:pt>
                <c:pt idx="56">
                  <c:v>-0.059937054947</c:v>
                </c:pt>
                <c:pt idx="57">
                  <c:v>-0.065077862892</c:v>
                </c:pt>
                <c:pt idx="58">
                  <c:v>-0.070139383486</c:v>
                </c:pt>
                <c:pt idx="59">
                  <c:v>-0.075115450046</c:v>
                </c:pt>
                <c:pt idx="60">
                  <c:v>-0.08</c:v>
                </c:pt>
                <c:pt idx="61">
                  <c:v>-0.084787082277</c:v>
                </c:pt>
                <c:pt idx="62">
                  <c:v>-0.089470864555</c:v>
                </c:pt>
                <c:pt idx="63">
                  <c:v>-0.094045640367</c:v>
                </c:pt>
                <c:pt idx="64">
                  <c:v>-0.098505836052</c:v>
                </c:pt>
                <c:pt idx="65">
                  <c:v>-0.10284601755</c:v>
                </c:pt>
                <c:pt idx="66">
                  <c:v>-0.10706089702</c:v>
                </c:pt>
                <c:pt idx="67">
                  <c:v>-0.11114533927</c:v>
                </c:pt>
                <c:pt idx="68">
                  <c:v>-0.11509436805</c:v>
                </c:pt>
                <c:pt idx="69">
                  <c:v>-0.11890317208</c:v>
                </c:pt>
                <c:pt idx="70">
                  <c:v>-0.1225671109</c:v>
                </c:pt>
                <c:pt idx="71">
                  <c:v>-0.12608172058</c:v>
                </c:pt>
                <c:pt idx="72">
                  <c:v>-0.1294427191</c:v>
                </c:pt>
                <c:pt idx="73">
                  <c:v>-0.13264601161</c:v>
                </c:pt>
                <c:pt idx="74">
                  <c:v>-0.13568769539</c:v>
                </c:pt>
                <c:pt idx="75">
                  <c:v>-0.13856406461</c:v>
                </c:pt>
                <c:pt idx="76">
                  <c:v>-0.14127161486</c:v>
                </c:pt>
                <c:pt idx="77">
                  <c:v>-0.14380704741</c:v>
                </c:pt>
                <c:pt idx="78">
                  <c:v>-0.14616727322</c:v>
                </c:pt>
                <c:pt idx="79">
                  <c:v>-0.14834941673</c:v>
                </c:pt>
                <c:pt idx="80">
                  <c:v>-0.15035081933</c:v>
                </c:pt>
                <c:pt idx="81">
                  <c:v>-0.15216904261</c:v>
                </c:pt>
                <c:pt idx="82">
                  <c:v>-0.15380187135</c:v>
                </c:pt>
                <c:pt idx="83">
                  <c:v>-0.1552473162</c:v>
                </c:pt>
                <c:pt idx="84">
                  <c:v>-0.15650361612</c:v>
                </c:pt>
                <c:pt idx="85">
                  <c:v>-0.15756924048</c:v>
                </c:pt>
                <c:pt idx="86">
                  <c:v>-0.158442891</c:v>
                </c:pt>
                <c:pt idx="87">
                  <c:v>-0.15912350326</c:v>
                </c:pt>
                <c:pt idx="88">
                  <c:v>-0.15961024804</c:v>
                </c:pt>
                <c:pt idx="89">
                  <c:v>-0.15990253232</c:v>
                </c:pt>
                <c:pt idx="90">
                  <c:v>-0.16</c:v>
                </c:pt>
                <c:pt idx="91">
                  <c:v>-0.15990253232</c:v>
                </c:pt>
                <c:pt idx="92">
                  <c:v>-0.15961024804</c:v>
                </c:pt>
                <c:pt idx="93">
                  <c:v>-0.15912350326</c:v>
                </c:pt>
                <c:pt idx="94">
                  <c:v>-0.158442891</c:v>
                </c:pt>
                <c:pt idx="95">
                  <c:v>-0.15756924048</c:v>
                </c:pt>
                <c:pt idx="96">
                  <c:v>-0.15650361612</c:v>
                </c:pt>
                <c:pt idx="97">
                  <c:v>-0.1552473162</c:v>
                </c:pt>
                <c:pt idx="98">
                  <c:v>-0.15380187135</c:v>
                </c:pt>
                <c:pt idx="99">
                  <c:v>-0.15216904261</c:v>
                </c:pt>
                <c:pt idx="100">
                  <c:v>-0.15035081933</c:v>
                </c:pt>
                <c:pt idx="101">
                  <c:v>-0.14834941673</c:v>
                </c:pt>
                <c:pt idx="102">
                  <c:v>-0.14616727322</c:v>
                </c:pt>
                <c:pt idx="103">
                  <c:v>-0.14380704741</c:v>
                </c:pt>
                <c:pt idx="104">
                  <c:v>-0.14127161486</c:v>
                </c:pt>
                <c:pt idx="105">
                  <c:v>-0.13856406461</c:v>
                </c:pt>
                <c:pt idx="106">
                  <c:v>-0.13568769539</c:v>
                </c:pt>
                <c:pt idx="107">
                  <c:v>-0.13264601161</c:v>
                </c:pt>
                <c:pt idx="108">
                  <c:v>-0.1294427191</c:v>
                </c:pt>
                <c:pt idx="109">
                  <c:v>-0.12608172058</c:v>
                </c:pt>
                <c:pt idx="110">
                  <c:v>-0.1225671109</c:v>
                </c:pt>
                <c:pt idx="111">
                  <c:v>-0.11890317208</c:v>
                </c:pt>
                <c:pt idx="112">
                  <c:v>-0.11509436805</c:v>
                </c:pt>
                <c:pt idx="113">
                  <c:v>-0.11114533927</c:v>
                </c:pt>
                <c:pt idx="114">
                  <c:v>-0.10706089702</c:v>
                </c:pt>
                <c:pt idx="115">
                  <c:v>-0.10284601755</c:v>
                </c:pt>
                <c:pt idx="116">
                  <c:v>-0.098505836052</c:v>
                </c:pt>
                <c:pt idx="117">
                  <c:v>-0.094045640367</c:v>
                </c:pt>
                <c:pt idx="118">
                  <c:v>-0.089470864555</c:v>
                </c:pt>
                <c:pt idx="119">
                  <c:v>-0.084787082277</c:v>
                </c:pt>
                <c:pt idx="120">
                  <c:v>-0.08</c:v>
                </c:pt>
                <c:pt idx="121">
                  <c:v>-0.075115450046</c:v>
                </c:pt>
                <c:pt idx="122">
                  <c:v>-0.070139383486</c:v>
                </c:pt>
                <c:pt idx="123">
                  <c:v>-0.065077862892</c:v>
                </c:pt>
                <c:pt idx="124">
                  <c:v>-0.059937054947</c:v>
                </c:pt>
                <c:pt idx="125">
                  <c:v>-0.054723222932</c:v>
                </c:pt>
                <c:pt idx="126">
                  <c:v>-0.0494427191</c:v>
                </c:pt>
                <c:pt idx="127">
                  <c:v>-0.044101976931</c:v>
                </c:pt>
                <c:pt idx="128">
                  <c:v>-0.038707503296</c:v>
                </c:pt>
                <c:pt idx="129">
                  <c:v>-0.033265870531</c:v>
                </c:pt>
                <c:pt idx="130">
                  <c:v>-0.027783708427</c:v>
                </c:pt>
                <c:pt idx="131">
                  <c:v>-0.022267696154</c:v>
                </c:pt>
                <c:pt idx="132">
                  <c:v>-0.016724554123</c:v>
                </c:pt>
                <c:pt idx="133">
                  <c:v>-0.011161035799</c:v>
                </c:pt>
                <c:pt idx="134">
                  <c:v>-0.0055839194724</c:v>
                </c:pt>
                <c:pt idx="135">
                  <c:v>0</c:v>
                </c:pt>
                <c:pt idx="136">
                  <c:v>0.0055839194724</c:v>
                </c:pt>
                <c:pt idx="137">
                  <c:v>0.011161035799</c:v>
                </c:pt>
                <c:pt idx="138">
                  <c:v>0.016724554123</c:v>
                </c:pt>
                <c:pt idx="139">
                  <c:v>0.022267696154</c:v>
                </c:pt>
                <c:pt idx="140">
                  <c:v>0.027783708427</c:v>
                </c:pt>
                <c:pt idx="141">
                  <c:v>0.033265870531</c:v>
                </c:pt>
                <c:pt idx="142">
                  <c:v>0.038707503296</c:v>
                </c:pt>
                <c:pt idx="143">
                  <c:v>0.044101976931</c:v>
                </c:pt>
                <c:pt idx="144">
                  <c:v>0.0494427191</c:v>
                </c:pt>
                <c:pt idx="145">
                  <c:v>0.054723222932</c:v>
                </c:pt>
                <c:pt idx="146">
                  <c:v>0.059937054947</c:v>
                </c:pt>
                <c:pt idx="147">
                  <c:v>0.065077862892</c:v>
                </c:pt>
                <c:pt idx="148">
                  <c:v>0.070139383486</c:v>
                </c:pt>
                <c:pt idx="149">
                  <c:v>0.075115450046</c:v>
                </c:pt>
                <c:pt idx="150">
                  <c:v>0.08</c:v>
                </c:pt>
                <c:pt idx="151">
                  <c:v>0.084787082277</c:v>
                </c:pt>
                <c:pt idx="152">
                  <c:v>0.089470864555</c:v>
                </c:pt>
                <c:pt idx="153">
                  <c:v>0.094045640367</c:v>
                </c:pt>
                <c:pt idx="154">
                  <c:v>0.098505836052</c:v>
                </c:pt>
                <c:pt idx="155">
                  <c:v>0.10284601755</c:v>
                </c:pt>
                <c:pt idx="156">
                  <c:v>0.10706089702</c:v>
                </c:pt>
                <c:pt idx="157">
                  <c:v>0.11114533927</c:v>
                </c:pt>
                <c:pt idx="158">
                  <c:v>0.11509436805</c:v>
                </c:pt>
                <c:pt idx="159">
                  <c:v>0.11890317208</c:v>
                </c:pt>
                <c:pt idx="160">
                  <c:v>0.1225671109</c:v>
                </c:pt>
                <c:pt idx="161">
                  <c:v>0.12608172058</c:v>
                </c:pt>
                <c:pt idx="162">
                  <c:v>0.1294427191</c:v>
                </c:pt>
                <c:pt idx="163">
                  <c:v>0.13264601161</c:v>
                </c:pt>
                <c:pt idx="164">
                  <c:v>0.13568769539</c:v>
                </c:pt>
                <c:pt idx="165">
                  <c:v>0.13856406461</c:v>
                </c:pt>
                <c:pt idx="166">
                  <c:v>0.14127161486</c:v>
                </c:pt>
                <c:pt idx="167">
                  <c:v>0.14380704741</c:v>
                </c:pt>
                <c:pt idx="168">
                  <c:v>0.14616727322</c:v>
                </c:pt>
                <c:pt idx="169">
                  <c:v>0.14834941673</c:v>
                </c:pt>
                <c:pt idx="170">
                  <c:v>0.15035081933</c:v>
                </c:pt>
                <c:pt idx="171">
                  <c:v>0.15216904261</c:v>
                </c:pt>
                <c:pt idx="172">
                  <c:v>0.15380187135</c:v>
                </c:pt>
                <c:pt idx="173">
                  <c:v>0.1552473162</c:v>
                </c:pt>
                <c:pt idx="174">
                  <c:v>0.15650361612</c:v>
                </c:pt>
                <c:pt idx="175">
                  <c:v>0.15756924048</c:v>
                </c:pt>
                <c:pt idx="176">
                  <c:v>0.158442891</c:v>
                </c:pt>
                <c:pt idx="177">
                  <c:v>0.15912350326</c:v>
                </c:pt>
                <c:pt idx="178">
                  <c:v>0.15961024804</c:v>
                </c:pt>
                <c:pt idx="179">
                  <c:v>0.15990253232</c:v>
                </c:pt>
                <c:pt idx="180">
                  <c:v>0.16</c:v>
                </c:pt>
              </c:numCache>
            </c:numRef>
          </c:yVal>
        </c:ser>
        <c:ser>
          <c:idx val="1"/>
          <c:order val="1"/>
          <c:tx>
            <c:v>b 路偏移：正弦 1×</c:v>
          </c:tx>
          <c:spPr>
            <a:ln xmlns:a="http://schemas.openxmlformats.org/drawingml/2006/main" w="24765">
              <a:solidFill>
                <a:srgbClr val="A55D35"/>
              </a:solidFill>
              <a:prstDash val="solid"/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</c:numCache>
            </c:numRef>
          </c:xVal>
          <c:yVal>
            <c:numRef>
              <c:f>'Chart Data'!$D$2:$D$182</c:f>
              <c:numCache>
                <c:formatCode>0.0</c:formatCode>
                <c:ptCount val="181"/>
                <c:pt idx="0">
                  <c:v>0</c:v>
                </c:pt>
                <c:pt idx="1">
                  <c:v>0.0055839194724</c:v>
                </c:pt>
                <c:pt idx="2">
                  <c:v>0.011161035799</c:v>
                </c:pt>
                <c:pt idx="3">
                  <c:v>0.016724554123</c:v>
                </c:pt>
                <c:pt idx="4">
                  <c:v>0.022267696154</c:v>
                </c:pt>
                <c:pt idx="5">
                  <c:v>0.027783708427</c:v>
                </c:pt>
                <c:pt idx="6">
                  <c:v>0.033265870531</c:v>
                </c:pt>
                <c:pt idx="7">
                  <c:v>0.038707503296</c:v>
                </c:pt>
                <c:pt idx="8">
                  <c:v>0.044101976931</c:v>
                </c:pt>
                <c:pt idx="9">
                  <c:v>0.0494427191</c:v>
                </c:pt>
                <c:pt idx="10">
                  <c:v>0.054723222932</c:v>
                </c:pt>
                <c:pt idx="11">
                  <c:v>0.059937054947</c:v>
                </c:pt>
                <c:pt idx="12">
                  <c:v>0.065077862892</c:v>
                </c:pt>
                <c:pt idx="13">
                  <c:v>0.070139383486</c:v>
                </c:pt>
                <c:pt idx="14">
                  <c:v>0.075115450046</c:v>
                </c:pt>
                <c:pt idx="15">
                  <c:v>0.08</c:v>
                </c:pt>
                <c:pt idx="16">
                  <c:v>0.084787082277</c:v>
                </c:pt>
                <c:pt idx="17">
                  <c:v>0.089470864555</c:v>
                </c:pt>
                <c:pt idx="18">
                  <c:v>0.094045640367</c:v>
                </c:pt>
                <c:pt idx="19">
                  <c:v>0.098505836052</c:v>
                </c:pt>
                <c:pt idx="20">
                  <c:v>0.10284601755</c:v>
                </c:pt>
                <c:pt idx="21">
                  <c:v>0.10706089702</c:v>
                </c:pt>
                <c:pt idx="22">
                  <c:v>0.11114533927</c:v>
                </c:pt>
                <c:pt idx="23">
                  <c:v>0.11509436805</c:v>
                </c:pt>
                <c:pt idx="24">
                  <c:v>0.11890317208</c:v>
                </c:pt>
                <c:pt idx="25">
                  <c:v>0.1225671109</c:v>
                </c:pt>
                <c:pt idx="26">
                  <c:v>0.12608172058</c:v>
                </c:pt>
                <c:pt idx="27">
                  <c:v>0.1294427191</c:v>
                </c:pt>
                <c:pt idx="28">
                  <c:v>0.13264601161</c:v>
                </c:pt>
                <c:pt idx="29">
                  <c:v>0.13568769539</c:v>
                </c:pt>
                <c:pt idx="30">
                  <c:v>0.13856406461</c:v>
                </c:pt>
                <c:pt idx="31">
                  <c:v>0.14127161486</c:v>
                </c:pt>
                <c:pt idx="32">
                  <c:v>0.14380704741</c:v>
                </c:pt>
                <c:pt idx="33">
                  <c:v>0.14616727322</c:v>
                </c:pt>
                <c:pt idx="34">
                  <c:v>0.14834941673</c:v>
                </c:pt>
                <c:pt idx="35">
                  <c:v>0.15035081933</c:v>
                </c:pt>
                <c:pt idx="36">
                  <c:v>0.15216904261</c:v>
                </c:pt>
                <c:pt idx="37">
                  <c:v>0.15380187135</c:v>
                </c:pt>
                <c:pt idx="38">
                  <c:v>0.1552473162</c:v>
                </c:pt>
                <c:pt idx="39">
                  <c:v>0.15650361612</c:v>
                </c:pt>
                <c:pt idx="40">
                  <c:v>0.15756924048</c:v>
                </c:pt>
                <c:pt idx="41">
                  <c:v>0.158442891</c:v>
                </c:pt>
                <c:pt idx="42">
                  <c:v>0.15912350326</c:v>
                </c:pt>
                <c:pt idx="43">
                  <c:v>0.15961024804</c:v>
                </c:pt>
                <c:pt idx="44">
                  <c:v>0.15990253232</c:v>
                </c:pt>
                <c:pt idx="45">
                  <c:v>0.16</c:v>
                </c:pt>
                <c:pt idx="46">
                  <c:v>0.15990253232</c:v>
                </c:pt>
                <c:pt idx="47">
                  <c:v>0.15961024804</c:v>
                </c:pt>
                <c:pt idx="48">
                  <c:v>0.15912350326</c:v>
                </c:pt>
                <c:pt idx="49">
                  <c:v>0.158442891</c:v>
                </c:pt>
                <c:pt idx="50">
                  <c:v>0.15756924048</c:v>
                </c:pt>
                <c:pt idx="51">
                  <c:v>0.15650361612</c:v>
                </c:pt>
                <c:pt idx="52">
                  <c:v>0.1552473162</c:v>
                </c:pt>
                <c:pt idx="53">
                  <c:v>0.15380187135</c:v>
                </c:pt>
                <c:pt idx="54">
                  <c:v>0.15216904261</c:v>
                </c:pt>
                <c:pt idx="55">
                  <c:v>0.15035081933</c:v>
                </c:pt>
                <c:pt idx="56">
                  <c:v>0.14834941673</c:v>
                </c:pt>
                <c:pt idx="57">
                  <c:v>0.14616727322</c:v>
                </c:pt>
                <c:pt idx="58">
                  <c:v>0.14380704741</c:v>
                </c:pt>
                <c:pt idx="59">
                  <c:v>0.14127161486</c:v>
                </c:pt>
                <c:pt idx="60">
                  <c:v>0.13856406461</c:v>
                </c:pt>
                <c:pt idx="61">
                  <c:v>0.13568769539</c:v>
                </c:pt>
                <c:pt idx="62">
                  <c:v>0.13264601161</c:v>
                </c:pt>
                <c:pt idx="63">
                  <c:v>0.1294427191</c:v>
                </c:pt>
                <c:pt idx="64">
                  <c:v>0.12608172058</c:v>
                </c:pt>
                <c:pt idx="65">
                  <c:v>0.1225671109</c:v>
                </c:pt>
                <c:pt idx="66">
                  <c:v>0.11890317208</c:v>
                </c:pt>
                <c:pt idx="67">
                  <c:v>0.11509436805</c:v>
                </c:pt>
                <c:pt idx="68">
                  <c:v>0.11114533927</c:v>
                </c:pt>
                <c:pt idx="69">
                  <c:v>0.10706089702</c:v>
                </c:pt>
                <c:pt idx="70">
                  <c:v>0.10284601755</c:v>
                </c:pt>
                <c:pt idx="71">
                  <c:v>0.098505836052</c:v>
                </c:pt>
                <c:pt idx="72">
                  <c:v>0.094045640367</c:v>
                </c:pt>
                <c:pt idx="73">
                  <c:v>0.089470864555</c:v>
                </c:pt>
                <c:pt idx="74">
                  <c:v>0.084787082277</c:v>
                </c:pt>
                <c:pt idx="75">
                  <c:v>0.08</c:v>
                </c:pt>
                <c:pt idx="76">
                  <c:v>0.075115450046</c:v>
                </c:pt>
                <c:pt idx="77">
                  <c:v>0.070139383486</c:v>
                </c:pt>
                <c:pt idx="78">
                  <c:v>0.065077862892</c:v>
                </c:pt>
                <c:pt idx="79">
                  <c:v>0.059937054947</c:v>
                </c:pt>
                <c:pt idx="80">
                  <c:v>0.054723222932</c:v>
                </c:pt>
                <c:pt idx="81">
                  <c:v>0.0494427191</c:v>
                </c:pt>
                <c:pt idx="82">
                  <c:v>0.044101976931</c:v>
                </c:pt>
                <c:pt idx="83">
                  <c:v>0.038707503296</c:v>
                </c:pt>
                <c:pt idx="84">
                  <c:v>0.033265870531</c:v>
                </c:pt>
                <c:pt idx="85">
                  <c:v>0.027783708427</c:v>
                </c:pt>
                <c:pt idx="86">
                  <c:v>0.022267696154</c:v>
                </c:pt>
                <c:pt idx="87">
                  <c:v>0.016724554123</c:v>
                </c:pt>
                <c:pt idx="88">
                  <c:v>0.011161035799</c:v>
                </c:pt>
                <c:pt idx="89">
                  <c:v>0.0055839194724</c:v>
                </c:pt>
                <c:pt idx="90">
                  <c:v>0</c:v>
                </c:pt>
                <c:pt idx="91">
                  <c:v>-0.0055839194724</c:v>
                </c:pt>
                <c:pt idx="92">
                  <c:v>-0.011161035799</c:v>
                </c:pt>
                <c:pt idx="93">
                  <c:v>-0.016724554123</c:v>
                </c:pt>
                <c:pt idx="94">
                  <c:v>-0.022267696154</c:v>
                </c:pt>
                <c:pt idx="95">
                  <c:v>-0.027783708427</c:v>
                </c:pt>
                <c:pt idx="96">
                  <c:v>-0.033265870531</c:v>
                </c:pt>
                <c:pt idx="97">
                  <c:v>-0.038707503296</c:v>
                </c:pt>
                <c:pt idx="98">
                  <c:v>-0.044101976931</c:v>
                </c:pt>
                <c:pt idx="99">
                  <c:v>-0.0494427191</c:v>
                </c:pt>
                <c:pt idx="100">
                  <c:v>-0.054723222932</c:v>
                </c:pt>
                <c:pt idx="101">
                  <c:v>-0.059937054947</c:v>
                </c:pt>
                <c:pt idx="102">
                  <c:v>-0.065077862892</c:v>
                </c:pt>
                <c:pt idx="103">
                  <c:v>-0.070139383486</c:v>
                </c:pt>
                <c:pt idx="104">
                  <c:v>-0.075115450046</c:v>
                </c:pt>
                <c:pt idx="105">
                  <c:v>-0.08</c:v>
                </c:pt>
                <c:pt idx="106">
                  <c:v>-0.084787082277</c:v>
                </c:pt>
                <c:pt idx="107">
                  <c:v>-0.089470864555</c:v>
                </c:pt>
                <c:pt idx="108">
                  <c:v>-0.094045640367</c:v>
                </c:pt>
                <c:pt idx="109">
                  <c:v>-0.098505836052</c:v>
                </c:pt>
                <c:pt idx="110">
                  <c:v>-0.10284601755</c:v>
                </c:pt>
                <c:pt idx="111">
                  <c:v>-0.10706089702</c:v>
                </c:pt>
                <c:pt idx="112">
                  <c:v>-0.11114533927</c:v>
                </c:pt>
                <c:pt idx="113">
                  <c:v>-0.11509436805</c:v>
                </c:pt>
                <c:pt idx="114">
                  <c:v>-0.11890317208</c:v>
                </c:pt>
                <c:pt idx="115">
                  <c:v>-0.1225671109</c:v>
                </c:pt>
                <c:pt idx="116">
                  <c:v>-0.12608172058</c:v>
                </c:pt>
                <c:pt idx="117">
                  <c:v>-0.1294427191</c:v>
                </c:pt>
                <c:pt idx="118">
                  <c:v>-0.13264601161</c:v>
                </c:pt>
                <c:pt idx="119">
                  <c:v>-0.13568769539</c:v>
                </c:pt>
                <c:pt idx="120">
                  <c:v>-0.13856406461</c:v>
                </c:pt>
                <c:pt idx="121">
                  <c:v>-0.14127161486</c:v>
                </c:pt>
                <c:pt idx="122">
                  <c:v>-0.14380704741</c:v>
                </c:pt>
                <c:pt idx="123">
                  <c:v>-0.14616727322</c:v>
                </c:pt>
                <c:pt idx="124">
                  <c:v>-0.14834941673</c:v>
                </c:pt>
                <c:pt idx="125">
                  <c:v>-0.15035081933</c:v>
                </c:pt>
                <c:pt idx="126">
                  <c:v>-0.15216904261</c:v>
                </c:pt>
                <c:pt idx="127">
                  <c:v>-0.15380187135</c:v>
                </c:pt>
                <c:pt idx="128">
                  <c:v>-0.1552473162</c:v>
                </c:pt>
                <c:pt idx="129">
                  <c:v>-0.15650361612</c:v>
                </c:pt>
                <c:pt idx="130">
                  <c:v>-0.15756924048</c:v>
                </c:pt>
                <c:pt idx="131">
                  <c:v>-0.158442891</c:v>
                </c:pt>
                <c:pt idx="132">
                  <c:v>-0.15912350326</c:v>
                </c:pt>
                <c:pt idx="133">
                  <c:v>-0.15961024804</c:v>
                </c:pt>
                <c:pt idx="134">
                  <c:v>-0.15990253232</c:v>
                </c:pt>
                <c:pt idx="135">
                  <c:v>-0.16</c:v>
                </c:pt>
                <c:pt idx="136">
                  <c:v>-0.15990253232</c:v>
                </c:pt>
                <c:pt idx="137">
                  <c:v>-0.15961024804</c:v>
                </c:pt>
                <c:pt idx="138">
                  <c:v>-0.15912350326</c:v>
                </c:pt>
                <c:pt idx="139">
                  <c:v>-0.158442891</c:v>
                </c:pt>
                <c:pt idx="140">
                  <c:v>-0.15756924048</c:v>
                </c:pt>
                <c:pt idx="141">
                  <c:v>-0.15650361612</c:v>
                </c:pt>
                <c:pt idx="142">
                  <c:v>-0.1552473162</c:v>
                </c:pt>
                <c:pt idx="143">
                  <c:v>-0.15380187135</c:v>
                </c:pt>
                <c:pt idx="144">
                  <c:v>-0.15216904261</c:v>
                </c:pt>
                <c:pt idx="145">
                  <c:v>-0.15035081933</c:v>
                </c:pt>
                <c:pt idx="146">
                  <c:v>-0.14834941673</c:v>
                </c:pt>
                <c:pt idx="147">
                  <c:v>-0.14616727322</c:v>
                </c:pt>
                <c:pt idx="148">
                  <c:v>-0.14380704741</c:v>
                </c:pt>
                <c:pt idx="149">
                  <c:v>-0.14127161486</c:v>
                </c:pt>
                <c:pt idx="150">
                  <c:v>-0.13856406461</c:v>
                </c:pt>
                <c:pt idx="151">
                  <c:v>-0.13568769539</c:v>
                </c:pt>
                <c:pt idx="152">
                  <c:v>-0.13264601161</c:v>
                </c:pt>
                <c:pt idx="153">
                  <c:v>-0.1294427191</c:v>
                </c:pt>
                <c:pt idx="154">
                  <c:v>-0.12608172058</c:v>
                </c:pt>
                <c:pt idx="155">
                  <c:v>-0.1225671109</c:v>
                </c:pt>
                <c:pt idx="156">
                  <c:v>-0.11890317208</c:v>
                </c:pt>
                <c:pt idx="157">
                  <c:v>-0.11509436805</c:v>
                </c:pt>
                <c:pt idx="158">
                  <c:v>-0.11114533927</c:v>
                </c:pt>
                <c:pt idx="159">
                  <c:v>-0.10706089702</c:v>
                </c:pt>
                <c:pt idx="160">
                  <c:v>-0.10284601755</c:v>
                </c:pt>
                <c:pt idx="161">
                  <c:v>-0.098505836052</c:v>
                </c:pt>
                <c:pt idx="162">
                  <c:v>-0.094045640367</c:v>
                </c:pt>
                <c:pt idx="163">
                  <c:v>-0.089470864555</c:v>
                </c:pt>
                <c:pt idx="164">
                  <c:v>-0.084787082277</c:v>
                </c:pt>
                <c:pt idx="165">
                  <c:v>-0.08</c:v>
                </c:pt>
                <c:pt idx="166">
                  <c:v>-0.075115450046</c:v>
                </c:pt>
                <c:pt idx="167">
                  <c:v>-0.070139383486</c:v>
                </c:pt>
                <c:pt idx="168">
                  <c:v>-0.065077862892</c:v>
                </c:pt>
                <c:pt idx="169">
                  <c:v>-0.059937054947</c:v>
                </c:pt>
                <c:pt idx="170">
                  <c:v>-0.054723222932</c:v>
                </c:pt>
                <c:pt idx="171">
                  <c:v>-0.0494427191</c:v>
                </c:pt>
                <c:pt idx="172">
                  <c:v>-0.044101976931</c:v>
                </c:pt>
                <c:pt idx="173">
                  <c:v>-0.038707503296</c:v>
                </c:pt>
                <c:pt idx="174">
                  <c:v>-0.033265870531</c:v>
                </c:pt>
                <c:pt idx="175">
                  <c:v>-0.027783708427</c:v>
                </c:pt>
                <c:pt idx="176">
                  <c:v>-0.022267696154</c:v>
                </c:pt>
                <c:pt idx="177">
                  <c:v>-0.016724554123</c:v>
                </c:pt>
                <c:pt idx="178">
                  <c:v>-0.011161035799</c:v>
                </c:pt>
                <c:pt idx="179">
                  <c:v>-0.0055839194724</c:v>
                </c:pt>
                <c:pt idx="18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"/>
          <c:min val="-0.2"/>
        </c:scaling>
        <c:delete val="0"/>
        <c:axPos val="l"/>
        <c:majorGridlines>
          <c:spPr>
            <a:ln xmlns:a="http://schemas.openxmlformats.org/drawingml/2006/main" w="5715">
              <a:solidFill>
                <a:srgbClr val="C3CAD2"/>
              </a:solidFill>
            </a:ln>
          </c:spPr>
        </c:majorGridlines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360"/>
          <c:min val="0"/>
        </c:scaling>
        <c:delete val="0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振幅不匹配：餘弦 2×</c:v>
          </c:tx>
          <c:spPr>
            <a:ln xmlns:a="http://schemas.openxmlformats.org/drawingml/2006/main" w="24765">
              <a:solidFill>
                <a:srgbClr val="25776C"/>
              </a:solidFill>
              <a:prstDash val="solid"/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</c:numCache>
            </c:numRef>
          </c:xVal>
          <c:yVal>
            <c:numRef>
              <c:f>'Chart Data'!$B$2:$B$182</c:f>
              <c:numCache>
                <c:formatCode>0.0</c:formatCode>
                <c:ptCount val="181"/>
                <c:pt idx="0">
                  <c:v>0.12</c:v>
                </c:pt>
                <c:pt idx="1">
                  <c:v>0.11970768603</c:v>
                </c:pt>
                <c:pt idx="2">
                  <c:v>0.11883216825</c:v>
                </c:pt>
                <c:pt idx="3">
                  <c:v>0.11737771209</c:v>
                </c:pt>
                <c:pt idx="4">
                  <c:v>0.11535140351</c:v>
                </c:pt>
                <c:pt idx="5">
                  <c:v>0.11276311449</c:v>
                </c:pt>
                <c:pt idx="6">
                  <c:v>0.10962545492</c:v>
                </c:pt>
                <c:pt idx="7">
                  <c:v>0.10595371114</c:v>
                </c:pt>
                <c:pt idx="8">
                  <c:v>0.10176577154</c:v>
                </c:pt>
                <c:pt idx="9">
                  <c:v>0.097082039325</c:v>
                </c:pt>
                <c:pt idx="10">
                  <c:v>0.091925333174</c:v>
                </c:pt>
                <c:pt idx="11">
                  <c:v>0.086320776041</c:v>
                </c:pt>
                <c:pt idx="12">
                  <c:v>0.080295672763</c:v>
                </c:pt>
                <c:pt idx="13">
                  <c:v>0.073879377039</c:v>
                </c:pt>
                <c:pt idx="14">
                  <c:v>0.067103148416</c:v>
                </c:pt>
                <c:pt idx="15">
                  <c:v>0.06</c:v>
                </c:pt>
                <c:pt idx="16">
                  <c:v>0.052604537615</c:v>
                </c:pt>
                <c:pt idx="17">
                  <c:v>0.04495279121</c:v>
                </c:pt>
                <c:pt idx="18">
                  <c:v>0.037082039325</c:v>
                </c:pt>
                <c:pt idx="19">
                  <c:v>0.029030627472</c:v>
                </c:pt>
                <c:pt idx="20">
                  <c:v>0.02083778132</c:v>
                </c:pt>
                <c:pt idx="21">
                  <c:v>0.012543415592</c:v>
                </c:pt>
                <c:pt idx="22">
                  <c:v>0.0041879396043</c:v>
                </c:pt>
                <c:pt idx="23">
                  <c:v>-0.0041879396043</c:v>
                </c:pt>
                <c:pt idx="24">
                  <c:v>-0.012543415592</c:v>
                </c:pt>
                <c:pt idx="25">
                  <c:v>-0.02083778132</c:v>
                </c:pt>
                <c:pt idx="26">
                  <c:v>-0.029030627472</c:v>
                </c:pt>
                <c:pt idx="27">
                  <c:v>-0.037082039325</c:v>
                </c:pt>
                <c:pt idx="28">
                  <c:v>-0.04495279121</c:v>
                </c:pt>
                <c:pt idx="29">
                  <c:v>-0.052604537615</c:v>
                </c:pt>
                <c:pt idx="30">
                  <c:v>-0.06</c:v>
                </c:pt>
                <c:pt idx="31">
                  <c:v>-0.067103148416</c:v>
                </c:pt>
                <c:pt idx="32">
                  <c:v>-0.073879377039</c:v>
                </c:pt>
                <c:pt idx="33">
                  <c:v>-0.080295672763</c:v>
                </c:pt>
                <c:pt idx="34">
                  <c:v>-0.086320776041</c:v>
                </c:pt>
                <c:pt idx="35">
                  <c:v>-0.091925333174</c:v>
                </c:pt>
                <c:pt idx="36">
                  <c:v>-0.097082039325</c:v>
                </c:pt>
                <c:pt idx="37">
                  <c:v>-0.10176577154</c:v>
                </c:pt>
                <c:pt idx="38">
                  <c:v>-0.10595371114</c:v>
                </c:pt>
                <c:pt idx="39">
                  <c:v>-0.10962545492</c:v>
                </c:pt>
                <c:pt idx="40">
                  <c:v>-0.11276311449</c:v>
                </c:pt>
                <c:pt idx="41">
                  <c:v>-0.11535140351</c:v>
                </c:pt>
                <c:pt idx="42">
                  <c:v>-0.11737771209</c:v>
                </c:pt>
                <c:pt idx="43">
                  <c:v>-0.11883216825</c:v>
                </c:pt>
                <c:pt idx="44">
                  <c:v>-0.11970768603</c:v>
                </c:pt>
                <c:pt idx="45">
                  <c:v>-0.12</c:v>
                </c:pt>
                <c:pt idx="46">
                  <c:v>-0.11970768603</c:v>
                </c:pt>
                <c:pt idx="47">
                  <c:v>-0.11883216825</c:v>
                </c:pt>
                <c:pt idx="48">
                  <c:v>-0.11737771209</c:v>
                </c:pt>
                <c:pt idx="49">
                  <c:v>-0.11535140351</c:v>
                </c:pt>
                <c:pt idx="50">
                  <c:v>-0.11276311449</c:v>
                </c:pt>
                <c:pt idx="51">
                  <c:v>-0.10962545492</c:v>
                </c:pt>
                <c:pt idx="52">
                  <c:v>-0.10595371114</c:v>
                </c:pt>
                <c:pt idx="53">
                  <c:v>-0.10176577154</c:v>
                </c:pt>
                <c:pt idx="54">
                  <c:v>-0.097082039325</c:v>
                </c:pt>
                <c:pt idx="55">
                  <c:v>-0.091925333174</c:v>
                </c:pt>
                <c:pt idx="56">
                  <c:v>-0.086320776041</c:v>
                </c:pt>
                <c:pt idx="57">
                  <c:v>-0.080295672763</c:v>
                </c:pt>
                <c:pt idx="58">
                  <c:v>-0.073879377039</c:v>
                </c:pt>
                <c:pt idx="59">
                  <c:v>-0.067103148416</c:v>
                </c:pt>
                <c:pt idx="60">
                  <c:v>-0.06</c:v>
                </c:pt>
                <c:pt idx="61">
                  <c:v>-0.052604537615</c:v>
                </c:pt>
                <c:pt idx="62">
                  <c:v>-0.04495279121</c:v>
                </c:pt>
                <c:pt idx="63">
                  <c:v>-0.037082039325</c:v>
                </c:pt>
                <c:pt idx="64">
                  <c:v>-0.029030627472</c:v>
                </c:pt>
                <c:pt idx="65">
                  <c:v>-0.02083778132</c:v>
                </c:pt>
                <c:pt idx="66">
                  <c:v>-0.012543415592</c:v>
                </c:pt>
                <c:pt idx="67">
                  <c:v>-0.0041879396043</c:v>
                </c:pt>
                <c:pt idx="68">
                  <c:v>0.0041879396043</c:v>
                </c:pt>
                <c:pt idx="69">
                  <c:v>0.012543415592</c:v>
                </c:pt>
                <c:pt idx="70">
                  <c:v>0.02083778132</c:v>
                </c:pt>
                <c:pt idx="71">
                  <c:v>0.029030627472</c:v>
                </c:pt>
                <c:pt idx="72">
                  <c:v>0.037082039325</c:v>
                </c:pt>
                <c:pt idx="73">
                  <c:v>0.04495279121</c:v>
                </c:pt>
                <c:pt idx="74">
                  <c:v>0.052604537615</c:v>
                </c:pt>
                <c:pt idx="75">
                  <c:v>0.06</c:v>
                </c:pt>
                <c:pt idx="76">
                  <c:v>0.067103148416</c:v>
                </c:pt>
                <c:pt idx="77">
                  <c:v>0.073879377039</c:v>
                </c:pt>
                <c:pt idx="78">
                  <c:v>0.080295672763</c:v>
                </c:pt>
                <c:pt idx="79">
                  <c:v>0.086320776041</c:v>
                </c:pt>
                <c:pt idx="80">
                  <c:v>0.091925333174</c:v>
                </c:pt>
                <c:pt idx="81">
                  <c:v>0.097082039325</c:v>
                </c:pt>
                <c:pt idx="82">
                  <c:v>0.10176577154</c:v>
                </c:pt>
                <c:pt idx="83">
                  <c:v>0.10595371114</c:v>
                </c:pt>
                <c:pt idx="84">
                  <c:v>0.10962545492</c:v>
                </c:pt>
                <c:pt idx="85">
                  <c:v>0.11276311449</c:v>
                </c:pt>
                <c:pt idx="86">
                  <c:v>0.11535140351</c:v>
                </c:pt>
                <c:pt idx="87">
                  <c:v>0.11737771209</c:v>
                </c:pt>
                <c:pt idx="88">
                  <c:v>0.11883216825</c:v>
                </c:pt>
                <c:pt idx="89">
                  <c:v>0.11970768603</c:v>
                </c:pt>
                <c:pt idx="90">
                  <c:v>0.12</c:v>
                </c:pt>
                <c:pt idx="91">
                  <c:v>0.11970768603</c:v>
                </c:pt>
                <c:pt idx="92">
                  <c:v>0.11883216825</c:v>
                </c:pt>
                <c:pt idx="93">
                  <c:v>0.11737771209</c:v>
                </c:pt>
                <c:pt idx="94">
                  <c:v>0.11535140351</c:v>
                </c:pt>
                <c:pt idx="95">
                  <c:v>0.11276311449</c:v>
                </c:pt>
                <c:pt idx="96">
                  <c:v>0.10962545492</c:v>
                </c:pt>
                <c:pt idx="97">
                  <c:v>0.10595371114</c:v>
                </c:pt>
                <c:pt idx="98">
                  <c:v>0.10176577154</c:v>
                </c:pt>
                <c:pt idx="99">
                  <c:v>0.097082039325</c:v>
                </c:pt>
                <c:pt idx="100">
                  <c:v>0.091925333174</c:v>
                </c:pt>
                <c:pt idx="101">
                  <c:v>0.086320776041</c:v>
                </c:pt>
                <c:pt idx="102">
                  <c:v>0.080295672763</c:v>
                </c:pt>
                <c:pt idx="103">
                  <c:v>0.073879377039</c:v>
                </c:pt>
                <c:pt idx="104">
                  <c:v>0.067103148416</c:v>
                </c:pt>
                <c:pt idx="105">
                  <c:v>0.06</c:v>
                </c:pt>
                <c:pt idx="106">
                  <c:v>0.052604537615</c:v>
                </c:pt>
                <c:pt idx="107">
                  <c:v>0.04495279121</c:v>
                </c:pt>
                <c:pt idx="108">
                  <c:v>0.037082039325</c:v>
                </c:pt>
                <c:pt idx="109">
                  <c:v>0.029030627472</c:v>
                </c:pt>
                <c:pt idx="110">
                  <c:v>0.02083778132</c:v>
                </c:pt>
                <c:pt idx="111">
                  <c:v>0.012543415592</c:v>
                </c:pt>
                <c:pt idx="112">
                  <c:v>0.0041879396043</c:v>
                </c:pt>
                <c:pt idx="113">
                  <c:v>-0.0041879396043</c:v>
                </c:pt>
                <c:pt idx="114">
                  <c:v>-0.012543415592</c:v>
                </c:pt>
                <c:pt idx="115">
                  <c:v>-0.02083778132</c:v>
                </c:pt>
                <c:pt idx="116">
                  <c:v>-0.029030627472</c:v>
                </c:pt>
                <c:pt idx="117">
                  <c:v>-0.037082039325</c:v>
                </c:pt>
                <c:pt idx="118">
                  <c:v>-0.04495279121</c:v>
                </c:pt>
                <c:pt idx="119">
                  <c:v>-0.052604537615</c:v>
                </c:pt>
                <c:pt idx="120">
                  <c:v>-0.06</c:v>
                </c:pt>
                <c:pt idx="121">
                  <c:v>-0.067103148416</c:v>
                </c:pt>
                <c:pt idx="122">
                  <c:v>-0.073879377039</c:v>
                </c:pt>
                <c:pt idx="123">
                  <c:v>-0.080295672763</c:v>
                </c:pt>
                <c:pt idx="124">
                  <c:v>-0.086320776041</c:v>
                </c:pt>
                <c:pt idx="125">
                  <c:v>-0.091925333174</c:v>
                </c:pt>
                <c:pt idx="126">
                  <c:v>-0.097082039325</c:v>
                </c:pt>
                <c:pt idx="127">
                  <c:v>-0.10176577154</c:v>
                </c:pt>
                <c:pt idx="128">
                  <c:v>-0.10595371114</c:v>
                </c:pt>
                <c:pt idx="129">
                  <c:v>-0.10962545492</c:v>
                </c:pt>
                <c:pt idx="130">
                  <c:v>-0.11276311449</c:v>
                </c:pt>
                <c:pt idx="131">
                  <c:v>-0.11535140351</c:v>
                </c:pt>
                <c:pt idx="132">
                  <c:v>-0.11737771209</c:v>
                </c:pt>
                <c:pt idx="133">
                  <c:v>-0.11883216825</c:v>
                </c:pt>
                <c:pt idx="134">
                  <c:v>-0.11970768603</c:v>
                </c:pt>
                <c:pt idx="135">
                  <c:v>-0.12</c:v>
                </c:pt>
                <c:pt idx="136">
                  <c:v>-0.11970768603</c:v>
                </c:pt>
                <c:pt idx="137">
                  <c:v>-0.11883216825</c:v>
                </c:pt>
                <c:pt idx="138">
                  <c:v>-0.11737771209</c:v>
                </c:pt>
                <c:pt idx="139">
                  <c:v>-0.11535140351</c:v>
                </c:pt>
                <c:pt idx="140">
                  <c:v>-0.11276311449</c:v>
                </c:pt>
                <c:pt idx="141">
                  <c:v>-0.10962545492</c:v>
                </c:pt>
                <c:pt idx="142">
                  <c:v>-0.10595371114</c:v>
                </c:pt>
                <c:pt idx="143">
                  <c:v>-0.10176577154</c:v>
                </c:pt>
                <c:pt idx="144">
                  <c:v>-0.097082039325</c:v>
                </c:pt>
                <c:pt idx="145">
                  <c:v>-0.091925333174</c:v>
                </c:pt>
                <c:pt idx="146">
                  <c:v>-0.086320776041</c:v>
                </c:pt>
                <c:pt idx="147">
                  <c:v>-0.080295672763</c:v>
                </c:pt>
                <c:pt idx="148">
                  <c:v>-0.073879377039</c:v>
                </c:pt>
                <c:pt idx="149">
                  <c:v>-0.067103148416</c:v>
                </c:pt>
                <c:pt idx="150">
                  <c:v>-0.06</c:v>
                </c:pt>
                <c:pt idx="151">
                  <c:v>-0.052604537615</c:v>
                </c:pt>
                <c:pt idx="152">
                  <c:v>-0.04495279121</c:v>
                </c:pt>
                <c:pt idx="153">
                  <c:v>-0.037082039325</c:v>
                </c:pt>
                <c:pt idx="154">
                  <c:v>-0.029030627472</c:v>
                </c:pt>
                <c:pt idx="155">
                  <c:v>-0.02083778132</c:v>
                </c:pt>
                <c:pt idx="156">
                  <c:v>-0.012543415592</c:v>
                </c:pt>
                <c:pt idx="157">
                  <c:v>-0.0041879396043</c:v>
                </c:pt>
                <c:pt idx="158">
                  <c:v>0.0041879396043</c:v>
                </c:pt>
                <c:pt idx="159">
                  <c:v>0.012543415592</c:v>
                </c:pt>
                <c:pt idx="160">
                  <c:v>0.02083778132</c:v>
                </c:pt>
                <c:pt idx="161">
                  <c:v>0.029030627472</c:v>
                </c:pt>
                <c:pt idx="162">
                  <c:v>0.037082039325</c:v>
                </c:pt>
                <c:pt idx="163">
                  <c:v>0.04495279121</c:v>
                </c:pt>
                <c:pt idx="164">
                  <c:v>0.052604537615</c:v>
                </c:pt>
                <c:pt idx="165">
                  <c:v>0.06</c:v>
                </c:pt>
                <c:pt idx="166">
                  <c:v>0.067103148416</c:v>
                </c:pt>
                <c:pt idx="167">
                  <c:v>0.073879377039</c:v>
                </c:pt>
                <c:pt idx="168">
                  <c:v>0.080295672763</c:v>
                </c:pt>
                <c:pt idx="169">
                  <c:v>0.086320776041</c:v>
                </c:pt>
                <c:pt idx="170">
                  <c:v>0.091925333174</c:v>
                </c:pt>
                <c:pt idx="171">
                  <c:v>0.097082039325</c:v>
                </c:pt>
                <c:pt idx="172">
                  <c:v>0.10176577154</c:v>
                </c:pt>
                <c:pt idx="173">
                  <c:v>0.10595371114</c:v>
                </c:pt>
                <c:pt idx="174">
                  <c:v>0.10962545492</c:v>
                </c:pt>
                <c:pt idx="175">
                  <c:v>0.11276311449</c:v>
                </c:pt>
                <c:pt idx="176">
                  <c:v>0.11535140351</c:v>
                </c:pt>
                <c:pt idx="177">
                  <c:v>0.11737771209</c:v>
                </c:pt>
                <c:pt idx="178">
                  <c:v>0.11883216825</c:v>
                </c:pt>
                <c:pt idx="179">
                  <c:v>0.11970768603</c:v>
                </c:pt>
                <c:pt idx="180">
                  <c:v>0.12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"/>
          <c:min val="-0.2"/>
        </c:scaling>
        <c:delete val="0"/>
        <c:axPos val="l"/>
        <c:majorGridlines>
          <c:spPr>
            <a:ln xmlns:a="http://schemas.openxmlformats.org/drawingml/2006/main" w="5715">
              <a:solidFill>
                <a:srgbClr val="C3CAD2"/>
              </a:solidFill>
            </a:ln>
          </c:spPr>
        </c:majorGridlines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360"/>
          <c:min val="0"/>
        </c:scaling>
        <c:delete val="0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非正交相位：正弦 2×</c:v>
          </c:tx>
          <c:spPr>
            <a:ln xmlns:a="http://schemas.openxmlformats.org/drawingml/2006/main" w="24765">
              <a:solidFill>
                <a:srgbClr val="A55D35"/>
              </a:solidFill>
              <a:prstDash val="solid"/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</c:numCache>
            </c:numRef>
          </c:xVal>
          <c:yVal>
            <c:numRef>
              <c:f>'Chart Data'!$B$2:$B$182</c:f>
              <c:numCache>
                <c:formatCode>0.0</c:formatCode>
                <c:ptCount val="181"/>
                <c:pt idx="0">
                  <c:v>0</c:v>
                </c:pt>
                <c:pt idx="1">
                  <c:v>0.0069756473744</c:v>
                </c:pt>
                <c:pt idx="2">
                  <c:v>0.013917310096</c:v>
                </c:pt>
                <c:pt idx="3">
                  <c:v>0.020791169082</c:v>
                </c:pt>
                <c:pt idx="4">
                  <c:v>0.027563735582</c:v>
                </c:pt>
                <c:pt idx="5">
                  <c:v>0.034202014333</c:v>
                </c:pt>
                <c:pt idx="6">
                  <c:v>0.040673664308</c:v>
                </c:pt>
                <c:pt idx="7">
                  <c:v>0.046947156279</c:v>
                </c:pt>
                <c:pt idx="8">
                  <c:v>0.052991926423</c:v>
                </c:pt>
                <c:pt idx="9">
                  <c:v>0.058778525229</c:v>
                </c:pt>
                <c:pt idx="10">
                  <c:v>0.064278760969</c:v>
                </c:pt>
                <c:pt idx="11">
                  <c:v>0.069465837046</c:v>
                </c:pt>
                <c:pt idx="12">
                  <c:v>0.074314482548</c:v>
                </c:pt>
                <c:pt idx="13">
                  <c:v>0.078801075361</c:v>
                </c:pt>
                <c:pt idx="14">
                  <c:v>0.082903757256</c:v>
                </c:pt>
                <c:pt idx="15">
                  <c:v>0.086602540378</c:v>
                </c:pt>
                <c:pt idx="16">
                  <c:v>0.08987940463</c:v>
                </c:pt>
                <c:pt idx="17">
                  <c:v>0.092718385457</c:v>
                </c:pt>
                <c:pt idx="18">
                  <c:v>0.09510565163</c:v>
                </c:pt>
                <c:pt idx="19">
                  <c:v>0.097029572628</c:v>
                </c:pt>
                <c:pt idx="20">
                  <c:v>0.098480775301</c:v>
                </c:pt>
                <c:pt idx="21">
                  <c:v>0.099452189537</c:v>
                </c:pt>
                <c:pt idx="22">
                  <c:v>0.099939082702</c:v>
                </c:pt>
                <c:pt idx="23">
                  <c:v>0.099939082702</c:v>
                </c:pt>
                <c:pt idx="24">
                  <c:v>0.099452189537</c:v>
                </c:pt>
                <c:pt idx="25">
                  <c:v>0.098480775301</c:v>
                </c:pt>
                <c:pt idx="26">
                  <c:v>0.097029572628</c:v>
                </c:pt>
                <c:pt idx="27">
                  <c:v>0.09510565163</c:v>
                </c:pt>
                <c:pt idx="28">
                  <c:v>0.092718385457</c:v>
                </c:pt>
                <c:pt idx="29">
                  <c:v>0.08987940463</c:v>
                </c:pt>
                <c:pt idx="30">
                  <c:v>0.086602540378</c:v>
                </c:pt>
                <c:pt idx="31">
                  <c:v>0.082903757256</c:v>
                </c:pt>
                <c:pt idx="32">
                  <c:v>0.078801075361</c:v>
                </c:pt>
                <c:pt idx="33">
                  <c:v>0.074314482548</c:v>
                </c:pt>
                <c:pt idx="34">
                  <c:v>0.069465837046</c:v>
                </c:pt>
                <c:pt idx="35">
                  <c:v>0.064278760969</c:v>
                </c:pt>
                <c:pt idx="36">
                  <c:v>0.058778525229</c:v>
                </c:pt>
                <c:pt idx="37">
                  <c:v>0.052991926423</c:v>
                </c:pt>
                <c:pt idx="38">
                  <c:v>0.046947156279</c:v>
                </c:pt>
                <c:pt idx="39">
                  <c:v>0.040673664308</c:v>
                </c:pt>
                <c:pt idx="40">
                  <c:v>0.034202014333</c:v>
                </c:pt>
                <c:pt idx="41">
                  <c:v>0.027563735582</c:v>
                </c:pt>
                <c:pt idx="42">
                  <c:v>0.020791169082</c:v>
                </c:pt>
                <c:pt idx="43">
                  <c:v>0.013917310096</c:v>
                </c:pt>
                <c:pt idx="44">
                  <c:v>0.0069756473744</c:v>
                </c:pt>
                <c:pt idx="45">
                  <c:v>0</c:v>
                </c:pt>
                <c:pt idx="46">
                  <c:v>-0.0069756473744</c:v>
                </c:pt>
                <c:pt idx="47">
                  <c:v>-0.013917310096</c:v>
                </c:pt>
                <c:pt idx="48">
                  <c:v>-0.020791169082</c:v>
                </c:pt>
                <c:pt idx="49">
                  <c:v>-0.027563735582</c:v>
                </c:pt>
                <c:pt idx="50">
                  <c:v>-0.034202014333</c:v>
                </c:pt>
                <c:pt idx="51">
                  <c:v>-0.040673664308</c:v>
                </c:pt>
                <c:pt idx="52">
                  <c:v>-0.046947156279</c:v>
                </c:pt>
                <c:pt idx="53">
                  <c:v>-0.052991926423</c:v>
                </c:pt>
                <c:pt idx="54">
                  <c:v>-0.058778525229</c:v>
                </c:pt>
                <c:pt idx="55">
                  <c:v>-0.064278760969</c:v>
                </c:pt>
                <c:pt idx="56">
                  <c:v>-0.069465837046</c:v>
                </c:pt>
                <c:pt idx="57">
                  <c:v>-0.074314482548</c:v>
                </c:pt>
                <c:pt idx="58">
                  <c:v>-0.078801075361</c:v>
                </c:pt>
                <c:pt idx="59">
                  <c:v>-0.082903757256</c:v>
                </c:pt>
                <c:pt idx="60">
                  <c:v>-0.086602540378</c:v>
                </c:pt>
                <c:pt idx="61">
                  <c:v>-0.08987940463</c:v>
                </c:pt>
                <c:pt idx="62">
                  <c:v>-0.092718385457</c:v>
                </c:pt>
                <c:pt idx="63">
                  <c:v>-0.09510565163</c:v>
                </c:pt>
                <c:pt idx="64">
                  <c:v>-0.097029572628</c:v>
                </c:pt>
                <c:pt idx="65">
                  <c:v>-0.098480775301</c:v>
                </c:pt>
                <c:pt idx="66">
                  <c:v>-0.099452189537</c:v>
                </c:pt>
                <c:pt idx="67">
                  <c:v>-0.099939082702</c:v>
                </c:pt>
                <c:pt idx="68">
                  <c:v>-0.099939082702</c:v>
                </c:pt>
                <c:pt idx="69">
                  <c:v>-0.099452189537</c:v>
                </c:pt>
                <c:pt idx="70">
                  <c:v>-0.098480775301</c:v>
                </c:pt>
                <c:pt idx="71">
                  <c:v>-0.097029572628</c:v>
                </c:pt>
                <c:pt idx="72">
                  <c:v>-0.09510565163</c:v>
                </c:pt>
                <c:pt idx="73">
                  <c:v>-0.092718385457</c:v>
                </c:pt>
                <c:pt idx="74">
                  <c:v>-0.08987940463</c:v>
                </c:pt>
                <c:pt idx="75">
                  <c:v>-0.086602540378</c:v>
                </c:pt>
                <c:pt idx="76">
                  <c:v>-0.082903757256</c:v>
                </c:pt>
                <c:pt idx="77">
                  <c:v>-0.078801075361</c:v>
                </c:pt>
                <c:pt idx="78">
                  <c:v>-0.074314482548</c:v>
                </c:pt>
                <c:pt idx="79">
                  <c:v>-0.069465837046</c:v>
                </c:pt>
                <c:pt idx="80">
                  <c:v>-0.064278760969</c:v>
                </c:pt>
                <c:pt idx="81">
                  <c:v>-0.058778525229</c:v>
                </c:pt>
                <c:pt idx="82">
                  <c:v>-0.052991926423</c:v>
                </c:pt>
                <c:pt idx="83">
                  <c:v>-0.046947156279</c:v>
                </c:pt>
                <c:pt idx="84">
                  <c:v>-0.040673664308</c:v>
                </c:pt>
                <c:pt idx="85">
                  <c:v>-0.034202014333</c:v>
                </c:pt>
                <c:pt idx="86">
                  <c:v>-0.027563735582</c:v>
                </c:pt>
                <c:pt idx="87">
                  <c:v>-0.020791169082</c:v>
                </c:pt>
                <c:pt idx="88">
                  <c:v>-0.013917310096</c:v>
                </c:pt>
                <c:pt idx="89">
                  <c:v>-0.0069756473744</c:v>
                </c:pt>
                <c:pt idx="90">
                  <c:v>0</c:v>
                </c:pt>
                <c:pt idx="91">
                  <c:v>0.0069756473744</c:v>
                </c:pt>
                <c:pt idx="92">
                  <c:v>0.013917310096</c:v>
                </c:pt>
                <c:pt idx="93">
                  <c:v>0.020791169082</c:v>
                </c:pt>
                <c:pt idx="94">
                  <c:v>0.027563735582</c:v>
                </c:pt>
                <c:pt idx="95">
                  <c:v>0.034202014333</c:v>
                </c:pt>
                <c:pt idx="96">
                  <c:v>0.040673664308</c:v>
                </c:pt>
                <c:pt idx="97">
                  <c:v>0.046947156279</c:v>
                </c:pt>
                <c:pt idx="98">
                  <c:v>0.052991926423</c:v>
                </c:pt>
                <c:pt idx="99">
                  <c:v>0.058778525229</c:v>
                </c:pt>
                <c:pt idx="100">
                  <c:v>0.064278760969</c:v>
                </c:pt>
                <c:pt idx="101">
                  <c:v>0.069465837046</c:v>
                </c:pt>
                <c:pt idx="102">
                  <c:v>0.074314482548</c:v>
                </c:pt>
                <c:pt idx="103">
                  <c:v>0.078801075361</c:v>
                </c:pt>
                <c:pt idx="104">
                  <c:v>0.082903757256</c:v>
                </c:pt>
                <c:pt idx="105">
                  <c:v>0.086602540378</c:v>
                </c:pt>
                <c:pt idx="106">
                  <c:v>0.08987940463</c:v>
                </c:pt>
                <c:pt idx="107">
                  <c:v>0.092718385457</c:v>
                </c:pt>
                <c:pt idx="108">
                  <c:v>0.09510565163</c:v>
                </c:pt>
                <c:pt idx="109">
                  <c:v>0.097029572628</c:v>
                </c:pt>
                <c:pt idx="110">
                  <c:v>0.098480775301</c:v>
                </c:pt>
                <c:pt idx="111">
                  <c:v>0.099452189537</c:v>
                </c:pt>
                <c:pt idx="112">
                  <c:v>0.099939082702</c:v>
                </c:pt>
                <c:pt idx="113">
                  <c:v>0.099939082702</c:v>
                </c:pt>
                <c:pt idx="114">
                  <c:v>0.099452189537</c:v>
                </c:pt>
                <c:pt idx="115">
                  <c:v>0.098480775301</c:v>
                </c:pt>
                <c:pt idx="116">
                  <c:v>0.097029572628</c:v>
                </c:pt>
                <c:pt idx="117">
                  <c:v>0.09510565163</c:v>
                </c:pt>
                <c:pt idx="118">
                  <c:v>0.092718385457</c:v>
                </c:pt>
                <c:pt idx="119">
                  <c:v>0.08987940463</c:v>
                </c:pt>
                <c:pt idx="120">
                  <c:v>0.086602540378</c:v>
                </c:pt>
                <c:pt idx="121">
                  <c:v>0.082903757256</c:v>
                </c:pt>
                <c:pt idx="122">
                  <c:v>0.078801075361</c:v>
                </c:pt>
                <c:pt idx="123">
                  <c:v>0.074314482548</c:v>
                </c:pt>
                <c:pt idx="124">
                  <c:v>0.069465837046</c:v>
                </c:pt>
                <c:pt idx="125">
                  <c:v>0.064278760969</c:v>
                </c:pt>
                <c:pt idx="126">
                  <c:v>0.058778525229</c:v>
                </c:pt>
                <c:pt idx="127">
                  <c:v>0.052991926423</c:v>
                </c:pt>
                <c:pt idx="128">
                  <c:v>0.046947156279</c:v>
                </c:pt>
                <c:pt idx="129">
                  <c:v>0.040673664308</c:v>
                </c:pt>
                <c:pt idx="130">
                  <c:v>0.034202014333</c:v>
                </c:pt>
                <c:pt idx="131">
                  <c:v>0.027563735582</c:v>
                </c:pt>
                <c:pt idx="132">
                  <c:v>0.020791169082</c:v>
                </c:pt>
                <c:pt idx="133">
                  <c:v>0.013917310096</c:v>
                </c:pt>
                <c:pt idx="134">
                  <c:v>0.0069756473744</c:v>
                </c:pt>
                <c:pt idx="135">
                  <c:v>0</c:v>
                </c:pt>
                <c:pt idx="136">
                  <c:v>-0.0069756473744</c:v>
                </c:pt>
                <c:pt idx="137">
                  <c:v>-0.013917310096</c:v>
                </c:pt>
                <c:pt idx="138">
                  <c:v>-0.020791169082</c:v>
                </c:pt>
                <c:pt idx="139">
                  <c:v>-0.027563735582</c:v>
                </c:pt>
                <c:pt idx="140">
                  <c:v>-0.034202014333</c:v>
                </c:pt>
                <c:pt idx="141">
                  <c:v>-0.040673664308</c:v>
                </c:pt>
                <c:pt idx="142">
                  <c:v>-0.046947156279</c:v>
                </c:pt>
                <c:pt idx="143">
                  <c:v>-0.052991926423</c:v>
                </c:pt>
                <c:pt idx="144">
                  <c:v>-0.058778525229</c:v>
                </c:pt>
                <c:pt idx="145">
                  <c:v>-0.064278760969</c:v>
                </c:pt>
                <c:pt idx="146">
                  <c:v>-0.069465837046</c:v>
                </c:pt>
                <c:pt idx="147">
                  <c:v>-0.074314482548</c:v>
                </c:pt>
                <c:pt idx="148">
                  <c:v>-0.078801075361</c:v>
                </c:pt>
                <c:pt idx="149">
                  <c:v>-0.082903757256</c:v>
                </c:pt>
                <c:pt idx="150">
                  <c:v>-0.086602540378</c:v>
                </c:pt>
                <c:pt idx="151">
                  <c:v>-0.08987940463</c:v>
                </c:pt>
                <c:pt idx="152">
                  <c:v>-0.092718385457</c:v>
                </c:pt>
                <c:pt idx="153">
                  <c:v>-0.09510565163</c:v>
                </c:pt>
                <c:pt idx="154">
                  <c:v>-0.097029572628</c:v>
                </c:pt>
                <c:pt idx="155">
                  <c:v>-0.098480775301</c:v>
                </c:pt>
                <c:pt idx="156">
                  <c:v>-0.099452189537</c:v>
                </c:pt>
                <c:pt idx="157">
                  <c:v>-0.099939082702</c:v>
                </c:pt>
                <c:pt idx="158">
                  <c:v>-0.099939082702</c:v>
                </c:pt>
                <c:pt idx="159">
                  <c:v>-0.099452189537</c:v>
                </c:pt>
                <c:pt idx="160">
                  <c:v>-0.098480775301</c:v>
                </c:pt>
                <c:pt idx="161">
                  <c:v>-0.097029572628</c:v>
                </c:pt>
                <c:pt idx="162">
                  <c:v>-0.09510565163</c:v>
                </c:pt>
                <c:pt idx="163">
                  <c:v>-0.092718385457</c:v>
                </c:pt>
                <c:pt idx="164">
                  <c:v>-0.08987940463</c:v>
                </c:pt>
                <c:pt idx="165">
                  <c:v>-0.086602540378</c:v>
                </c:pt>
                <c:pt idx="166">
                  <c:v>-0.082903757256</c:v>
                </c:pt>
                <c:pt idx="167">
                  <c:v>-0.078801075361</c:v>
                </c:pt>
                <c:pt idx="168">
                  <c:v>-0.074314482548</c:v>
                </c:pt>
                <c:pt idx="169">
                  <c:v>-0.069465837046</c:v>
                </c:pt>
                <c:pt idx="170">
                  <c:v>-0.064278760969</c:v>
                </c:pt>
                <c:pt idx="171">
                  <c:v>-0.058778525229</c:v>
                </c:pt>
                <c:pt idx="172">
                  <c:v>-0.052991926423</c:v>
                </c:pt>
                <c:pt idx="173">
                  <c:v>-0.046947156279</c:v>
                </c:pt>
                <c:pt idx="174">
                  <c:v>-0.040673664308</c:v>
                </c:pt>
                <c:pt idx="175">
                  <c:v>-0.034202014333</c:v>
                </c:pt>
                <c:pt idx="176">
                  <c:v>-0.027563735582</c:v>
                </c:pt>
                <c:pt idx="177">
                  <c:v>-0.020791169082</c:v>
                </c:pt>
                <c:pt idx="178">
                  <c:v>-0.013917310096</c:v>
                </c:pt>
                <c:pt idx="179">
                  <c:v>-0.0069756473744</c:v>
                </c:pt>
                <c:pt idx="18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"/>
          <c:min val="-0.2"/>
        </c:scaling>
        <c:delete val="0"/>
        <c:axPos val="l"/>
        <c:majorGridlines>
          <c:spPr>
            <a:ln xmlns:a="http://schemas.openxmlformats.org/drawingml/2006/main" w="5715">
              <a:solidFill>
                <a:srgbClr val="C3CAD2"/>
              </a:solidFill>
            </a:ln>
          </c:spPr>
        </c:majorGridlines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360"/>
          <c:min val="0"/>
        </c:scaling>
        <c:delete val="0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原始殘差 e</c:v>
          </c:tx>
          <c:spPr>
            <a:ln xmlns:a="http://schemas.openxmlformats.org/drawingml/2006/main" w="25718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</c:numCache>
            </c:numRef>
          </c:xVal>
          <c:yVal>
            <c:numRef>
              <c:f>'Chart Data'!$B$2:$B$182</c:f>
              <c:numCache>
                <c:formatCode>0.0</c:formatCode>
                <c:ptCount val="181"/>
                <c:pt idx="0">
                  <c:v>-0.12</c:v>
                </c:pt>
                <c:pt idx="1">
                  <c:v>-0.12668333341</c:v>
                </c:pt>
                <c:pt idx="2">
                  <c:v>-0.13274947834</c:v>
                </c:pt>
                <c:pt idx="3">
                  <c:v>-0.13816888117</c:v>
                </c:pt>
                <c:pt idx="4">
                  <c:v>-0.14291513909</c:v>
                </c:pt>
                <c:pt idx="5">
                  <c:v>-0.14696512883</c:v>
                </c:pt>
                <c:pt idx="6">
                  <c:v>-0.15029911922</c:v>
                </c:pt>
                <c:pt idx="7">
                  <c:v>-0.15290086742</c:v>
                </c:pt>
                <c:pt idx="8">
                  <c:v>-0.15475769796</c:v>
                </c:pt>
                <c:pt idx="9">
                  <c:v>-0.15586056455</c:v>
                </c:pt>
                <c:pt idx="10">
                  <c:v>-0.15620409414</c:v>
                </c:pt>
                <c:pt idx="11">
                  <c:v>-0.15578661309</c:v>
                </c:pt>
                <c:pt idx="12">
                  <c:v>-0.15461015531</c:v>
                </c:pt>
                <c:pt idx="13">
                  <c:v>-0.1526804524</c:v>
                </c:pt>
                <c:pt idx="14">
                  <c:v>-0.15000690567</c:v>
                </c:pt>
                <c:pt idx="15">
                  <c:v>-0.14660254038</c:v>
                </c:pt>
                <c:pt idx="16">
                  <c:v>-0.14248394224</c:v>
                </c:pt>
                <c:pt idx="17">
                  <c:v>-0.13767117667</c:v>
                </c:pt>
                <c:pt idx="18">
                  <c:v>-0.13218769095</c:v>
                </c:pt>
                <c:pt idx="19">
                  <c:v>-0.1260602001</c:v>
                </c:pt>
                <c:pt idx="20">
                  <c:v>-0.11931855662</c:v>
                </c:pt>
                <c:pt idx="21">
                  <c:v>-0.11199560513</c:v>
                </c:pt>
                <c:pt idx="22">
                  <c:v>-0.10412702231</c:v>
                </c:pt>
                <c:pt idx="23">
                  <c:v>-0.095751143098</c:v>
                </c:pt>
                <c:pt idx="24">
                  <c:v>-0.086908773945</c:v>
                </c:pt>
                <c:pt idx="25">
                  <c:v>-0.077642993981</c:v>
                </c:pt>
                <c:pt idx="26">
                  <c:v>-0.067998945156</c:v>
                </c:pt>
                <c:pt idx="27">
                  <c:v>-0.058023612305</c:v>
                </c:pt>
                <c:pt idx="28">
                  <c:v>-0.047765594247</c:v>
                </c:pt>
                <c:pt idx="29">
                  <c:v>-0.037274867015</c:v>
                </c:pt>
                <c:pt idx="30">
                  <c:v>-0.026602540378</c:v>
                </c:pt>
                <c:pt idx="31">
                  <c:v>-0.015800608839</c:v>
                </c:pt>
                <c:pt idx="32">
                  <c:v>-0.0049216983216</c:v>
                </c:pt>
                <c:pt idx="33">
                  <c:v>0.0059811902153</c:v>
                </c:pt>
                <c:pt idx="34">
                  <c:v>0.016854938995</c:v>
                </c:pt>
                <c:pt idx="35">
                  <c:v>0.027646572206</c:v>
                </c:pt>
                <c:pt idx="36">
                  <c:v>0.038303514096</c:v>
                </c:pt>
                <c:pt idx="37">
                  <c:v>0.048773845115</c:v>
                </c:pt>
                <c:pt idx="38">
                  <c:v>0.059006554864</c:v>
                </c:pt>
                <c:pt idx="39">
                  <c:v>0.06895179061</c:v>
                </c:pt>
                <c:pt idx="40">
                  <c:v>0.078561100162</c:v>
                </c:pt>
                <c:pt idx="41">
                  <c:v>0.087787667931</c:v>
                </c:pt>
                <c:pt idx="42">
                  <c:v>0.096586543006</c:v>
                </c:pt>
                <c:pt idx="43">
                  <c:v>0.10491485815</c:v>
                </c:pt>
                <c:pt idx="44">
                  <c:v>0.11273203866</c:v>
                </c:pt>
                <c:pt idx="45">
                  <c:v>0.12</c:v>
                </c:pt>
                <c:pt idx="46">
                  <c:v>0.12668333341</c:v>
                </c:pt>
                <c:pt idx="47">
                  <c:v>0.13274947834</c:v>
                </c:pt>
                <c:pt idx="48">
                  <c:v>0.13816888117</c:v>
                </c:pt>
                <c:pt idx="49">
                  <c:v>0.14291513909</c:v>
                </c:pt>
                <c:pt idx="50">
                  <c:v>0.14696512883</c:v>
                </c:pt>
                <c:pt idx="51">
                  <c:v>0.15029911922</c:v>
                </c:pt>
                <c:pt idx="52">
                  <c:v>0.15290086742</c:v>
                </c:pt>
                <c:pt idx="53">
                  <c:v>0.15475769796</c:v>
                </c:pt>
                <c:pt idx="54">
                  <c:v>0.15586056455</c:v>
                </c:pt>
                <c:pt idx="55">
                  <c:v>0.15620409414</c:v>
                </c:pt>
                <c:pt idx="56">
                  <c:v>0.15578661309</c:v>
                </c:pt>
                <c:pt idx="57">
                  <c:v>0.15461015531</c:v>
                </c:pt>
                <c:pt idx="58">
                  <c:v>0.1526804524</c:v>
                </c:pt>
                <c:pt idx="59">
                  <c:v>0.15000690567</c:v>
                </c:pt>
                <c:pt idx="60">
                  <c:v>0.14660254038</c:v>
                </c:pt>
                <c:pt idx="61">
                  <c:v>0.14248394224</c:v>
                </c:pt>
                <c:pt idx="62">
                  <c:v>0.13767117667</c:v>
                </c:pt>
                <c:pt idx="63">
                  <c:v>0.13218769095</c:v>
                </c:pt>
                <c:pt idx="64">
                  <c:v>0.1260602001</c:v>
                </c:pt>
                <c:pt idx="65">
                  <c:v>0.11931855662</c:v>
                </c:pt>
                <c:pt idx="66">
                  <c:v>0.11199560513</c:v>
                </c:pt>
                <c:pt idx="67">
                  <c:v>0.10412702231</c:v>
                </c:pt>
                <c:pt idx="68">
                  <c:v>0.095751143098</c:v>
                </c:pt>
                <c:pt idx="69">
                  <c:v>0.086908773945</c:v>
                </c:pt>
                <c:pt idx="70">
                  <c:v>0.077642993981</c:v>
                </c:pt>
                <c:pt idx="71">
                  <c:v>0.067998945156</c:v>
                </c:pt>
                <c:pt idx="72">
                  <c:v>0.058023612305</c:v>
                </c:pt>
                <c:pt idx="73">
                  <c:v>0.047765594247</c:v>
                </c:pt>
                <c:pt idx="74">
                  <c:v>0.037274867015</c:v>
                </c:pt>
                <c:pt idx="75">
                  <c:v>0.026602540378</c:v>
                </c:pt>
                <c:pt idx="76">
                  <c:v>0.015800608839</c:v>
                </c:pt>
                <c:pt idx="77">
                  <c:v>0.0049216983216</c:v>
                </c:pt>
                <c:pt idx="78">
                  <c:v>-0.0059811902153</c:v>
                </c:pt>
                <c:pt idx="79">
                  <c:v>-0.016854938995</c:v>
                </c:pt>
                <c:pt idx="80">
                  <c:v>-0.027646572206</c:v>
                </c:pt>
                <c:pt idx="81">
                  <c:v>-0.038303514096</c:v>
                </c:pt>
                <c:pt idx="82">
                  <c:v>-0.048773845115</c:v>
                </c:pt>
                <c:pt idx="83">
                  <c:v>-0.059006554864</c:v>
                </c:pt>
                <c:pt idx="84">
                  <c:v>-0.06895179061</c:v>
                </c:pt>
                <c:pt idx="85">
                  <c:v>-0.078561100162</c:v>
                </c:pt>
                <c:pt idx="86">
                  <c:v>-0.087787667931</c:v>
                </c:pt>
                <c:pt idx="87">
                  <c:v>-0.096586543006</c:v>
                </c:pt>
                <c:pt idx="88">
                  <c:v>-0.10491485815</c:v>
                </c:pt>
                <c:pt idx="89">
                  <c:v>-0.11273203866</c:v>
                </c:pt>
                <c:pt idx="90">
                  <c:v>-0.12</c:v>
                </c:pt>
                <c:pt idx="91">
                  <c:v>-0.12668333341</c:v>
                </c:pt>
                <c:pt idx="92">
                  <c:v>-0.13274947834</c:v>
                </c:pt>
                <c:pt idx="93">
                  <c:v>-0.13816888117</c:v>
                </c:pt>
                <c:pt idx="94">
                  <c:v>-0.14291513909</c:v>
                </c:pt>
                <c:pt idx="95">
                  <c:v>-0.14696512883</c:v>
                </c:pt>
                <c:pt idx="96">
                  <c:v>-0.15029911922</c:v>
                </c:pt>
                <c:pt idx="97">
                  <c:v>-0.15290086742</c:v>
                </c:pt>
                <c:pt idx="98">
                  <c:v>-0.15475769796</c:v>
                </c:pt>
                <c:pt idx="99">
                  <c:v>-0.15586056455</c:v>
                </c:pt>
                <c:pt idx="100">
                  <c:v>-0.15620409414</c:v>
                </c:pt>
                <c:pt idx="101">
                  <c:v>-0.15578661309</c:v>
                </c:pt>
                <c:pt idx="102">
                  <c:v>-0.15461015531</c:v>
                </c:pt>
                <c:pt idx="103">
                  <c:v>-0.1526804524</c:v>
                </c:pt>
                <c:pt idx="104">
                  <c:v>-0.15000690567</c:v>
                </c:pt>
                <c:pt idx="105">
                  <c:v>-0.14660254038</c:v>
                </c:pt>
                <c:pt idx="106">
                  <c:v>-0.14248394224</c:v>
                </c:pt>
                <c:pt idx="107">
                  <c:v>-0.13767117667</c:v>
                </c:pt>
                <c:pt idx="108">
                  <c:v>-0.13218769095</c:v>
                </c:pt>
                <c:pt idx="109">
                  <c:v>-0.1260602001</c:v>
                </c:pt>
                <c:pt idx="110">
                  <c:v>-0.11931855662</c:v>
                </c:pt>
                <c:pt idx="111">
                  <c:v>-0.11199560513</c:v>
                </c:pt>
                <c:pt idx="112">
                  <c:v>-0.10412702231</c:v>
                </c:pt>
                <c:pt idx="113">
                  <c:v>-0.095751143098</c:v>
                </c:pt>
                <c:pt idx="114">
                  <c:v>-0.086908773945</c:v>
                </c:pt>
                <c:pt idx="115">
                  <c:v>-0.077642993981</c:v>
                </c:pt>
                <c:pt idx="116">
                  <c:v>-0.067998945156</c:v>
                </c:pt>
                <c:pt idx="117">
                  <c:v>-0.058023612305</c:v>
                </c:pt>
                <c:pt idx="118">
                  <c:v>-0.047765594247</c:v>
                </c:pt>
                <c:pt idx="119">
                  <c:v>-0.037274867015</c:v>
                </c:pt>
                <c:pt idx="120">
                  <c:v>-0.026602540378</c:v>
                </c:pt>
                <c:pt idx="121">
                  <c:v>-0.015800608839</c:v>
                </c:pt>
                <c:pt idx="122">
                  <c:v>-0.0049216983216</c:v>
                </c:pt>
                <c:pt idx="123">
                  <c:v>0.0059811902153</c:v>
                </c:pt>
                <c:pt idx="124">
                  <c:v>0.016854938995</c:v>
                </c:pt>
                <c:pt idx="125">
                  <c:v>0.027646572206</c:v>
                </c:pt>
                <c:pt idx="126">
                  <c:v>0.038303514096</c:v>
                </c:pt>
                <c:pt idx="127">
                  <c:v>0.048773845115</c:v>
                </c:pt>
                <c:pt idx="128">
                  <c:v>0.059006554864</c:v>
                </c:pt>
                <c:pt idx="129">
                  <c:v>0.06895179061</c:v>
                </c:pt>
                <c:pt idx="130">
                  <c:v>0.078561100162</c:v>
                </c:pt>
                <c:pt idx="131">
                  <c:v>0.087787667931</c:v>
                </c:pt>
                <c:pt idx="132">
                  <c:v>0.096586543006</c:v>
                </c:pt>
                <c:pt idx="133">
                  <c:v>0.10491485815</c:v>
                </c:pt>
                <c:pt idx="134">
                  <c:v>0.11273203866</c:v>
                </c:pt>
                <c:pt idx="135">
                  <c:v>0.12</c:v>
                </c:pt>
                <c:pt idx="136">
                  <c:v>0.12668333341</c:v>
                </c:pt>
                <c:pt idx="137">
                  <c:v>0.13274947834</c:v>
                </c:pt>
                <c:pt idx="138">
                  <c:v>0.13816888117</c:v>
                </c:pt>
                <c:pt idx="139">
                  <c:v>0.14291513909</c:v>
                </c:pt>
                <c:pt idx="140">
                  <c:v>0.14696512883</c:v>
                </c:pt>
                <c:pt idx="141">
                  <c:v>0.15029911922</c:v>
                </c:pt>
                <c:pt idx="142">
                  <c:v>0.15290086742</c:v>
                </c:pt>
                <c:pt idx="143">
                  <c:v>0.15475769796</c:v>
                </c:pt>
                <c:pt idx="144">
                  <c:v>0.15586056455</c:v>
                </c:pt>
                <c:pt idx="145">
                  <c:v>0.15620409414</c:v>
                </c:pt>
                <c:pt idx="146">
                  <c:v>0.15578661309</c:v>
                </c:pt>
                <c:pt idx="147">
                  <c:v>0.15461015531</c:v>
                </c:pt>
                <c:pt idx="148">
                  <c:v>0.1526804524</c:v>
                </c:pt>
                <c:pt idx="149">
                  <c:v>0.15000690567</c:v>
                </c:pt>
                <c:pt idx="150">
                  <c:v>0.14660254038</c:v>
                </c:pt>
                <c:pt idx="151">
                  <c:v>0.14248394224</c:v>
                </c:pt>
                <c:pt idx="152">
                  <c:v>0.13767117667</c:v>
                </c:pt>
                <c:pt idx="153">
                  <c:v>0.13218769095</c:v>
                </c:pt>
                <c:pt idx="154">
                  <c:v>0.1260602001</c:v>
                </c:pt>
                <c:pt idx="155">
                  <c:v>0.11931855662</c:v>
                </c:pt>
                <c:pt idx="156">
                  <c:v>0.11199560513</c:v>
                </c:pt>
                <c:pt idx="157">
                  <c:v>0.10412702231</c:v>
                </c:pt>
                <c:pt idx="158">
                  <c:v>0.095751143098</c:v>
                </c:pt>
                <c:pt idx="159">
                  <c:v>0.086908773945</c:v>
                </c:pt>
                <c:pt idx="160">
                  <c:v>0.077642993981</c:v>
                </c:pt>
                <c:pt idx="161">
                  <c:v>0.067998945156</c:v>
                </c:pt>
                <c:pt idx="162">
                  <c:v>0.058023612305</c:v>
                </c:pt>
                <c:pt idx="163">
                  <c:v>0.047765594247</c:v>
                </c:pt>
                <c:pt idx="164">
                  <c:v>0.037274867015</c:v>
                </c:pt>
                <c:pt idx="165">
                  <c:v>0.026602540378</c:v>
                </c:pt>
                <c:pt idx="166">
                  <c:v>0.015800608839</c:v>
                </c:pt>
                <c:pt idx="167">
                  <c:v>0.0049216983216</c:v>
                </c:pt>
                <c:pt idx="168">
                  <c:v>-0.0059811902153</c:v>
                </c:pt>
                <c:pt idx="169">
                  <c:v>-0.016854938995</c:v>
                </c:pt>
                <c:pt idx="170">
                  <c:v>-0.027646572206</c:v>
                </c:pt>
                <c:pt idx="171">
                  <c:v>-0.038303514096</c:v>
                </c:pt>
                <c:pt idx="172">
                  <c:v>-0.048773845115</c:v>
                </c:pt>
                <c:pt idx="173">
                  <c:v>-0.059006554864</c:v>
                </c:pt>
                <c:pt idx="174">
                  <c:v>-0.06895179061</c:v>
                </c:pt>
                <c:pt idx="175">
                  <c:v>-0.078561100162</c:v>
                </c:pt>
                <c:pt idx="176">
                  <c:v>-0.087787667931</c:v>
                </c:pt>
                <c:pt idx="177">
                  <c:v>-0.096586543006</c:v>
                </c:pt>
                <c:pt idx="178">
                  <c:v>-0.10491485815</c:v>
                </c:pt>
                <c:pt idx="179">
                  <c:v>-0.11273203866</c:v>
                </c:pt>
                <c:pt idx="180">
                  <c:v>-0.12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"/>
          <c:min val="-0.2"/>
        </c:scaling>
        <c:delete val="0"/>
        <c:axPos val="l"/>
        <c:majorGridlines>
          <c:spPr>
            <a:ln xmlns:a="http://schemas.openxmlformats.org/drawingml/2006/main" w="5715">
              <a:solidFill>
                <a:srgbClr val="C3CAD2"/>
              </a:solidFill>
            </a:ln>
          </c:spPr>
        </c:majorGridlines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360"/>
          <c:min val="0"/>
        </c:scaling>
        <c:delete val="0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乘積 e·cos(2ε)</c:v>
          </c:tx>
          <c:spPr>
            <a:ln xmlns:a="http://schemas.openxmlformats.org/drawingml/2006/main" w="25718">
              <a:solidFill>
                <a:srgbClr val="25776C"/>
              </a:solidFill>
              <a:prstDash val="solid"/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</c:numCache>
            </c:numRef>
          </c:xVal>
          <c:yVal>
            <c:numRef>
              <c:f>'Chart Data'!$B$2:$B$182</c:f>
              <c:numCache>
                <c:formatCode>0.0</c:formatCode>
                <c:ptCount val="181"/>
                <c:pt idx="0">
                  <c:v>-0.12</c:v>
                </c:pt>
                <c:pt idx="1">
                  <c:v>-0.12637473917</c:v>
                </c:pt>
                <c:pt idx="2">
                  <c:v>-0.13145756955</c:v>
                </c:pt>
                <c:pt idx="3">
                  <c:v>-0.13514955961</c:v>
                </c:pt>
                <c:pt idx="4">
                  <c:v>-0.13737884898</c:v>
                </c:pt>
                <c:pt idx="5">
                  <c:v>-0.13810204707</c:v>
                </c:pt>
                <c:pt idx="6">
                  <c:v>-0.13730507766</c:v>
                </c:pt>
                <c:pt idx="7">
                  <c:v>-0.13500345284</c:v>
                </c:pt>
                <c:pt idx="8">
                  <c:v>-0.13124197112</c:v>
                </c:pt>
                <c:pt idx="9">
                  <c:v>-0.12609384548</c:v>
                </c:pt>
                <c:pt idx="10">
                  <c:v>-0.11965927831</c:v>
                </c:pt>
                <c:pt idx="11">
                  <c:v>-0.11206351115</c:v>
                </c:pt>
                <c:pt idx="12">
                  <c:v>-0.10345438697</c:v>
                </c:pt>
                <c:pt idx="13">
                  <c:v>-0.093999472578</c:v>
                </c:pt>
                <c:pt idx="14">
                  <c:v>-0.083882797123</c:v>
                </c:pt>
                <c:pt idx="15">
                  <c:v>-0.073301270189</c:v>
                </c:pt>
                <c:pt idx="16">
                  <c:v>-0.062460849161</c:v>
                </c:pt>
                <c:pt idx="17">
                  <c:v>-0.051572530503</c:v>
                </c:pt>
                <c:pt idx="18">
                  <c:v>-0.040848242952</c:v>
                </c:pt>
                <c:pt idx="19">
                  <c:v>-0.030496722568</c:v>
                </c:pt>
                <c:pt idx="20">
                  <c:v>-0.020719449919</c:v>
                </c:pt>
                <c:pt idx="21">
                  <c:v>-0.011706728497</c:v>
                </c:pt>
                <c:pt idx="22">
                  <c:v>-0.0036339806716</c:v>
                </c:pt>
                <c:pt idx="23">
                  <c:v>0.0033416667028</c:v>
                </c:pt>
                <c:pt idx="24">
                  <c:v>0.0090844405849</c:v>
                </c:pt>
                <c:pt idx="25">
                  <c:v>0.013482564413</c:v>
                </c:pt>
                <c:pt idx="26">
                  <c:v>0.016450433711</c:v>
                </c:pt>
                <c:pt idx="27">
                  <c:v>0.017930282277</c:v>
                </c:pt>
                <c:pt idx="28">
                  <c:v>0.017893306543</c:v>
                </c:pt>
                <c:pt idx="29">
                  <c:v>0.0163402262</c:v>
                </c:pt>
                <c:pt idx="30">
                  <c:v>0.013301270189</c:v>
                </c:pt>
                <c:pt idx="31">
                  <c:v>0.0088355883333</c:v>
                </c:pt>
                <c:pt idx="32">
                  <c:v>0.0030301000498</c:v>
                </c:pt>
                <c:pt idx="33">
                  <c:v>-0.0040021974355</c:v>
                </c:pt>
                <c:pt idx="34">
                  <c:v>-0.012124428451</c:v>
                </c:pt>
                <c:pt idx="35">
                  <c:v>-0.021178503009</c:v>
                </c:pt>
                <c:pt idx="36">
                  <c:v>-0.030988193848</c:v>
                </c:pt>
                <c:pt idx="37">
                  <c:v>-0.041362566492</c:v>
                </c:pt>
                <c:pt idx="38">
                  <c:v>-0.05209969558</c:v>
                </c:pt>
                <c:pt idx="39">
                  <c:v>-0.062990595108</c:v>
                </c:pt>
                <c:pt idx="40">
                  <c:v>-0.073823286103</c:v>
                </c:pt>
                <c:pt idx="41">
                  <c:v>-0.084386922558</c:v>
                </c:pt>
                <c:pt idx="42">
                  <c:v>-0.094475895305</c:v>
                </c:pt>
                <c:pt idx="43">
                  <c:v>-0.10389383397</c:v>
                </c:pt>
                <c:pt idx="44">
                  <c:v>-0.11245742908</c:v>
                </c:pt>
                <c:pt idx="45">
                  <c:v>-0.12</c:v>
                </c:pt>
                <c:pt idx="46">
                  <c:v>-0.12637473917</c:v>
                </c:pt>
                <c:pt idx="47">
                  <c:v>-0.13145756955</c:v>
                </c:pt>
                <c:pt idx="48">
                  <c:v>-0.13514955961</c:v>
                </c:pt>
                <c:pt idx="49">
                  <c:v>-0.13737884898</c:v>
                </c:pt>
                <c:pt idx="50">
                  <c:v>-0.13810204707</c:v>
                </c:pt>
                <c:pt idx="51">
                  <c:v>-0.13730507766</c:v>
                </c:pt>
                <c:pt idx="52">
                  <c:v>-0.13500345284</c:v>
                </c:pt>
                <c:pt idx="53">
                  <c:v>-0.13124197112</c:v>
                </c:pt>
                <c:pt idx="54">
                  <c:v>-0.12609384548</c:v>
                </c:pt>
                <c:pt idx="55">
                  <c:v>-0.11965927831</c:v>
                </c:pt>
                <c:pt idx="56">
                  <c:v>-0.11206351115</c:v>
                </c:pt>
                <c:pt idx="57">
                  <c:v>-0.10345438697</c:v>
                </c:pt>
                <c:pt idx="58">
                  <c:v>-0.093999472578</c:v>
                </c:pt>
                <c:pt idx="59">
                  <c:v>-0.083882797123</c:v>
                </c:pt>
                <c:pt idx="60">
                  <c:v>-0.073301270189</c:v>
                </c:pt>
                <c:pt idx="61">
                  <c:v>-0.062460849161</c:v>
                </c:pt>
                <c:pt idx="62">
                  <c:v>-0.051572530503</c:v>
                </c:pt>
                <c:pt idx="63">
                  <c:v>-0.040848242952</c:v>
                </c:pt>
                <c:pt idx="64">
                  <c:v>-0.030496722568</c:v>
                </c:pt>
                <c:pt idx="65">
                  <c:v>-0.020719449919</c:v>
                </c:pt>
                <c:pt idx="66">
                  <c:v>-0.011706728497</c:v>
                </c:pt>
                <c:pt idx="67">
                  <c:v>-0.0036339806716</c:v>
                </c:pt>
                <c:pt idx="68">
                  <c:v>0.0033416667028</c:v>
                </c:pt>
                <c:pt idx="69">
                  <c:v>0.0090844405849</c:v>
                </c:pt>
                <c:pt idx="70">
                  <c:v>0.013482564413</c:v>
                </c:pt>
                <c:pt idx="71">
                  <c:v>0.016450433711</c:v>
                </c:pt>
                <c:pt idx="72">
                  <c:v>0.017930282277</c:v>
                </c:pt>
                <c:pt idx="73">
                  <c:v>0.017893306543</c:v>
                </c:pt>
                <c:pt idx="74">
                  <c:v>0.0163402262</c:v>
                </c:pt>
                <c:pt idx="75">
                  <c:v>0.013301270189</c:v>
                </c:pt>
                <c:pt idx="76">
                  <c:v>0.0088355883333</c:v>
                </c:pt>
                <c:pt idx="77">
                  <c:v>0.0030301000498</c:v>
                </c:pt>
                <c:pt idx="78">
                  <c:v>-0.0040021974355</c:v>
                </c:pt>
                <c:pt idx="79">
                  <c:v>-0.012124428451</c:v>
                </c:pt>
                <c:pt idx="80">
                  <c:v>-0.021178503009</c:v>
                </c:pt>
                <c:pt idx="81">
                  <c:v>-0.030988193848</c:v>
                </c:pt>
                <c:pt idx="82">
                  <c:v>-0.041362566492</c:v>
                </c:pt>
                <c:pt idx="83">
                  <c:v>-0.05209969558</c:v>
                </c:pt>
                <c:pt idx="84">
                  <c:v>-0.062990595108</c:v>
                </c:pt>
                <c:pt idx="85">
                  <c:v>-0.073823286103</c:v>
                </c:pt>
                <c:pt idx="86">
                  <c:v>-0.084386922558</c:v>
                </c:pt>
                <c:pt idx="87">
                  <c:v>-0.094475895305</c:v>
                </c:pt>
                <c:pt idx="88">
                  <c:v>-0.10389383397</c:v>
                </c:pt>
                <c:pt idx="89">
                  <c:v>-0.11245742908</c:v>
                </c:pt>
                <c:pt idx="90">
                  <c:v>-0.12</c:v>
                </c:pt>
                <c:pt idx="91">
                  <c:v>-0.12637473917</c:v>
                </c:pt>
                <c:pt idx="92">
                  <c:v>-0.13145756955</c:v>
                </c:pt>
                <c:pt idx="93">
                  <c:v>-0.13514955961</c:v>
                </c:pt>
                <c:pt idx="94">
                  <c:v>-0.13737884898</c:v>
                </c:pt>
                <c:pt idx="95">
                  <c:v>-0.13810204707</c:v>
                </c:pt>
                <c:pt idx="96">
                  <c:v>-0.13730507766</c:v>
                </c:pt>
                <c:pt idx="97">
                  <c:v>-0.13500345284</c:v>
                </c:pt>
                <c:pt idx="98">
                  <c:v>-0.13124197112</c:v>
                </c:pt>
                <c:pt idx="99">
                  <c:v>-0.12609384548</c:v>
                </c:pt>
                <c:pt idx="100">
                  <c:v>-0.11965927831</c:v>
                </c:pt>
                <c:pt idx="101">
                  <c:v>-0.11206351115</c:v>
                </c:pt>
                <c:pt idx="102">
                  <c:v>-0.10345438697</c:v>
                </c:pt>
                <c:pt idx="103">
                  <c:v>-0.093999472578</c:v>
                </c:pt>
                <c:pt idx="104">
                  <c:v>-0.083882797123</c:v>
                </c:pt>
                <c:pt idx="105">
                  <c:v>-0.073301270189</c:v>
                </c:pt>
                <c:pt idx="106">
                  <c:v>-0.062460849161</c:v>
                </c:pt>
                <c:pt idx="107">
                  <c:v>-0.051572530503</c:v>
                </c:pt>
                <c:pt idx="108">
                  <c:v>-0.040848242952</c:v>
                </c:pt>
                <c:pt idx="109">
                  <c:v>-0.030496722568</c:v>
                </c:pt>
                <c:pt idx="110">
                  <c:v>-0.020719449919</c:v>
                </c:pt>
                <c:pt idx="111">
                  <c:v>-0.011706728497</c:v>
                </c:pt>
                <c:pt idx="112">
                  <c:v>-0.0036339806716</c:v>
                </c:pt>
                <c:pt idx="113">
                  <c:v>0.0033416667028</c:v>
                </c:pt>
                <c:pt idx="114">
                  <c:v>0.0090844405849</c:v>
                </c:pt>
                <c:pt idx="115">
                  <c:v>0.013482564413</c:v>
                </c:pt>
                <c:pt idx="116">
                  <c:v>0.016450433711</c:v>
                </c:pt>
                <c:pt idx="117">
                  <c:v>0.017930282277</c:v>
                </c:pt>
                <c:pt idx="118">
                  <c:v>0.017893306543</c:v>
                </c:pt>
                <c:pt idx="119">
                  <c:v>0.0163402262</c:v>
                </c:pt>
                <c:pt idx="120">
                  <c:v>0.013301270189</c:v>
                </c:pt>
                <c:pt idx="121">
                  <c:v>0.0088355883333</c:v>
                </c:pt>
                <c:pt idx="122">
                  <c:v>0.0030301000498</c:v>
                </c:pt>
                <c:pt idx="123">
                  <c:v>-0.0040021974355</c:v>
                </c:pt>
                <c:pt idx="124">
                  <c:v>-0.012124428451</c:v>
                </c:pt>
                <c:pt idx="125">
                  <c:v>-0.021178503009</c:v>
                </c:pt>
                <c:pt idx="126">
                  <c:v>-0.030988193848</c:v>
                </c:pt>
                <c:pt idx="127">
                  <c:v>-0.041362566492</c:v>
                </c:pt>
                <c:pt idx="128">
                  <c:v>-0.05209969558</c:v>
                </c:pt>
                <c:pt idx="129">
                  <c:v>-0.062990595108</c:v>
                </c:pt>
                <c:pt idx="130">
                  <c:v>-0.073823286103</c:v>
                </c:pt>
                <c:pt idx="131">
                  <c:v>-0.084386922558</c:v>
                </c:pt>
                <c:pt idx="132">
                  <c:v>-0.094475895305</c:v>
                </c:pt>
                <c:pt idx="133">
                  <c:v>-0.10389383397</c:v>
                </c:pt>
                <c:pt idx="134">
                  <c:v>-0.11245742908</c:v>
                </c:pt>
                <c:pt idx="135">
                  <c:v>-0.12</c:v>
                </c:pt>
                <c:pt idx="136">
                  <c:v>-0.12637473917</c:v>
                </c:pt>
                <c:pt idx="137">
                  <c:v>-0.13145756955</c:v>
                </c:pt>
                <c:pt idx="138">
                  <c:v>-0.13514955961</c:v>
                </c:pt>
                <c:pt idx="139">
                  <c:v>-0.13737884898</c:v>
                </c:pt>
                <c:pt idx="140">
                  <c:v>-0.13810204707</c:v>
                </c:pt>
                <c:pt idx="141">
                  <c:v>-0.13730507766</c:v>
                </c:pt>
                <c:pt idx="142">
                  <c:v>-0.13500345284</c:v>
                </c:pt>
                <c:pt idx="143">
                  <c:v>-0.13124197112</c:v>
                </c:pt>
                <c:pt idx="144">
                  <c:v>-0.12609384548</c:v>
                </c:pt>
                <c:pt idx="145">
                  <c:v>-0.11965927831</c:v>
                </c:pt>
                <c:pt idx="146">
                  <c:v>-0.11206351115</c:v>
                </c:pt>
                <c:pt idx="147">
                  <c:v>-0.10345438697</c:v>
                </c:pt>
                <c:pt idx="148">
                  <c:v>-0.093999472578</c:v>
                </c:pt>
                <c:pt idx="149">
                  <c:v>-0.083882797123</c:v>
                </c:pt>
                <c:pt idx="150">
                  <c:v>-0.073301270189</c:v>
                </c:pt>
                <c:pt idx="151">
                  <c:v>-0.062460849161</c:v>
                </c:pt>
                <c:pt idx="152">
                  <c:v>-0.051572530503</c:v>
                </c:pt>
                <c:pt idx="153">
                  <c:v>-0.040848242952</c:v>
                </c:pt>
                <c:pt idx="154">
                  <c:v>-0.030496722568</c:v>
                </c:pt>
                <c:pt idx="155">
                  <c:v>-0.020719449919</c:v>
                </c:pt>
                <c:pt idx="156">
                  <c:v>-0.011706728497</c:v>
                </c:pt>
                <c:pt idx="157">
                  <c:v>-0.0036339806716</c:v>
                </c:pt>
                <c:pt idx="158">
                  <c:v>0.0033416667028</c:v>
                </c:pt>
                <c:pt idx="159">
                  <c:v>0.0090844405849</c:v>
                </c:pt>
                <c:pt idx="160">
                  <c:v>0.013482564413</c:v>
                </c:pt>
                <c:pt idx="161">
                  <c:v>0.016450433711</c:v>
                </c:pt>
                <c:pt idx="162">
                  <c:v>0.017930282277</c:v>
                </c:pt>
                <c:pt idx="163">
                  <c:v>0.017893306543</c:v>
                </c:pt>
                <c:pt idx="164">
                  <c:v>0.0163402262</c:v>
                </c:pt>
                <c:pt idx="165">
                  <c:v>0.013301270189</c:v>
                </c:pt>
                <c:pt idx="166">
                  <c:v>0.0088355883333</c:v>
                </c:pt>
                <c:pt idx="167">
                  <c:v>0.0030301000498</c:v>
                </c:pt>
                <c:pt idx="168">
                  <c:v>-0.0040021974355</c:v>
                </c:pt>
                <c:pt idx="169">
                  <c:v>-0.012124428451</c:v>
                </c:pt>
                <c:pt idx="170">
                  <c:v>-0.021178503009</c:v>
                </c:pt>
                <c:pt idx="171">
                  <c:v>-0.030988193848</c:v>
                </c:pt>
                <c:pt idx="172">
                  <c:v>-0.041362566492</c:v>
                </c:pt>
                <c:pt idx="173">
                  <c:v>-0.05209969558</c:v>
                </c:pt>
                <c:pt idx="174">
                  <c:v>-0.062990595108</c:v>
                </c:pt>
                <c:pt idx="175">
                  <c:v>-0.073823286103</c:v>
                </c:pt>
                <c:pt idx="176">
                  <c:v>-0.084386922558</c:v>
                </c:pt>
                <c:pt idx="177">
                  <c:v>-0.094475895305</c:v>
                </c:pt>
                <c:pt idx="178">
                  <c:v>-0.10389383397</c:v>
                </c:pt>
                <c:pt idx="179">
                  <c:v>-0.11245742908</c:v>
                </c:pt>
                <c:pt idx="180">
                  <c:v>-0.12</c:v>
                </c:pt>
              </c:numCache>
            </c:numRef>
          </c:yVal>
        </c:ser>
        <c:ser>
          <c:idx val="1"/>
          <c:order val="1"/>
          <c:tx>
            <c:v>角度平均值 −0.06</c:v>
          </c:tx>
          <c:spPr>
            <a:ln xmlns:a="http://schemas.openxmlformats.org/drawingml/2006/main" w="21908">
              <a:solidFill>
                <a:srgbClr val="AC8325"/>
              </a:solidFill>
              <a:prstDash val="solid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360</c:v>
                </c:pt>
              </c:numCache>
            </c:numRef>
          </c:xVal>
          <c:yVal>
            <c:numRef>
              <c:f>'Chart Data'!$D$2:$D$3</c:f>
              <c:numCache>
                <c:formatCode>0.0</c:formatCode>
                <c:ptCount val="2"/>
                <c:pt idx="0">
                  <c:v>-0.06</c:v>
                </c:pt>
                <c:pt idx="1">
                  <c:v>-0.06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"/>
          <c:min val="-0.2"/>
        </c:scaling>
        <c:delete val="0"/>
        <c:axPos val="l"/>
        <c:majorGridlines>
          <c:spPr>
            <a:ln xmlns:a="http://schemas.openxmlformats.org/drawingml/2006/main" w="5715">
              <a:solidFill>
                <a:srgbClr val="C3CAD2"/>
              </a:solidFill>
            </a:ln>
          </c:spPr>
        </c:majorGridlines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360"/>
          <c:min val="0"/>
        </c:scaling>
        <c:delete val="0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34F594-DA7B-465A-B885-987DBA53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7FC7A0D7-490C-4797-9F23-CBF5C778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工程技術分享">
            <a:extLst xmlns:a="http://schemas.openxmlformats.org/drawingml/2006/main">
              <a:ext uri="{FF2B5EF4-FFF2-40B4-BE49-F238E27FC236}">
                <a16:creationId xmlns:a16="http://schemas.microsoft.com/office/drawing/2014/main" id="{CC29B8B7-03A3-4A67-83EF-C952B70A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工程技術分享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6D075-7C87-4FE2-B781-5494E946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5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E87ADCB3-BC32-437C-9A56-46D1141A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  /  GPOC</a:t>
            </a:r>
          </a:p>
        </p:txBody>
      </p:sp>
      <p:sp>
        <p:nvSpPr>
          <p:cNvPr id="6" name="01 / 13">
            <a:extLst xmlns:a="http://schemas.openxmlformats.org/drawingml/2006/main">
              <a:ext uri="{FF2B5EF4-FFF2-40B4-BE49-F238E27FC236}">
                <a16:creationId xmlns:a16="http://schemas.microsoft.com/office/drawing/2014/main" id="{8195B370-E5B5-4361-88E8-2B04B29E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01 / 14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3B5A0-EA93-4079-A9F2-9078B4214A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3d8473da0466d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8" name="Sin/Cos 類比編碼器的">
            <a:extLst xmlns:a="http://schemas.openxmlformats.org/drawingml/2006/main">
              <a:ext uri="{FF2B5EF4-FFF2-40B4-BE49-F238E27FC236}">
                <a16:creationId xmlns:a16="http://schemas.microsoft.com/office/drawing/2014/main" id="{3205CF2B-4C87-42CF-8E09-C153DF0C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Sin/Cos 類比編碼器的</a:t>
            </a:r>
          </a:p>
        </p:txBody>
      </p:sp>
      <p:sp>
        <p:nvSpPr>
          <p:cNvPr id="9" name="GPOC 補償">
            <a:extLst xmlns:a="http://schemas.openxmlformats.org/drawingml/2006/main">
              <a:ext uri="{FF2B5EF4-FFF2-40B4-BE49-F238E27FC236}">
                <a16:creationId xmlns:a16="http://schemas.microsoft.com/office/drawing/2014/main" id="{5733FFB4-F39F-4E24-B329-13FD393A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GPOC 補償</a:t>
            </a:r>
          </a:p>
        </p:txBody>
      </p:sp>
      <p:sp>
        <p:nvSpPr>
          <p:cNvPr id="10" name="Gain-Phase-Offset Correction">
            <a:extLst xmlns:a="http://schemas.openxmlformats.org/drawingml/2006/main">
              <a:ext uri="{FF2B5EF4-FFF2-40B4-BE49-F238E27FC236}">
                <a16:creationId xmlns:a16="http://schemas.microsoft.com/office/drawing/2014/main" id="{F7DC1484-CF66-4C33-8293-F590D74F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GPOC = Gain-Phase-Offset Correction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67C68-B1D3-498D-A2E2-A87BD6A2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C8325"/>
            </a:solidFill>
            <a:prstDash val="solid"/>
          </a:ln>
        </p:spPr>
      </p:sp>
      <p:sp>
        <p:nvSpPr>
          <p:cNvPr id="12" name="核心原理與整體架構">
            <a:extLst xmlns:a="http://schemas.openxmlformats.org/drawingml/2006/main">
              <a:ext uri="{FF2B5EF4-FFF2-40B4-BE49-F238E27FC236}">
                <a16:creationId xmlns:a16="http://schemas.microsoft.com/office/drawing/2014/main" id="{96F871E4-2A19-4094-9C21-A672B35B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核心原理與整體架構</a:t>
            </a:r>
          </a:p>
        </p:txBody>
      </p:sp>
      <p:sp>
        <p:nvSpPr>
          <p:cNvPr id="13" name="利用訊號幾何與相關運算，修正增益、相位及偏移誤差">
            <a:extLst xmlns:a="http://schemas.openxmlformats.org/drawingml/2006/main">
              <a:ext uri="{FF2B5EF4-FFF2-40B4-BE49-F238E27FC236}">
                <a16:creationId xmlns:a16="http://schemas.microsoft.com/office/drawing/2014/main" id="{34198752-58AD-4D22-87F5-2AAA7D60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利用訊號幾何與相關運算，修正增益、相位及偏移誤差</a:t>
            </a:r>
          </a:p>
        </p:txBody>
      </p:sp>
      <p:sp>
        <p:nvSpPr>
          <p:cNvPr id="14" name="Bünte &amp; Beineke，2004">
            <a:extLst xmlns:a="http://schemas.openxmlformats.org/drawingml/2006/main">
              <a:ext uri="{FF2B5EF4-FFF2-40B4-BE49-F238E27FC236}">
                <a16:creationId xmlns:a16="http://schemas.microsoft.com/office/drawing/2014/main" id="{5E010CD1-9706-4DF2-9DD2-85F945E3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Beineke，2004</a:t>
            </a:r>
          </a:p>
        </p:txBody>
      </p:sp>
      <p:graphicFrame>
        <p:nvGraphicFramePr>
          <p:cNvPr id="15" name="Chart">
            <a:extLst xmlns:a="http://schemas.openxmlformats.org/drawingml/2006/main">
              <a:ext uri="{FF2B5EF4-FFF2-40B4-BE49-F238E27FC236}">
                <a16:creationId xmlns:a16="http://schemas.microsoft.com/office/drawing/2014/main" id="{706C4159-3439-47AF-9557-7C93296FF58A}"/>
              </a:ext>
            </a:extLst>
          </p:cNvPr>
          <p:cNvGraphicFramePr/>
          <p:nvPr/>
        </p:nvGraphicFramePr>
        <p:xfrm>
          <a:off xmlns:a="http://schemas.openxmlformats.org/drawingml/2006/main" x="7258050" y="1562100"/>
          <a:ext xmlns:a="http://schemas.openxmlformats.org/drawingml/2006/main" cx="4238625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81c35d5ca84a5a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EC0E2-4657-4A1A-81E3-031B3C21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674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9FAA"/>
            </a:solidFill>
            <a:prstDash val="solid"/>
          </a:ln>
        </p:spPr>
      </p:sp>
      <p:sp>
        <p:nvSpPr>
          <p:cNvPr id="17" name="理想圓">
            <a:extLst xmlns:a="http://schemas.openxmlformats.org/drawingml/2006/main">
              <a:ext uri="{FF2B5EF4-FFF2-40B4-BE49-F238E27FC236}">
                <a16:creationId xmlns:a16="http://schemas.microsoft.com/office/drawing/2014/main" id="{BEAC659F-FAC5-4C43-A4C3-8921040C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724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理想圓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9DEB7-F8A4-48A7-B427-34CCE22D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674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B80"/>
            </a:solidFill>
            <a:prstDash val="solid"/>
          </a:ln>
        </p:spPr>
      </p:sp>
      <p:sp>
        <p:nvSpPr>
          <p:cNvPr id="19" name="失真模型">
            <a:extLst xmlns:a="http://schemas.openxmlformats.org/drawingml/2006/main">
              <a:ext uri="{FF2B5EF4-FFF2-40B4-BE49-F238E27FC236}">
                <a16:creationId xmlns:a16="http://schemas.microsoft.com/office/drawing/2014/main" id="{4844C36E-C195-4DD2-A1BB-73C03172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7245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失真模型</a:t>
            </a:r>
          </a:p>
        </p:txBody>
      </p:sp>
      <p:sp>
        <p:nvSpPr>
          <p:cNvPr id="21" name="gpoc-chinese-definition">
            <a:extLst xmlns:a="http://schemas.openxmlformats.org/drawingml/2006/main">
              <a:ext uri="{FF2B5EF4-FFF2-40B4-BE49-F238E27FC236}">
                <a16:creationId xmlns:a16="http://schemas.microsoft.com/office/drawing/2014/main" id="{8CFFA738-0CCD-4FE1-A26C-FEE09FD9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628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增益、相位與偏移補償</a:t>
            </a:r>
          </a:p>
        </p:txBody>
      </p:sp>
    </p:spTree>
    <p:extLst>
      <p:ext uri="{BB962C8B-B14F-4D97-AF65-F5344CB8AC3E}">
        <p14:creationId xmlns:p14="http://schemas.microsoft.com/office/powerpoint/2010/main" val="562669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094FC-98C3-4DCE-AD20-39A99355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53F6D990-1597-4E1C-A51C-557AF9F7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簡報架構">
            <a:extLst xmlns:a="http://schemas.openxmlformats.org/drawingml/2006/main">
              <a:ext uri="{FF2B5EF4-FFF2-40B4-BE49-F238E27FC236}">
                <a16:creationId xmlns:a16="http://schemas.microsoft.com/office/drawing/2014/main" id="{1C834D67-B100-4521-B744-8E9EFF05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簡報架構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95E188-9FA6-4561-A6A8-95F8FF48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目錄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58C24-4C2C-441E-80D7-A86F85A7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B38E5B62-7C66-4832-BEF4-78C5B787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  /  GPOC</a:t>
            </a:r>
          </a:p>
        </p:txBody>
      </p:sp>
      <p:sp>
        <p:nvSpPr>
          <p:cNvPr id="7" name="02 / 14">
            <a:extLst xmlns:a="http://schemas.openxmlformats.org/drawingml/2006/main">
              <a:ext uri="{FF2B5EF4-FFF2-40B4-BE49-F238E27FC236}">
                <a16:creationId xmlns:a16="http://schemas.microsoft.com/office/drawing/2014/main" id="{B7B550B8-0A9B-46D6-89C8-C600B25A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02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1D37B-DFFA-43D8-8673-26269EDD22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c47a7f1784d5e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Part 01">
            <a:extLst xmlns:a="http://schemas.openxmlformats.org/drawingml/2006/main">
              <a:ext uri="{FF2B5EF4-FFF2-40B4-BE49-F238E27FC236}">
                <a16:creationId xmlns:a16="http://schemas.microsoft.com/office/drawing/2014/main" id="{B209A7A8-EC57-4F2D-969B-437533E5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Part 01</a:t>
            </a:r>
          </a:p>
        </p:txBody>
      </p:sp>
      <p:sp>
        <p:nvSpPr>
          <p:cNvPr id="10" name="問題背景與補償原理">
            <a:extLst xmlns:a="http://schemas.openxmlformats.org/drawingml/2006/main">
              <a:ext uri="{FF2B5EF4-FFF2-40B4-BE49-F238E27FC236}">
                <a16:creationId xmlns:a16="http://schemas.microsoft.com/office/drawing/2014/main" id="{EC1EDB66-71B9-4A59-87CA-8937AF85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85950"/>
            <a:ext cx="8953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問題背景與補償原理</a:t>
            </a:r>
          </a:p>
        </p:txBody>
      </p:sp>
      <p:sp>
        <p:nvSpPr>
          <p:cNvPr id="11" name="速度回授的量測問題、系統性誤差模型，以及補償矩陣的作用">
            <a:extLst xmlns:a="http://schemas.openxmlformats.org/drawingml/2006/main">
              <a:ext uri="{FF2B5EF4-FFF2-40B4-BE49-F238E27FC236}">
                <a16:creationId xmlns:a16="http://schemas.microsoft.com/office/drawing/2014/main" id="{134C2BBE-CD3F-418F-9711-D5936960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05075"/>
            <a:ext cx="895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速度回授的量測問題、系統性誤差模型，以及補償矩陣的作用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955D0-EBF0-4620-8042-B0CE30FC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13" name="Part 02">
            <a:extLst xmlns:a="http://schemas.openxmlformats.org/drawingml/2006/main">
              <a:ext uri="{FF2B5EF4-FFF2-40B4-BE49-F238E27FC236}">
                <a16:creationId xmlns:a16="http://schemas.microsoft.com/office/drawing/2014/main" id="{37E59461-74AB-4B1D-8DE4-C2F025B0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Part 02</a:t>
            </a:r>
          </a:p>
        </p:txBody>
      </p:sp>
      <p:sp>
        <p:nvSpPr>
          <p:cNvPr id="14" name="GPOC 辨識原理與自適應架構">
            <a:extLst xmlns:a="http://schemas.openxmlformats.org/drawingml/2006/main">
              <a:ext uri="{FF2B5EF4-FFF2-40B4-BE49-F238E27FC236}">
                <a16:creationId xmlns:a16="http://schemas.microsoft.com/office/drawing/2014/main" id="{7EC947DE-C2F7-44AE-BF6F-BFCC3E63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14700"/>
            <a:ext cx="8953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GPOC 辨識原理與自適應架構</a:t>
            </a:r>
          </a:p>
        </p:txBody>
      </p:sp>
      <p:sp>
        <p:nvSpPr>
          <p:cNvPr id="15" name="平方和、相關運算，以及增益／相位／偏移的五路學習迴路">
            <a:extLst xmlns:a="http://schemas.openxmlformats.org/drawingml/2006/main">
              <a:ext uri="{FF2B5EF4-FFF2-40B4-BE49-F238E27FC236}">
                <a16:creationId xmlns:a16="http://schemas.microsoft.com/office/drawing/2014/main" id="{8C61C032-049C-4A8B-BBFB-ACF44B08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33825"/>
            <a:ext cx="895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平方和、相關運算，以及增益／相位／偏移的五路學習迴路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7B593-E832-4E9B-92C4-DBEB3A36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17" name="Part 03">
            <a:extLst xmlns:a="http://schemas.openxmlformats.org/drawingml/2006/main">
              <a:ext uri="{FF2B5EF4-FFF2-40B4-BE49-F238E27FC236}">
                <a16:creationId xmlns:a16="http://schemas.microsoft.com/office/drawing/2014/main" id="{3E2E99A8-5C40-461C-9F0C-8F339FFD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Part 03</a:t>
            </a:r>
          </a:p>
        </p:txBody>
      </p:sp>
      <p:sp>
        <p:nvSpPr>
          <p:cNvPr id="18" name="工程設計要點與適用條件">
            <a:extLst xmlns:a="http://schemas.openxmlformats.org/drawingml/2006/main">
              <a:ext uri="{FF2B5EF4-FFF2-40B4-BE49-F238E27FC236}">
                <a16:creationId xmlns:a16="http://schemas.microsoft.com/office/drawing/2014/main" id="{261D3C12-1BEF-486E-A756-C75DE6D1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43450"/>
            <a:ext cx="8953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工程設計要點與適用條件</a:t>
            </a:r>
          </a:p>
        </p:txBody>
      </p:sp>
      <p:sp>
        <p:nvSpPr>
          <p:cNvPr id="19" name="訊號與參數定義、學習啟停、運動條件，以及方法限制">
            <a:extLst xmlns:a="http://schemas.openxmlformats.org/drawingml/2006/main">
              <a:ext uri="{FF2B5EF4-FFF2-40B4-BE49-F238E27FC236}">
                <a16:creationId xmlns:a16="http://schemas.microsoft.com/office/drawing/2014/main" id="{18368CE6-4B57-4D4F-B957-34970C66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62575"/>
            <a:ext cx="895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訊號與參數定義、學習啟停、運動條件，以及方法限制</a:t>
            </a:r>
          </a:p>
        </p:txBody>
      </p:sp>
    </p:spTree>
    <p:extLst>
      <p:ext uri="{BB962C8B-B14F-4D97-AF65-F5344CB8AC3E}">
        <p14:creationId xmlns:p14="http://schemas.microsoft.com/office/powerpoint/2010/main" val="6263055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CFB5A-22FB-4D77-B253-6A9293F3BC4E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315450" y="55816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5EF64-3797-4B71-87DB-D012D03A55F2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48500" y="55816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8483F6-4B8B-45EE-83C7-C03A237C6CA7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781550" y="55816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FA9AA4-F690-4D0C-B4DE-BCBD89B96EEB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514600" y="55816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6D7026-4B95-4E83-9C53-E629DBC4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CBC44F77-85AB-4111-88B7-589BC92D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Part 01｜問題背景">
            <a:extLst xmlns:a="http://schemas.openxmlformats.org/drawingml/2006/main">
              <a:ext uri="{FF2B5EF4-FFF2-40B4-BE49-F238E27FC236}">
                <a16:creationId xmlns:a16="http://schemas.microsoft.com/office/drawing/2014/main" id="{2A78F0BE-B32E-4223-9483-90CA3501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Part 01｜問題背景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1689E2-847B-4C5B-A0BD-3EA01849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量測誤差如何影響伺服控制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BE266-5B1D-4197-B62F-C59AC89A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FD300637-6AD8-4674-A2D1-32253984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(2004), pp. 49–50  /  工程因果整理</a:t>
            </a:r>
          </a:p>
        </p:txBody>
      </p:sp>
      <p:sp>
        <p:nvSpPr>
          <p:cNvPr id="7" name="03 / 14">
            <a:extLst xmlns:a="http://schemas.openxmlformats.org/drawingml/2006/main">
              <a:ext uri="{FF2B5EF4-FFF2-40B4-BE49-F238E27FC236}">
                <a16:creationId xmlns:a16="http://schemas.microsoft.com/office/drawing/2014/main" id="{037B1565-E192-4AF5-A831-1B370E53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03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FD43A-820D-437C-A184-C6EFE759CD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990edb10240b3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background-opening">
            <a:extLst xmlns:a="http://schemas.openxmlformats.org/drawingml/2006/main">
              <a:ext uri="{FF2B5EF4-FFF2-40B4-BE49-F238E27FC236}">
                <a16:creationId xmlns:a16="http://schemas.microsoft.com/office/drawing/2014/main" id="{73B6DF7E-DA83-4E84-8F1B-0AC3646E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即使馬達原本近似等速運動，量測到的速度仍可能出現週期性漣波。</a:t>
            </a:r>
          </a:p>
        </p:txBody>
      </p:sp>
      <p:sp>
        <p:nvSpPr>
          <p:cNvPr id="10" name="background-measurement-cause">
            <a:extLst xmlns:a="http://schemas.openxmlformats.org/drawingml/2006/main">
              <a:ext uri="{FF2B5EF4-FFF2-40B4-BE49-F238E27FC236}">
                <a16:creationId xmlns:a16="http://schemas.microsoft.com/office/drawing/2014/main" id="{82BD101D-E280-4CB2-9D19-FC75C17D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Sin/Cos 訊號中的偏移、振幅不匹配與非正交相位，會讓計算位置產生週期性偏差。</a:t>
            </a:r>
          </a:p>
          <a:p xmlns:a="http://schemas.openxmlformats.org/drawingml/2006/main">
            <a: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由於速度是根據位置變化估算，位置偏差隨時間變動時，就會形成速度回授漣波。</a:t>
            </a:r>
          </a:p>
        </p:txBody>
      </p:sp>
      <p:sp>
        <p:nvSpPr>
          <p:cNvPr id="11" name="background-controller-response">
            <a:extLst xmlns:a="http://schemas.openxmlformats.org/drawingml/2006/main">
              <a:ext uri="{FF2B5EF4-FFF2-40B4-BE49-F238E27FC236}">
                <a16:creationId xmlns:a16="http://schemas.microsoft.com/office/drawing/2014/main" id="{445379DE-A28F-4798-9859-741102A1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速度控制器會根據命令速度與量測速度的差異調整轉矩。</a:t>
            </a:r>
          </a:p>
          <a:p xmlns:a="http://schemas.openxmlformats.org/drawingml/2006/main">
            <a: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當量測漣波落在控制器會積極反應的頻段內，控制器可能將它視為真實速度變化，</a:t>
            </a:r>
          </a:p>
          <a:p xmlns:a="http://schemas.openxmlformats.org/drawingml/2006/main">
            <a:pPr>
              <a:buNone/>
              <a:def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輸出額外的修正轉矩，使機構真的產生運動變化。</a:t>
            </a:r>
          </a:p>
        </p:txBody>
      </p:sp>
      <p:sp>
        <p:nvSpPr>
          <p:cNvPr id="12" name="background-conclusion">
            <a:extLst xmlns:a="http://schemas.openxmlformats.org/drawingml/2006/main">
              <a:ext uri="{FF2B5EF4-FFF2-40B4-BE49-F238E27FC236}">
                <a16:creationId xmlns:a16="http://schemas.microsoft.com/office/drawing/2014/main" id="{BAFC3B9D-D849-44B5-B3E5-3B3BC9BD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因此，感測器的量測品質，會影響平穩運動表現，也可能限制可使用的控制增益。</a:t>
            </a:r>
          </a:p>
        </p:txBody>
      </p:sp>
      <p:sp>
        <p:nvSpPr>
          <p:cNvPr id="13" name="Sin/Cos&#10;訊號失真">
            <a:extLst xmlns:a="http://schemas.openxmlformats.org/drawingml/2006/main">
              <a:ext uri="{FF2B5EF4-FFF2-40B4-BE49-F238E27FC236}">
                <a16:creationId xmlns:a16="http://schemas.microsoft.com/office/drawing/2014/main" id="{77EF3E24-6C2F-4901-90EB-50A0F0E5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Sin/Cos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訊號失真</a:t>
            </a:r>
          </a:p>
        </p:txBody>
      </p:sp>
      <p:sp>
        <p:nvSpPr>
          <p:cNvPr id="14" name="位置計算&#10;出現週期性偏差">
            <a:extLst xmlns:a="http://schemas.openxmlformats.org/drawingml/2006/main">
              <a:ext uri="{FF2B5EF4-FFF2-40B4-BE49-F238E27FC236}">
                <a16:creationId xmlns:a16="http://schemas.microsoft.com/office/drawing/2014/main" id="{7E459B0A-3E87-4010-8FFC-8920A2D7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10175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位置計算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出現週期性偏差</a:t>
            </a:r>
          </a:p>
        </p:txBody>
      </p:sp>
      <p:sp>
        <p:nvSpPr>
          <p:cNvPr id="15" name="速度回授&#10;出現漣波">
            <a:extLst xmlns:a="http://schemas.openxmlformats.org/drawingml/2006/main">
              <a:ext uri="{FF2B5EF4-FFF2-40B4-BE49-F238E27FC236}">
                <a16:creationId xmlns:a16="http://schemas.microsoft.com/office/drawing/2014/main" id="{B107B764-CC89-468C-9636-7E0DFB44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0175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速度回授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出現漣波</a:t>
            </a:r>
          </a:p>
        </p:txBody>
      </p:sp>
      <p:sp>
        <p:nvSpPr>
          <p:cNvPr id="16" name="控制器&#10;輸出修正轉矩">
            <a:extLst xmlns:a="http://schemas.openxmlformats.org/drawingml/2006/main">
              <a:ext uri="{FF2B5EF4-FFF2-40B4-BE49-F238E27FC236}">
                <a16:creationId xmlns:a16="http://schemas.microsoft.com/office/drawing/2014/main" id="{491D7F5B-7FA1-4EBB-AEC5-AD4A62F6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10175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控制器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輸出修正轉矩</a:t>
            </a:r>
          </a:p>
        </p:txBody>
      </p:sp>
      <p:sp>
        <p:nvSpPr>
          <p:cNvPr id="17" name="可能引發&#10;真實運動變化">
            <a:extLst xmlns:a="http://schemas.openxmlformats.org/drawingml/2006/main">
              <a:ext uri="{FF2B5EF4-FFF2-40B4-BE49-F238E27FC236}">
                <a16:creationId xmlns:a16="http://schemas.microsoft.com/office/drawing/2014/main" id="{1D8E6623-10E7-49EE-A400-E40145B9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10175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可能引發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真實運動變化</a:t>
            </a:r>
          </a:p>
        </p:txBody>
      </p:sp>
      <p:sp>
        <p:nvSpPr>
          <p:cNvPr id="22" name="background-condition">
            <a:extLst xmlns:a="http://schemas.openxmlformats.org/drawingml/2006/main">
              <a:ext uri="{FF2B5EF4-FFF2-40B4-BE49-F238E27FC236}">
                <a16:creationId xmlns:a16="http://schemas.microsoft.com/office/drawing/2014/main" id="{30CBBAB5-9E8C-4DB4-97B4-C047547C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影響程度取決於誤差頻率、控制器增益與機械動態。</a:t>
            </a:r>
          </a:p>
        </p:txBody>
      </p:sp>
    </p:spTree>
    <p:extLst>
      <p:ext uri="{BB962C8B-B14F-4D97-AF65-F5344CB8AC3E}">
        <p14:creationId xmlns:p14="http://schemas.microsoft.com/office/powerpoint/2010/main" val="1502754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F12C72-CD7A-402A-89CF-F6AB5781DC1B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704070" y="5443538"/>
            <a:ext cx="29718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7F55A-3F74-42AB-9BA5-F5FC95314E34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825740" y="5443538"/>
            <a:ext cx="29718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2AB8BB-5E47-4E18-A19F-9DAE646E39B0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947410" y="5443538"/>
            <a:ext cx="29718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760424-53E7-4299-B139-972A1BA5224B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069080" y="5443538"/>
            <a:ext cx="29718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D43192-F467-4255-AD1B-2A0529828F1F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190750" y="5443538"/>
            <a:ext cx="29718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9F0ECE-6938-4AFC-93FE-EC41118E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71314A24-FDA1-41D0-970D-44A8FD57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Part 01｜補償切入點">
            <a:extLst xmlns:a="http://schemas.openxmlformats.org/drawingml/2006/main">
              <a:ext uri="{FF2B5EF4-FFF2-40B4-BE49-F238E27FC236}">
                <a16:creationId xmlns:a16="http://schemas.microsoft.com/office/drawing/2014/main" id="{65FC3B96-D50C-47F4-BBAC-7586924E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Part 01｜補償切入點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257DC2-2A3A-4966-A6E3-3C416B1E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速度濾波的取捨與 GPOC 的切入點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0DF37-46D0-48A2-A9A6-59F54E74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B4E40356-F675-424D-8A3F-F42B2C0B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(2004), pp. 49–50  /  R1</a:t>
            </a:r>
          </a:p>
        </p:txBody>
      </p:sp>
      <p:sp>
        <p:nvSpPr>
          <p:cNvPr id="7" name="04 / 14">
            <a:extLst xmlns:a="http://schemas.openxmlformats.org/drawingml/2006/main">
              <a:ext uri="{FF2B5EF4-FFF2-40B4-BE49-F238E27FC236}">
                <a16:creationId xmlns:a16="http://schemas.microsoft.com/office/drawing/2014/main" id="{D514A39D-D591-4512-A8BF-EF14B75C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04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DDCFF-E09D-46DA-9602-8B26800F19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73b78fc2a4c74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filter-opening">
            <a:extLst xmlns:a="http://schemas.openxmlformats.org/drawingml/2006/main">
              <a:ext uri="{FF2B5EF4-FFF2-40B4-BE49-F238E27FC236}">
                <a16:creationId xmlns:a16="http://schemas.microsoft.com/office/drawing/2014/main" id="{14B8C99E-8D51-4B73-9F9C-B7B79114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速度濾波能壓低部分量測漣波，但也會讓回授對真實速度變化的反應變慢。</a:t>
            </a:r>
          </a:p>
        </p:txBody>
      </p:sp>
      <p:sp>
        <p:nvSpPr>
          <p:cNvPr id="10" name="filter-comparison-condition">
            <a:extLst xmlns:a="http://schemas.openxmlformats.org/drawingml/2006/main">
              <a:ext uri="{FF2B5EF4-FFF2-40B4-BE49-F238E27FC236}">
                <a16:creationId xmlns:a16="http://schemas.microsoft.com/office/drawing/2014/main" id="{27F768E4-3CEB-4F75-9986-C2ABC9F7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對相同型式的低通濾波器：</a:t>
            </a:r>
          </a:p>
        </p:txBody>
      </p:sp>
      <p:sp>
        <p:nvSpPr>
          <p:cNvPr id="11" name="filter-native-bullets">
            <a:extLst xmlns:a="http://schemas.openxmlformats.org/drawingml/2006/main">
              <a:ext uri="{FF2B5EF4-FFF2-40B4-BE49-F238E27FC236}">
                <a16:creationId xmlns:a16="http://schemas.microsoft.com/office/drawing/2014/main" id="{3F021BAC-99C4-4879-B2E7-36827D2D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降低截止頻率：</a:t>
            </a:r>
            <a:r>
              <a: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高頻漣波抑制較強，但控制相關頻段的相位落後增加，</a:t>
            </a:r>
            <a:br>
              <a: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</a:br>
            <a:r>
              <a: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可能限制可用的控制增益與頻寬。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提高截止頻率：</a:t>
            </a:r>
            <a:r>
              <a: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保留較快的回授反應，但更多量測漣波可能進入控制器。</a:t>
            </a:r>
          </a:p>
        </p:txBody>
      </p:sp>
      <p:sp>
        <p:nvSpPr>
          <p:cNvPr id="12" name="gpoc-signal-correction">
            <a:extLst xmlns:a="http://schemas.openxmlformats.org/drawingml/2006/main">
              <a:ext uri="{FF2B5EF4-FFF2-40B4-BE49-F238E27FC236}">
                <a16:creationId xmlns:a16="http://schemas.microsoft.com/office/drawing/2014/main" id="{4ADDCE6B-7F91-417C-AFAB-09912686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GPOC 直接校正感測器的兩路 Sin/Cos 訊號，修正其中的偏移、振幅不匹配與</a:t>
            </a:r>
          </a:p>
          <a:p xmlns:a="http://schemas.openxmlformats.org/drawingml/2006/main">
            <a: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非正交相位誤差。校正後的訊號再用於角度計算與速度估測，減少這些訊號失真</a:t>
            </a:r>
          </a:p>
          <a:p xmlns:a="http://schemas.openxmlformats.org/drawingml/2006/main">
            <a: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造成的週期性量測誤差，降低後續速度濾波的負擔。</a:t>
            </a:r>
          </a:p>
        </p:txBody>
      </p:sp>
      <p:sp>
        <p:nvSpPr>
          <p:cNvPr id="13" name="Sin/Cos&#10;原始訊號">
            <a:extLst xmlns:a="http://schemas.openxmlformats.org/drawingml/2006/main">
              <a:ext uri="{FF2B5EF4-FFF2-40B4-BE49-F238E27FC236}">
                <a16:creationId xmlns:a16="http://schemas.microsoft.com/office/drawing/2014/main" id="{47CEC3E4-28E8-48F0-96E1-1B3C19D9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581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Sin/Cos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原始訊號</a:t>
            </a:r>
          </a:p>
        </p:txBody>
      </p:sp>
      <p:sp>
        <p:nvSpPr>
          <p:cNvPr id="14" name="GPOC&#10;訊號補償">
            <a:extLst xmlns:a="http://schemas.openxmlformats.org/drawingml/2006/main">
              <a:ext uri="{FF2B5EF4-FFF2-40B4-BE49-F238E27FC236}">
                <a16:creationId xmlns:a16="http://schemas.microsoft.com/office/drawing/2014/main" id="{89E52204-6F02-46B1-8559-FB541BBB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930" y="5095875"/>
            <a:ext cx="1581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GPOC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訊號補償</a:t>
            </a:r>
          </a:p>
        </p:txBody>
      </p:sp>
      <p:sp>
        <p:nvSpPr>
          <p:cNvPr id="15" name="角度計算&#10;atan2">
            <a:extLst xmlns:a="http://schemas.openxmlformats.org/drawingml/2006/main">
              <a:ext uri="{FF2B5EF4-FFF2-40B4-BE49-F238E27FC236}">
                <a16:creationId xmlns:a16="http://schemas.microsoft.com/office/drawing/2014/main" id="{8BB486D7-4ED7-4451-A529-817D3AD1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260" y="5095875"/>
            <a:ext cx="1581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角度計算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atan2</a:t>
            </a:r>
          </a:p>
        </p:txBody>
      </p:sp>
      <p:sp>
        <p:nvSpPr>
          <p:cNvPr id="16" name="速度&#10;估測">
            <a:extLst xmlns:a="http://schemas.openxmlformats.org/drawingml/2006/main">
              <a:ext uri="{FF2B5EF4-FFF2-40B4-BE49-F238E27FC236}">
                <a16:creationId xmlns:a16="http://schemas.microsoft.com/office/drawing/2014/main" id="{FA213F73-1480-4616-9FE7-D439D6EF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590" y="5095875"/>
            <a:ext cx="1581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估測</a:t>
            </a:r>
          </a:p>
        </p:txBody>
      </p:sp>
      <p:sp>
        <p:nvSpPr>
          <p:cNvPr id="17" name="必要的&#10;速度濾波">
            <a:extLst xmlns:a="http://schemas.openxmlformats.org/drawingml/2006/main">
              <a:ext uri="{FF2B5EF4-FFF2-40B4-BE49-F238E27FC236}">
                <a16:creationId xmlns:a16="http://schemas.microsoft.com/office/drawing/2014/main" id="{E946DCEE-9680-4FB8-B087-C8DEF0DD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920" y="5095875"/>
            <a:ext cx="1581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必要的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速度濾波</a:t>
            </a:r>
          </a:p>
        </p:txBody>
      </p:sp>
      <p:sp>
        <p:nvSpPr>
          <p:cNvPr id="18" name="速度&#10;控制器">
            <a:extLst xmlns:a="http://schemas.openxmlformats.org/drawingml/2006/main">
              <a:ext uri="{FF2B5EF4-FFF2-40B4-BE49-F238E27FC236}">
                <a16:creationId xmlns:a16="http://schemas.microsoft.com/office/drawing/2014/main" id="{E261C1D9-77B3-4AB8-8482-81A052D5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95875"/>
            <a:ext cx="1581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控制器</a:t>
            </a:r>
          </a:p>
        </p:txBody>
      </p:sp>
      <p:sp>
        <p:nvSpPr>
          <p:cNvPr id="24" name="filter-retained-condition">
            <a:extLst xmlns:a="http://schemas.openxmlformats.org/drawingml/2006/main">
              <a:ext uri="{FF2B5EF4-FFF2-40B4-BE49-F238E27FC236}">
                <a16:creationId xmlns:a16="http://schemas.microsoft.com/office/drawing/2014/main" id="{0AB5923B-76D2-4381-9768-A93A8024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補償後仍須依剩餘雜訊與控制需求配置濾波；取樣與運算的實際延遲也仍存在。</a:t>
            </a:r>
          </a:p>
        </p:txBody>
      </p:sp>
    </p:spTree>
    <p:extLst>
      <p:ext uri="{BB962C8B-B14F-4D97-AF65-F5344CB8AC3E}">
        <p14:creationId xmlns:p14="http://schemas.microsoft.com/office/powerpoint/2010/main" val="10628249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021982-4CE7-4773-8C0F-2D1EE417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01E1C08D-4D74-44E1-BEB4-E56B5727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Part 01｜誤差模型">
            <a:extLst xmlns:a="http://schemas.openxmlformats.org/drawingml/2006/main">
              <a:ext uri="{FF2B5EF4-FFF2-40B4-BE49-F238E27FC236}">
                <a16:creationId xmlns:a16="http://schemas.microsoft.com/office/drawing/2014/main" id="{06F0EEE7-0CDE-4A5A-A306-C75DF8CD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Part 01｜誤差模型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25F9DF-9CA9-4160-9610-96107AAC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偏移、振幅不匹配與非正交相位誤差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2E695-0D31-47ED-8AA3-7FBD1030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1242F187-E8F6-41E9-A1ED-38148DDB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單一誤差模型示意  /  Bünte &amp; Beineke (2004), p. 50  /  R2、D2</a:t>
            </a:r>
          </a:p>
        </p:txBody>
      </p:sp>
      <p:sp>
        <p:nvSpPr>
          <p:cNvPr id="7" name="05 / 14">
            <a:extLst xmlns:a="http://schemas.openxmlformats.org/drawingml/2006/main">
              <a:ext uri="{FF2B5EF4-FFF2-40B4-BE49-F238E27FC236}">
                <a16:creationId xmlns:a16="http://schemas.microsoft.com/office/drawing/2014/main" id="{1B7833A5-F391-4928-8747-637D1C65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05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799F3-2F9B-4BEE-9F72-C9B1FD7C0D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c9dd99d644b2d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error-introduction">
            <a:extLst xmlns:a="http://schemas.openxmlformats.org/drawingml/2006/main">
              <a:ext uri="{FF2B5EF4-FFF2-40B4-BE49-F238E27FC236}">
                <a16:creationId xmlns:a16="http://schemas.microsoft.com/office/drawing/2014/main" id="{7BCD7AF8-B290-4AE6-B9D2-6A8E2FB0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隨感測器相位 ε 改變，理想 Sin/Cos 訊號在平面上形成以原點為圓心的圓。</a:t>
            </a:r>
          </a:p>
        </p:txBody>
      </p:sp>
      <p:sp>
        <p:nvSpPr>
          <p:cNvPr id="10" name="error-angle-consequence">
            <a:extLst xmlns:a="http://schemas.openxmlformats.org/drawingml/2006/main">
              <a:ext uri="{FF2B5EF4-FFF2-40B4-BE49-F238E27FC236}">
                <a16:creationId xmlns:a16="http://schemas.microsoft.com/office/drawing/2014/main" id="{54E65E49-093E-4820-B1F9-930094D1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三類誤差會改變這個幾何關係，使計算角度偏離理想值。</a:t>
            </a:r>
          </a:p>
        </p:txBody>
      </p:sp>
      <p:sp>
        <p:nvSpPr>
          <p:cNvPr id="11" name="error-heading-1">
            <a:extLst xmlns:a="http://schemas.openxmlformats.org/drawingml/2006/main">
              <a:ext uri="{FF2B5EF4-FFF2-40B4-BE49-F238E27FC236}">
                <a16:creationId xmlns:a16="http://schemas.microsoft.com/office/drawing/2014/main" id="{31A4E4B3-B554-470C-8273-88538743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偏移</a:t>
            </a:r>
          </a:p>
        </p:txBody>
      </p:sp>
      <p:sp>
        <p:nvSpPr>
          <p:cNvPr id="12" name="error-english-1">
            <a:extLst xmlns:a="http://schemas.openxmlformats.org/drawingml/2006/main">
              <a:ext uri="{FF2B5EF4-FFF2-40B4-BE49-F238E27FC236}">
                <a16:creationId xmlns:a16="http://schemas.microsoft.com/office/drawing/2014/main" id="{541E8E4B-CF8D-412F-AA0A-1386FCF8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Offset</a:t>
            </a:r>
          </a:p>
        </p:txBody>
      </p:sp>
      <p:sp>
        <p:nvSpPr>
          <p:cNvPr id="13" name="error-description-1">
            <a:extLst xmlns:a="http://schemas.openxmlformats.org/drawingml/2006/main">
              <a:ext uri="{FF2B5EF4-FFF2-40B4-BE49-F238E27FC236}">
                <a16:creationId xmlns:a16="http://schemas.microsoft.com/office/drawing/2014/main" id="{2E7B9AF7-8290-41E9-8AD8-FCF7E52F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d_a、d_b 是額外的直流分量，</a:t>
            </a:r>
          </a:p>
          <a:p xmlns:a="http://schemas.openxmlformats.org/drawingml/2006/main">
            <a: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使訊號中心偏離零點；在平面上</a:t>
            </a:r>
          </a:p>
          <a:p xmlns:a="http://schemas.openxmlformats.org/drawingml/2006/main">
            <a: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表現為整個圓平移。</a:t>
            </a:r>
          </a:p>
        </p:txBody>
      </p:sp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CB707684-F83F-4CD3-9791-456685540964}"/>
              </a:ext>
            </a:extLst>
          </p:cNvPr>
          <p:cNvGraphicFramePr/>
          <p:nvPr/>
        </p:nvGraphicFramePr>
        <p:xfrm>
          <a:off xmlns:a="http://schemas.openxmlformats.org/drawingml/2006/main" x="1457325" y="4048125"/>
          <a:ext xmlns:a="http://schemas.openxmlformats.org/drawingml/2006/main" cx="1714500" cy="1714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9b54f1885d42e4"/>
          </a:graphicData>
        </a:graphic>
      </p:graphicFrame>
      <p:sp>
        <p:nvSpPr>
          <p:cNvPr id="15" name="error-feature-1">
            <a:extLst xmlns:a="http://schemas.openxmlformats.org/drawingml/2006/main">
              <a:ext uri="{FF2B5EF4-FFF2-40B4-BE49-F238E27FC236}">
                <a16:creationId xmlns:a16="http://schemas.microsoft.com/office/drawing/2014/main" id="{8ACCF340-FD29-4902-B5E4-B91D562C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67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圓心位移</a:t>
            </a:r>
          </a:p>
        </p:txBody>
      </p:sp>
      <p:sp>
        <p:nvSpPr>
          <p:cNvPr id="16" name="error-x-label-1">
            <a:extLst xmlns:a="http://schemas.openxmlformats.org/drawingml/2006/main">
              <a:ext uri="{FF2B5EF4-FFF2-40B4-BE49-F238E27FC236}">
                <a16:creationId xmlns:a16="http://schemas.microsoft.com/office/drawing/2014/main" id="{29D1AC37-9022-4E00-8F2C-A4768F30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006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s_a</a:t>
            </a:r>
          </a:p>
        </p:txBody>
      </p:sp>
      <p:sp>
        <p:nvSpPr>
          <p:cNvPr id="17" name="error-y-label-1">
            <a:extLst xmlns:a="http://schemas.openxmlformats.org/drawingml/2006/main">
              <a:ext uri="{FF2B5EF4-FFF2-40B4-BE49-F238E27FC236}">
                <a16:creationId xmlns:a16="http://schemas.microsoft.com/office/drawing/2014/main" id="{C53FA092-DB89-4D4E-AE37-8C565330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10527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s_b</a:t>
            </a:r>
          </a:p>
        </p:txBody>
      </p:sp>
      <p:sp>
        <p:nvSpPr>
          <p:cNvPr id="18" name="error-heading-2">
            <a:extLst xmlns:a="http://schemas.openxmlformats.org/drawingml/2006/main">
              <a:ext uri="{FF2B5EF4-FFF2-40B4-BE49-F238E27FC236}">
                <a16:creationId xmlns:a16="http://schemas.microsoft.com/office/drawing/2014/main" id="{AD3C89FD-7828-4C62-9182-1C7F5190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2887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振幅不匹配</a:t>
            </a:r>
          </a:p>
        </p:txBody>
      </p:sp>
      <p:sp>
        <p:nvSpPr>
          <p:cNvPr id="19" name="error-english-2">
            <a:extLst xmlns:a="http://schemas.openxmlformats.org/drawingml/2006/main">
              <a:ext uri="{FF2B5EF4-FFF2-40B4-BE49-F238E27FC236}">
                <a16:creationId xmlns:a16="http://schemas.microsoft.com/office/drawing/2014/main" id="{B4014933-18B1-49BF-978C-2B5C3EB3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908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Amplitude Mismatch</a:t>
            </a:r>
          </a:p>
        </p:txBody>
      </p:sp>
      <p:sp>
        <p:nvSpPr>
          <p:cNvPr id="20" name="error-description-2">
            <a:extLst xmlns:a="http://schemas.openxmlformats.org/drawingml/2006/main">
              <a:ext uri="{FF2B5EF4-FFF2-40B4-BE49-F238E27FC236}">
                <a16:creationId xmlns:a16="http://schemas.microsoft.com/office/drawing/2014/main" id="{917C4311-3C88-4DD7-B707-E8DAD636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A_a、A_b 不相等，使水平與</a:t>
            </a:r>
          </a:p>
          <a:p xmlns:a="http://schemas.openxmlformats.org/drawingml/2006/main">
            <a: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垂直方向的尺度不同，圓被拉成</a:t>
            </a:r>
          </a:p>
          <a:p xmlns:a="http://schemas.openxmlformats.org/drawingml/2006/main">
            <a: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橢圓。</a:t>
            </a:r>
          </a:p>
        </p:txBody>
      </p:sp>
      <p:graphicFrame>
        <p:nvGraphicFramePr>
          <p:cNvPr id="21" name="Chart">
            <a:extLst xmlns:a="http://schemas.openxmlformats.org/drawingml/2006/main">
              <a:ext uri="{FF2B5EF4-FFF2-40B4-BE49-F238E27FC236}">
                <a16:creationId xmlns:a16="http://schemas.microsoft.com/office/drawing/2014/main" id="{5AD6CB04-9AC9-4152-A849-6FC238D21CEB}"/>
              </a:ext>
            </a:extLst>
          </p:cNvPr>
          <p:cNvGraphicFramePr/>
          <p:nvPr/>
        </p:nvGraphicFramePr>
        <p:xfrm>
          <a:off xmlns:a="http://schemas.openxmlformats.org/drawingml/2006/main" x="5229225" y="4048125"/>
          <a:ext xmlns:a="http://schemas.openxmlformats.org/drawingml/2006/main" cx="1714500" cy="1714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0ac630abb04be9"/>
          </a:graphicData>
        </a:graphic>
      </p:graphicFrame>
      <p:sp>
        <p:nvSpPr>
          <p:cNvPr id="22" name="error-feature-2">
            <a:extLst xmlns:a="http://schemas.openxmlformats.org/drawingml/2006/main">
              <a:ext uri="{FF2B5EF4-FFF2-40B4-BE49-F238E27FC236}">
                <a16:creationId xmlns:a16="http://schemas.microsoft.com/office/drawing/2014/main" id="{C3D90A04-5265-4303-8C87-FED50310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67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兩軸尺度不同</a:t>
            </a:r>
          </a:p>
        </p:txBody>
      </p:sp>
      <p:sp>
        <p:nvSpPr>
          <p:cNvPr id="23" name="error-x-label-2">
            <a:extLst xmlns:a="http://schemas.openxmlformats.org/drawingml/2006/main">
              <a:ext uri="{FF2B5EF4-FFF2-40B4-BE49-F238E27FC236}">
                <a16:creationId xmlns:a16="http://schemas.microsoft.com/office/drawing/2014/main" id="{057805AF-C3C2-4265-A4E7-7BD948B2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8006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s_a</a:t>
            </a:r>
          </a:p>
        </p:txBody>
      </p:sp>
      <p:sp>
        <p:nvSpPr>
          <p:cNvPr id="24" name="error-y-label-2">
            <a:extLst xmlns:a="http://schemas.openxmlformats.org/drawingml/2006/main">
              <a:ext uri="{FF2B5EF4-FFF2-40B4-BE49-F238E27FC236}">
                <a16:creationId xmlns:a16="http://schemas.microsoft.com/office/drawing/2014/main" id="{99DB72CD-A21D-4AA7-990F-C3FB0662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10527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s_b</a:t>
            </a:r>
          </a:p>
        </p:txBody>
      </p:sp>
      <p:sp>
        <p:nvSpPr>
          <p:cNvPr id="25" name="error-heading-3">
            <a:extLst xmlns:a="http://schemas.openxmlformats.org/drawingml/2006/main">
              <a:ext uri="{FF2B5EF4-FFF2-40B4-BE49-F238E27FC236}">
                <a16:creationId xmlns:a16="http://schemas.microsoft.com/office/drawing/2014/main" id="{857C6A1E-C4EE-4334-A6D0-6E6AD185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2887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非正交相位誤差</a:t>
            </a:r>
          </a:p>
        </p:txBody>
      </p:sp>
      <p:sp>
        <p:nvSpPr>
          <p:cNvPr id="26" name="error-english-3">
            <a:extLst xmlns:a="http://schemas.openxmlformats.org/drawingml/2006/main">
              <a:ext uri="{FF2B5EF4-FFF2-40B4-BE49-F238E27FC236}">
                <a16:creationId xmlns:a16="http://schemas.microsoft.com/office/drawing/2014/main" id="{3006DA4D-FDF5-4CA9-BE97-02828D01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908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Quadrature Error</a:t>
            </a:r>
          </a:p>
        </p:txBody>
      </p:sp>
      <p:sp>
        <p:nvSpPr>
          <p:cNvPr id="27" name="error-description-3">
            <a:extLst xmlns:a="http://schemas.openxmlformats.org/drawingml/2006/main">
              <a:ext uri="{FF2B5EF4-FFF2-40B4-BE49-F238E27FC236}">
                <a16:creationId xmlns:a16="http://schemas.microsoft.com/office/drawing/2014/main" id="{79258402-D3C3-4502-A3C2-268C0E5A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φ_e 使兩路相位差偏離 90°；</a:t>
            </a:r>
          </a:p>
          <a:p xmlns:a="http://schemas.openxmlformats.org/drawingml/2006/main">
            <a: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即使兩路振幅相同，圓仍會變成</a:t>
            </a:r>
          </a:p>
          <a:p xmlns:a="http://schemas.openxmlformats.org/drawingml/2006/main">
            <a: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傾斜的橢圓。</a:t>
            </a:r>
          </a:p>
        </p:txBody>
      </p:sp>
      <p:graphicFrame>
        <p:nvGraphicFramePr>
          <p:cNvPr id="28" name="Chart">
            <a:extLst xmlns:a="http://schemas.openxmlformats.org/drawingml/2006/main">
              <a:ext uri="{FF2B5EF4-FFF2-40B4-BE49-F238E27FC236}">
                <a16:creationId xmlns:a16="http://schemas.microsoft.com/office/drawing/2014/main" id="{04EBFCAB-B7AA-4558-ADB4-6BAC53F5D9B3}"/>
              </a:ext>
            </a:extLst>
          </p:cNvPr>
          <p:cNvGraphicFramePr/>
          <p:nvPr/>
        </p:nvGraphicFramePr>
        <p:xfrm>
          <a:off xmlns:a="http://schemas.openxmlformats.org/drawingml/2006/main" x="9001125" y="4048125"/>
          <a:ext xmlns:a="http://schemas.openxmlformats.org/drawingml/2006/main" cx="1714500" cy="1714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97e7170cbd4454"/>
          </a:graphicData>
        </a:graphic>
      </p:graphicFrame>
      <p:sp>
        <p:nvSpPr>
          <p:cNvPr id="29" name="error-feature-3">
            <a:extLst xmlns:a="http://schemas.openxmlformats.org/drawingml/2006/main">
              <a:ext uri="{FF2B5EF4-FFF2-40B4-BE49-F238E27FC236}">
                <a16:creationId xmlns:a16="http://schemas.microsoft.com/office/drawing/2014/main" id="{E377A7E5-9719-4947-AA4F-E6DD6866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867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正交關係改變</a:t>
            </a:r>
          </a:p>
        </p:txBody>
      </p:sp>
      <p:sp>
        <p:nvSpPr>
          <p:cNvPr id="30" name="error-x-label-3">
            <a:extLst xmlns:a="http://schemas.openxmlformats.org/drawingml/2006/main">
              <a:ext uri="{FF2B5EF4-FFF2-40B4-BE49-F238E27FC236}">
                <a16:creationId xmlns:a16="http://schemas.microsoft.com/office/drawing/2014/main" id="{8A36306A-F598-4157-AB8D-2FF800B0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480060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s_a</a:t>
            </a:r>
          </a:p>
        </p:txBody>
      </p:sp>
      <p:sp>
        <p:nvSpPr>
          <p:cNvPr id="31" name="error-y-label-3">
            <a:extLst xmlns:a="http://schemas.openxmlformats.org/drawingml/2006/main">
              <a:ext uri="{FF2B5EF4-FFF2-40B4-BE49-F238E27FC236}">
                <a16:creationId xmlns:a16="http://schemas.microsoft.com/office/drawing/2014/main" id="{503D66F5-945A-40EA-B224-F00A541A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10527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s_b</a:t>
            </a:r>
          </a:p>
        </p:txBody>
      </p:sp>
      <p:sp>
        <p:nvSpPr>
          <p:cNvPr id="32" name="common-gain-reminder">
            <a:extLst xmlns:a="http://schemas.openxmlformats.org/drawingml/2006/main">
              <a:ext uri="{FF2B5EF4-FFF2-40B4-BE49-F238E27FC236}">
                <a16:creationId xmlns:a16="http://schemas.microsoft.com/office/drawing/2014/main" id="{71F2A58F-A0EC-45B4-BB00-2146E602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兩路同時乘上相同的正增益，只改變圓的半徑，不改變理想的計算角度。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signal-model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F9EA3C6C-C8F7-4CAB-85C5-25DF9615F5E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6019800"/>
                <a:ext cx="7858125" cy="285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s</m:t>
                          </m:r>
                        </m:e>
                        <m:sub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</m:t>
                          </m:r>
                        </m:sub>
                      </m:sSub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sSub>
                        <m:e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b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</m:t>
                          </m:r>
                        </m:sub>
                      </m:sSub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cos 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+ </m:t>
                      </m:r>
                      <m:sSub>
                        <m:e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d</m:t>
                          </m:r>
                        </m:e>
                        <m:sub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</m:t>
                          </m:r>
                        </m:sub>
                      </m:sSub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,    </m:t>
                      </m:r>
                      <m:sSub>
                        <m:e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s</m:t>
                          </m:r>
                        </m:e>
                        <m:sub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sSub>
                        <m:e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b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sin 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(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+ </m:t>
                      </m:r>
                      <m:sSub>
                        <m:e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φ</m:t>
                          </m:r>
                        </m:e>
                        <m:sub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e</m:t>
                          </m:r>
                        </m:sub>
                      </m:sSub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+ </m:t>
                      </m:r>
                      <m:sSub>
                        <m:e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d</m:t>
                          </m:r>
                        </m:e>
                        <m:sub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3" name="signal-model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F9EA3C6C-C8F7-4CAB-85C5-25DF9615F5E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6019800"/>
                <a:ext cx="3422355" cy="2857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34" name="error-model-legend">
            <a:extLst xmlns:a="http://schemas.openxmlformats.org/drawingml/2006/main">
              <a:ext uri="{FF2B5EF4-FFF2-40B4-BE49-F238E27FC236}">
                <a16:creationId xmlns:a16="http://schemas.microsoft.com/office/drawing/2014/main" id="{D3A22AD7-C6D5-4FAC-B8DA-0A9C5467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055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灰色：理想；藍色：單一誤差。</a:t>
            </a:r>
          </a:p>
          <a:p xmlns:a="http://schemas.openxmlformats.org/drawingml/2006/main">
            <a: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理想與失真向量對應同一個 ε。</a:t>
            </a:r>
          </a:p>
        </p:txBody>
      </p:sp>
    </p:spTree>
    <p:extLst>
      <p:ext uri="{BB962C8B-B14F-4D97-AF65-F5344CB8AC3E}">
        <p14:creationId xmlns:p14="http://schemas.microsoft.com/office/powerpoint/2010/main" val="2892947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BAFF5D-8228-4BAF-A22F-EBBE58CA1EEC}"/>
              </a:ext>
            </a:extLst>
          </p:cNvPr>
          <p:cNvCxnSpPr>
            <a:stCxn xmlns:a="http://schemas.openxmlformats.org/drawingml/2006/main" id="24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2714625" y="3952875"/>
            <a:ext cx="976313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C8325"/>
            </a:solidFill>
            <a:tailEnd type="triangle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DCACF5-0C07-4B0A-BF4B-9FC5BC78ED6F}"/>
              </a:ext>
            </a:extLst>
          </p:cNvPr>
          <p:cNvCxnSpPr>
            <a:stCxn xmlns:a="http://schemas.openxmlformats.org/drawingml/2006/main" id="23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3857625" y="496252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C8325"/>
            </a:solidFill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ED71E2-3F38-4B39-9AEA-87734ECC9440}"/>
              </a:ext>
            </a:extLst>
          </p:cNvPr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6858000" y="49625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C8325"/>
            </a:solidFill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E2504A-C816-40B8-BF5D-C1922447FB49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5762625" y="4171950"/>
            <a:ext cx="323850" cy="4857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315B80"/>
            </a:solidFill>
            <a:prstDash val="dash"/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196989-A728-4D97-A454-95020D056FEB}"/>
              </a:ext>
            </a:extLst>
          </p:cNvPr>
          <p:cNvCxnSpPr>
            <a:stCxn xmlns:a="http://schemas.openxmlformats.org/drawingml/2006/main" id="25" idx="6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143625" y="4171950"/>
            <a:ext cx="2214563" cy="4857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D78F74-20A7-447A-84A4-C28C29819FDF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6115050" y="395287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5FD09-4DC5-4BC9-99BD-BA38970356D4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967788" y="3648075"/>
            <a:ext cx="51911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0CE987-EA4D-4396-975E-D2AEAB14C3CE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829425" y="3648075"/>
            <a:ext cx="519113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AC0CA-2E8A-4373-B268-F6A60F59BB21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881563" y="3648075"/>
            <a:ext cx="51911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90A3C-F232-462F-8CC3-59751F87A3F3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981200" y="3648075"/>
            <a:ext cx="519113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0AEDA8-F684-4790-A0CA-2A02EB38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7DD62C7E-DE96-42E4-A6DE-656EDF14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整體架構">
            <a:extLst xmlns:a="http://schemas.openxmlformats.org/drawingml/2006/main">
              <a:ext uri="{FF2B5EF4-FFF2-40B4-BE49-F238E27FC236}">
                <a16:creationId xmlns:a16="http://schemas.microsoft.com/office/drawing/2014/main" id="{0FFFFD72-B76F-4A25-9C9F-AD3C5E0F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整體架構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95FF75-A9A2-43FF-8446-D52314AD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GPOC 整體架構：訊號補償與參數學習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72D38-0FAB-44A9-A8CA-AFD31FD9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D91DFC96-077D-46FD-A269-A03D192F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架構依原論文 Fig. 3–4 整理；離散更新時序依本專案 D3</a:t>
            </a:r>
          </a:p>
        </p:txBody>
      </p:sp>
      <p:sp>
        <p:nvSpPr>
          <p:cNvPr id="7" name="06 / 14">
            <a:extLst xmlns:a="http://schemas.openxmlformats.org/drawingml/2006/main">
              <a:ext uri="{FF2B5EF4-FFF2-40B4-BE49-F238E27FC236}">
                <a16:creationId xmlns:a16="http://schemas.microsoft.com/office/drawing/2014/main" id="{54E5A279-6B85-4488-9AE7-35843C59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06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EA94D-E89D-4B77-AE4D-0F21A39309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3c730a6ce4c37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architecture-opening">
            <a:extLst xmlns:a="http://schemas.openxmlformats.org/drawingml/2006/main">
              <a:ext uri="{FF2B5EF4-FFF2-40B4-BE49-F238E27FC236}">
                <a16:creationId xmlns:a16="http://schemas.microsoft.com/office/drawing/2014/main" id="{FF0203F4-F5CD-4574-A721-7783446F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38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38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38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38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38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38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38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38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38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38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38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38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每筆訊號使用目前參數完成補償；學習迴路再根據剩餘誤差，逐步更新參數。</a:t>
            </a:r>
          </a:p>
        </p:txBody>
      </p:sp>
      <p:sp>
        <p:nvSpPr>
          <p:cNvPr id="10" name="architecture-signal-explanation">
            <a:extLst xmlns:a="http://schemas.openxmlformats.org/drawingml/2006/main">
              <a:ext uri="{FF2B5EF4-FFF2-40B4-BE49-F238E27FC236}">
                <a16:creationId xmlns:a16="http://schemas.microsoft.com/office/drawing/2014/main" id="{F8E13666-79BA-429D-B434-B774D140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訊號補償路徑：修正原始 Sin/Cos 訊號的偏移、增益與非正交相位誤差，</a:t>
            </a:r>
          </a:p>
          <a:p xmlns:a="http://schemas.openxmlformats.org/drawingml/2006/main">
            <a: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產生補償後的 x、y，供角度計算與後續速度估測使用。</a:t>
            </a:r>
          </a:p>
        </p:txBody>
      </p:sp>
      <p:sp>
        <p:nvSpPr>
          <p:cNvPr id="11" name="architecture-learning-explanation">
            <a:extLst xmlns:a="http://schemas.openxmlformats.org/drawingml/2006/main">
              <a:ext uri="{FF2B5EF4-FFF2-40B4-BE49-F238E27FC236}">
                <a16:creationId xmlns:a16="http://schemas.microsoft.com/office/drawing/2014/main" id="{508C0C05-9344-4A50-8513-C28DFA22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參數學習路徑：由同一筆 x、y 計算平方和與殘差，再透過相關解調分離誤差資訊，</a:t>
            </a:r>
          </a:p>
          <a:p xmlns:a="http://schemas.openxmlformats.org/drawingml/2006/main">
            <a:pPr>
              <a:buNone/>
              <a:def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以積分逐步調整五個補償參數，分別控制兩路增益、兩路偏移與相對相位。</a:t>
            </a:r>
          </a:p>
        </p:txBody>
      </p:sp>
      <p:sp>
        <p:nvSpPr>
          <p:cNvPr id="12" name="signal-route-label">
            <a:extLst xmlns:a="http://schemas.openxmlformats.org/drawingml/2006/main">
              <a:ext uri="{FF2B5EF4-FFF2-40B4-BE49-F238E27FC236}">
                <a16:creationId xmlns:a16="http://schemas.microsoft.com/office/drawing/2014/main" id="{04454C5E-75B6-4080-BAE3-3C4F9B9A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訊號補償路徑</a:t>
            </a:r>
          </a:p>
        </p:txBody>
      </p:sp>
      <p:sp>
        <p:nvSpPr>
          <p:cNvPr id="13" name="原始&#10;Sin/Cos">
            <a:extLst xmlns:a="http://schemas.openxmlformats.org/drawingml/2006/main">
              <a:ext uri="{FF2B5EF4-FFF2-40B4-BE49-F238E27FC236}">
                <a16:creationId xmlns:a16="http://schemas.microsoft.com/office/drawing/2014/main" id="{E8BD4F13-3D75-4965-AF6D-2DCD1F26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371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原始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Sin/Cos</a:t>
            </a:r>
          </a:p>
        </p:txBody>
      </p:sp>
      <p:sp>
        <p:nvSpPr>
          <p:cNvPr id="14" name="偏移／增益／相位補償&#10;使用目前參數 P[k]">
            <a:extLst xmlns:a="http://schemas.openxmlformats.org/drawingml/2006/main">
              <a:ext uri="{FF2B5EF4-FFF2-40B4-BE49-F238E27FC236}">
                <a16:creationId xmlns:a16="http://schemas.microsoft.com/office/drawing/2014/main" id="{B274E12A-A3E3-4E96-BC52-4114BDF6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3343275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偏移／增益／相位補償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使用目前參數 P[k]</a:t>
            </a:r>
          </a:p>
        </p:txBody>
      </p:sp>
      <p:sp>
        <p:nvSpPr>
          <p:cNvPr id="15" name="補償後訊號&#10;x、y">
            <a:extLst xmlns:a="http://schemas.openxmlformats.org/drawingml/2006/main">
              <a:ext uri="{FF2B5EF4-FFF2-40B4-BE49-F238E27FC236}">
                <a16:creationId xmlns:a16="http://schemas.microsoft.com/office/drawing/2014/main" id="{6DCAFE4E-CD53-44DF-90F2-7F1E7A64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343275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補償後訊號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x、y</a:t>
            </a:r>
          </a:p>
        </p:txBody>
      </p:sp>
      <p:sp>
        <p:nvSpPr>
          <p:cNvPr id="16" name="角度計算&#10;atan2">
            <a:extLst xmlns:a="http://schemas.openxmlformats.org/drawingml/2006/main">
              <a:ext uri="{FF2B5EF4-FFF2-40B4-BE49-F238E27FC236}">
                <a16:creationId xmlns:a16="http://schemas.microsoft.com/office/drawing/2014/main" id="{E81FE179-F82D-447A-8CF6-51F7882C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538" y="3343275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角度計算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atan2</a:t>
            </a:r>
          </a:p>
        </p:txBody>
      </p:sp>
      <p:sp>
        <p:nvSpPr>
          <p:cNvPr id="17" name="位置與速度處理">
            <a:extLst xmlns:a="http://schemas.openxmlformats.org/drawingml/2006/main">
              <a:ext uri="{FF2B5EF4-FFF2-40B4-BE49-F238E27FC236}">
                <a16:creationId xmlns:a16="http://schemas.microsoft.com/office/drawing/2014/main" id="{A82255C8-6731-4B10-B4C2-198FAD51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4327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位置與速度處理</a:t>
            </a:r>
          </a:p>
        </p:txBody>
      </p:sp>
      <p:sp>
        <p:nvSpPr>
          <p:cNvPr id="22" name="平方和與殘差&#10;q、e">
            <a:extLst xmlns:a="http://schemas.openxmlformats.org/drawingml/2006/main">
              <a:ext uri="{FF2B5EF4-FFF2-40B4-BE49-F238E27FC236}">
                <a16:creationId xmlns:a16="http://schemas.microsoft.com/office/drawing/2014/main" id="{45FBD897-FEB8-450E-8558-FC616823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57725"/>
            <a:ext cx="1952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平方和與殘差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q、e</a:t>
            </a:r>
          </a:p>
        </p:txBody>
      </p:sp>
      <p:sp>
        <p:nvSpPr>
          <p:cNvPr id="23" name="相關解調&#10;分離誤差資訊">
            <a:extLst xmlns:a="http://schemas.openxmlformats.org/drawingml/2006/main">
              <a:ext uri="{FF2B5EF4-FFF2-40B4-BE49-F238E27FC236}">
                <a16:creationId xmlns:a16="http://schemas.microsoft.com/office/drawing/2014/main" id="{D0F09979-F6EF-49AC-BE29-87A26858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57725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相關解調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分離誤差資訊</a:t>
            </a:r>
          </a:p>
        </p:txBody>
      </p:sp>
      <p:sp>
        <p:nvSpPr>
          <p:cNvPr id="24" name="積分更新&#10;五個補償參數">
            <a:extLst xmlns:a="http://schemas.openxmlformats.org/drawingml/2006/main">
              <a:ext uri="{FF2B5EF4-FFF2-40B4-BE49-F238E27FC236}">
                <a16:creationId xmlns:a16="http://schemas.microsoft.com/office/drawing/2014/main" id="{04BEF492-C1D7-4EF4-ADE2-8B4973A2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57725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積分更新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五個補償參數</a:t>
            </a:r>
          </a:p>
        </p:txBody>
      </p:sp>
      <p:sp>
        <p:nvSpPr>
          <p:cNvPr id="25" name="corrected-signal-branch">
            <a:extLst xmlns:a="http://schemas.openxmlformats.org/drawingml/2006/main">
              <a:ext uri="{FF2B5EF4-FFF2-40B4-BE49-F238E27FC236}">
                <a16:creationId xmlns:a16="http://schemas.microsoft.com/office/drawing/2014/main" id="{50114401-1BFC-4FE4-8CC3-EB8C6C51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1433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0"/>
          </a:solidFill>
          <a:ln xmlns:a="http://schemas.openxmlformats.org/drawingml/2006/main" w="0">
            <a:solidFill>
              <a:srgbClr val="315B80"/>
            </a:solidFill>
          </a:ln>
        </p:spPr>
      </p:sp>
      <p:sp>
        <p:nvSpPr>
          <p:cNvPr id="32" name="learning-route-label">
            <a:extLst xmlns:a="http://schemas.openxmlformats.org/drawingml/2006/main">
              <a:ext uri="{FF2B5EF4-FFF2-40B4-BE49-F238E27FC236}">
                <a16:creationId xmlns:a16="http://schemas.microsoft.com/office/drawing/2014/main" id="{834A40F2-C7B6-4B4F-971B-F2B881D3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29175"/>
            <a:ext cx="2057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參數學習路徑</a:t>
            </a:r>
          </a:p>
        </p:txBody>
      </p:sp>
      <p:sp>
        <p:nvSpPr>
          <p:cNvPr id="33" name="next-sample-parameter-label">
            <a:extLst xmlns:a="http://schemas.openxmlformats.org/drawingml/2006/main">
              <a:ext uri="{FF2B5EF4-FFF2-40B4-BE49-F238E27FC236}">
                <a16:creationId xmlns:a16="http://schemas.microsoft.com/office/drawing/2014/main" id="{627642EE-7DB8-4B62-838C-551A64F5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P[k+1]：下一筆取樣生效</a:t>
            </a:r>
          </a:p>
        </p:txBody>
      </p:sp>
      <p:sp>
        <p:nvSpPr>
          <p:cNvPr id="34" name="demodulation-reference-label">
            <a:extLst xmlns:a="http://schemas.openxmlformats.org/drawingml/2006/main">
              <a:ext uri="{FF2B5EF4-FFF2-40B4-BE49-F238E27FC236}">
                <a16:creationId xmlns:a16="http://schemas.microsoft.com/office/drawing/2014/main" id="{CF9BCC76-849B-4303-92CA-BFEE0090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虛線：x、y 解調參考</a:t>
            </a:r>
          </a:p>
        </p:txBody>
      </p:sp>
      <p:sp>
        <p:nvSpPr>
          <p:cNvPr id="35" name="normalization-contract">
            <a:extLst xmlns:a="http://schemas.openxmlformats.org/drawingml/2006/main">
              <a:ext uri="{FF2B5EF4-FFF2-40B4-BE49-F238E27FC236}">
                <a16:creationId xmlns:a16="http://schemas.microsoft.com/office/drawing/2014/main" id="{DCE7FBB7-A320-4EF8-9F55-3C89EB9D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428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固定峰值正規化後，理想平方和目標為 1：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architecture-observation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85430FB7-2D83-462F-B80D-D2084700096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53000" y="5353050"/>
                <a:ext cx="6629400" cy="342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sSup>
                        <m:e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p>
                      </m:sSup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+ </m:t>
                      </m:r>
                      <m:sSup>
                        <m:e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p>
                      </m:sSup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,    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1 − 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6" name="architecture-observation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85430FB7-2D83-462F-B80D-D2084700096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53000" y="5353050"/>
                <a:ext cx="5021826" cy="3429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37" name="same-sample-timing">
            <a:extLst xmlns:a="http://schemas.openxmlformats.org/drawingml/2006/main">
              <a:ext uri="{FF2B5EF4-FFF2-40B4-BE49-F238E27FC236}">
                <a16:creationId xmlns:a16="http://schemas.microsoft.com/office/drawing/2014/main" id="{6E40704C-D6CD-4968-921B-81E46C03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時序一致：當筆補償與學習計算使用同一組 P[k]；更新後的 P[k+1] 從下一筆取樣生效。</a:t>
            </a:r>
          </a:p>
        </p:txBody>
      </p:sp>
      <p:sp>
        <p:nvSpPr>
          <p:cNvPr id="38" name="learning-hold-condition">
            <a:extLst xmlns:a="http://schemas.openxmlformats.org/drawingml/2006/main">
              <a:ext uri="{FF2B5EF4-FFF2-40B4-BE49-F238E27FC236}">
                <a16:creationId xmlns:a16="http://schemas.microsoft.com/office/drawing/2014/main" id="{0E68C429-D92E-4E17-A91E-E949D4E5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補償與學習可分開運作：學習條件不成立時保持參數；有效訊號仍可使用保留參數進行補償。</a:t>
            </a:r>
          </a:p>
        </p:txBody>
      </p:sp>
    </p:spTree>
    <p:extLst>
      <p:ext uri="{BB962C8B-B14F-4D97-AF65-F5344CB8AC3E}">
        <p14:creationId xmlns:p14="http://schemas.microsoft.com/office/powerpoint/2010/main" val="3384189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3A2959-92B2-4947-A898-822C771B1B20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6858000" y="5486400"/>
            <a:ext cx="428625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C8325"/>
            </a:solidFill>
            <a:tailEnd type="triangle" w="med" len="me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548962-B6D4-4D42-B842-9A64F9EF6565}"/>
              </a:ext>
            </a:extLst>
          </p:cNvPr>
          <p:cNvCxnSpPr>
            <a:stCxn xmlns:a="http://schemas.openxmlformats.org/drawingml/2006/main" id="24" idx="2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4862513" y="5419725"/>
            <a:ext cx="757238" cy="1143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AC8325"/>
            </a:solidFill>
            <a:tailEnd type="triangle" w="med" len="med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1369EF-9832-4D8A-8E17-905AF22F87CD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5" idx="2"/>
          </p:cNvCxnSpPr>
          <p:nvPr/>
        </p:nvCxnSpPr>
        <p:spPr>
          <a:xfrm xmlns:a="http://schemas.openxmlformats.org/drawingml/2006/main">
            <a:off x="9753600" y="587692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F25C14-963D-4F99-BB20-96FEBA2E36A4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34" idx="2"/>
          </p:cNvCxnSpPr>
          <p:nvPr/>
        </p:nvCxnSpPr>
        <p:spPr>
          <a:xfrm xmlns:a="http://schemas.openxmlformats.org/drawingml/2006/main">
            <a:off x="5076825" y="5257800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599DE4-1D7B-4856-B649-C0FCCCAE83CB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9077325" y="58769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0518E4-84FD-4788-9DD4-07ED70B2600C}"/>
              </a:ext>
            </a:extLst>
          </p:cNvPr>
          <p:cNvCxnSpPr>
            <a:stCxn xmlns:a="http://schemas.openxmlformats.org/drawingml/2006/main" id="30" idx="6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448550" y="58769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C8325"/>
            </a:solidFill>
            <a:tailEnd type="triangle" w="med" len="me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2D0932-C402-4B8D-A82A-357CA319BF07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30" idx="2"/>
          </p:cNvCxnSpPr>
          <p:nvPr/>
        </p:nvCxnSpPr>
        <p:spPr>
          <a:xfrm xmlns:a="http://schemas.openxmlformats.org/drawingml/2006/main">
            <a:off x="5076825" y="5876925"/>
            <a:ext cx="2047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0E37F8-170D-45CF-82C3-F2D37C17AE72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4124325" y="58769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4F5399-3617-4FA1-AE26-63B7F60ECBBC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2552700" y="58769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FA0225-03FA-4F43-B198-9D19F6A0DE61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133475" y="58769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3CCC4C-1663-4547-A82F-C8EACBC9471F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124325" y="52578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96600B-7CC0-49A7-AE6D-1E06852476D2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552700" y="52578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730FCE-2E27-4FE5-B90F-5B5AE8263777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133475" y="52578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5F4ED1-475E-4610-9806-A70F8EC1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7A947C8C-BA00-4811-92E4-9CE36B1B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補償機制">
            <a:extLst xmlns:a="http://schemas.openxmlformats.org/drawingml/2006/main">
              <a:ext uri="{FF2B5EF4-FFF2-40B4-BE49-F238E27FC236}">
                <a16:creationId xmlns:a16="http://schemas.microsoft.com/office/drawing/2014/main" id="{3E5EA53D-9E15-4AFE-98FB-19AC66F1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補償機制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40EE01-C138-4082-A2FC-2FC692D5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訊號補償：偏移、增益與非正交相位修正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05016-3276-4730-B2A5-F26638B9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46DAB14A-762C-4EF5-9787-293971E4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(2004), p. 50, 式 (3)  /  R3、D3</a:t>
            </a:r>
          </a:p>
        </p:txBody>
      </p:sp>
      <p:sp>
        <p:nvSpPr>
          <p:cNvPr id="7" name="07 / 14">
            <a:extLst xmlns:a="http://schemas.openxmlformats.org/drawingml/2006/main">
              <a:ext uri="{FF2B5EF4-FFF2-40B4-BE49-F238E27FC236}">
                <a16:creationId xmlns:a16="http://schemas.microsoft.com/office/drawing/2014/main" id="{6F4D3621-D1FA-47BC-A4A7-DA460CCE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07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F2FF8-C7B6-49BD-A44E-9E8DEE9825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009d016164b50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compensation-opening">
            <a:extLst xmlns:a="http://schemas.openxmlformats.org/drawingml/2006/main">
              <a:ext uri="{FF2B5EF4-FFF2-40B4-BE49-F238E27FC236}">
                <a16:creationId xmlns:a16="http://schemas.microsoft.com/office/drawing/2014/main" id="{BC058E48-4075-4BED-9B28-2517F9B1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先修正訊號的中心與幅值，再消除非正交相位造成的交叉成分，</a:t>
            </a:r>
          </a:p>
          <a:p xmlns:a="http://schemas.openxmlformats.org/drawingml/2006/main">
            <a: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產生供角度計算使用的 x、y。</a:t>
            </a:r>
          </a:p>
        </p:txBody>
      </p:sp>
      <p:sp>
        <p:nvSpPr>
          <p:cNvPr id="10" name="compensation-sampling-convention">
            <a:extLst xmlns:a="http://schemas.openxmlformats.org/drawingml/2006/main">
              <a:ext uri="{FF2B5EF4-FFF2-40B4-BE49-F238E27FC236}">
                <a16:creationId xmlns:a16="http://schemas.microsoft.com/office/drawing/2014/main" id="{8BAC24AB-5DB5-4B6B-ACD4-B8887269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沿用第 5 頁的訊號模型；為方便閱讀，以下省略取樣索引 [k]，所有運算仍使用同一組當筆參數。</a:t>
            </a:r>
          </a:p>
        </p:txBody>
      </p:sp>
      <p:sp>
        <p:nvSpPr>
          <p:cNvPr id="11" name="compensation-action-1">
            <a:extLst xmlns:a="http://schemas.openxmlformats.org/drawingml/2006/main">
              <a:ext uri="{FF2B5EF4-FFF2-40B4-BE49-F238E27FC236}">
                <a16:creationId xmlns:a16="http://schemas.microsoft.com/office/drawing/2014/main" id="{4828D830-99D1-4604-99BF-6EEF6F0D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04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b="1"/>
              <a:t>偏移修正：</a:t>
            </a:r>
            <a:r>
              <a:t>對兩路訊號分別加上 o_a、o_b，</a:t>
            </a:r>
            <a:br/>
            <a:r>
              <a:t>將軌跡中心移回原點。理想修正量為</a:t>
            </a:r>
            <a:br/>
            <a:r>
              <a:t>−d_a、−d_b。</a:t>
            </a:r>
          </a:p>
        </p:txBody>
      </p:sp>
      <p:sp>
        <p:nvSpPr>
          <p:cNvPr id="12" name="compensation-action-2">
            <a:extLst xmlns:a="http://schemas.openxmlformats.org/drawingml/2006/main">
              <a:ext uri="{FF2B5EF4-FFF2-40B4-BE49-F238E27FC236}">
                <a16:creationId xmlns:a16="http://schemas.microsoft.com/office/drawing/2014/main" id="{2C4B6819-7E32-499B-A485-F3043120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504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b="1"/>
              <a:t>增益校正：</a:t>
            </a:r>
            <a:r>
              <a:t>分別乘上 v_a、v_b，將兩路基波</a:t>
            </a:r>
            <a:br/>
            <a:r>
              <a:t>峰值調整至固定目標 1 p.u.。</a:t>
            </a:r>
          </a:p>
        </p:txBody>
      </p:sp>
      <p:sp>
        <p:nvSpPr>
          <p:cNvPr id="13" name="compensation-action-3">
            <a:extLst xmlns:a="http://schemas.openxmlformats.org/drawingml/2006/main">
              <a:ext uri="{FF2B5EF4-FFF2-40B4-BE49-F238E27FC236}">
                <a16:creationId xmlns:a16="http://schemas.microsoft.com/office/drawing/2014/main" id="{200DFEE0-D7DF-44CB-8B7A-4FC64336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04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b="1"/>
              <a:t>非正交相位修正：</a:t>
            </a:r>
            <a:r>
              <a:t>以 a 路為相位基準，從 b 路</a:t>
            </a:r>
            <a:br/>
            <a:r>
              <a:t>扣除混入的餘弦成分，再修正比例，恢復</a:t>
            </a:r>
            <a:br/>
            <a:r>
              <a:t>兩路的正交關係。</a:t>
            </a:r>
          </a:p>
        </p:txBody>
      </p:sp>
      <p:sp>
        <p:nvSpPr>
          <p:cNvPr id="14" name="compensation-matrix-heading">
            <a:extLst xmlns:a="http://schemas.openxmlformats.org/drawingml/2006/main">
              <a:ext uri="{FF2B5EF4-FFF2-40B4-BE49-F238E27FC236}">
                <a16:creationId xmlns:a16="http://schemas.microsoft.com/office/drawing/2014/main" id="{3C910193-A3C6-4CE5-922A-73C58B43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43175"/>
            <a:ext cx="561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補償矩陣（精確式）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mpensation-matrix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4BA541FF-8517-4B02-A705-49AFB3A7A0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962650" y="2800350"/>
                <a:ext cx="5619750" cy="685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grow m:val="1"/>
                        </m:dPr>
                        <m:e>
                          <m:m>
                            <m:mPr>
                              <m:rSpRule m:val="0"/>
                              <m:cSp m:val="12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x</m:t>
                                </m:r>
                              </m:e>
                            </m:mr>
                            <m:mr>
                              <m:e>
                                <m: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y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d>
                        <m:dPr>
                          <m:begChr m:val="["/>
                          <m:endChr m:val="]"/>
                          <m:grow m:val="1"/>
                        </m:dPr>
                        <m:e>
                          <m:m>
                            <m:mPr>
                              <m:rSpRule m:val="0"/>
                              <m:cSp m:val="120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−</m:t>
                                </m:r>
                                <m:r>
                                  <m:rPr>
                                    <m:sty m:val="p"/>
                                  </m:rP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tan </m:t>
                                </m:r>
                                <m:sSub>
                                  <m:e>
                                    <m:r>
                                      <a:rPr sz="1725">
                                        <a:solidFill>
                                          <a:srgbClr val="253346"/>
                                        </a:solidFill>
                                        <a:latin typeface="Cambria Math"/>
                                      </a:rPr>
                                      <m:t xml:space="preserve">φ</m:t>
                                    </m:r>
                                  </m:e>
                                  <m:sub>
                                    <m:r>
                                      <a:rPr sz="1725">
                                        <a:solidFill>
                                          <a:srgbClr val="253346"/>
                                        </a:solidFill>
                                        <a:latin typeface="Cambria Math"/>
                                      </a:rPr>
                                      <m:t xml:space="preserve">c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1/</m:t>
                                </m:r>
                                <m:r>
                                  <m:rPr>
                                    <m:sty m:val="p"/>
                                  </m:rP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cos </m:t>
                                </m:r>
                                <m:sSub>
                                  <m:e>
                                    <m:r>
                                      <a:rPr sz="1725">
                                        <a:solidFill>
                                          <a:srgbClr val="253346"/>
                                        </a:solidFill>
                                        <a:latin typeface="Cambria Math"/>
                                      </a:rPr>
                                      <m:t xml:space="preserve">φ</m:t>
                                    </m:r>
                                  </m:e>
                                  <m:sub>
                                    <m:r>
                                      <a:rPr sz="1725">
                                        <a:solidFill>
                                          <a:srgbClr val="253346"/>
                                        </a:solidFill>
                                        <a:latin typeface="Cambria Math"/>
                                      </a:rPr>
                                      <m:t xml:space="preserve">c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grow m:val="1"/>
                        </m:dPr>
                        <m:e>
                          <m:m>
                            <m:mPr>
                              <m:rSpRule m:val="0"/>
                              <m:cSp m:val="120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sz="1725">
                                        <a:solidFill>
                                          <a:srgbClr val="253346"/>
                                        </a:solidFill>
                                        <a:latin typeface="Cambria Math"/>
                                      </a:rPr>
                                      <m:t xml:space="preserve">v</m:t>
                                    </m:r>
                                  </m:e>
                                  <m:sub>
                                    <m:r>
                                      <a:rPr sz="1725">
                                        <a:solidFill>
                                          <a:srgbClr val="253346"/>
                                        </a:solidFill>
                                        <a:latin typeface="Cambria Math"/>
                                      </a:rPr>
                                      <m:t xml:space="preserve">a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sz="1725">
                                        <a:solidFill>
                                          <a:srgbClr val="253346"/>
                                        </a:solidFill>
                                        <a:latin typeface="Cambria Math"/>
                                      </a:rPr>
                                      <m:t xml:space="preserve">v</m:t>
                                    </m:r>
                                  </m:e>
                                  <m:sub>
                                    <m:r>
                                      <a:rPr sz="1725">
                                        <a:solidFill>
                                          <a:srgbClr val="253346"/>
                                        </a:solidFill>
                                        <a:latin typeface="Cambria Math"/>
                                      </a:rPr>
                                      <m:t xml:space="preserve">b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("/>
                          <m:endChr m:val=")"/>
                          <m:grow m:val="1"/>
                        </m:dPr>
                        <m:e>
                          <m:d>
                            <m:dPr>
                              <m:begChr m:val="["/>
                              <m:endChr m:val="]"/>
                              <m:grow m:val="1"/>
                            </m:dPr>
                            <m:e>
                              <m:m>
                                <m:mPr>
                                  <m:rSpRule m:val="0"/>
                                  <m:cSp m:val="120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</m:mPr>
                                <m:mr>
                                  <m:e>
                                    <m:sSub>
                                      <m:e>
                                        <m:r>
                                          <a:rPr sz="1725">
                                            <a:solidFill>
                                              <a:srgbClr val="253346"/>
                                            </a:solidFill>
                                            <a:latin typeface="Cambria Math"/>
                                          </a:rPr>
                                          <m:t xml:space="preserve">s</m:t>
                                        </m:r>
                                      </m:e>
                                      <m:sub>
                                        <m:r>
                                          <a:rPr sz="1725">
                                            <a:solidFill>
                                              <a:srgbClr val="253346"/>
                                            </a:solidFill>
                                            <a:latin typeface="Cambria Math"/>
                                          </a:rPr>
                                          <m:t xml:space="preserve">a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e>
                                        <m:r>
                                          <a:rPr sz="1725">
                                            <a:solidFill>
                                              <a:srgbClr val="253346"/>
                                            </a:solidFill>
                                            <a:latin typeface="Cambria Math"/>
                                          </a:rPr>
                                          <m:t xml:space="preserve">s</m:t>
                                        </m:r>
                                      </m:e>
                                      <m:sub>
                                        <m:r>
                                          <a:rPr sz="1725">
                                            <a:solidFill>
                                              <a:srgbClr val="253346"/>
                                            </a:solidFill>
                                            <a:latin typeface="Cambria Math"/>
                                          </a:rPr>
                                          <m:t xml:space="preserve">b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m:rPr>
                              <m:sty m:val="p"/>
                            </m:rP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 + </m:t>
                          </m:r>
                          <m:d>
                            <m:dPr>
                              <m:begChr m:val="["/>
                              <m:endChr m:val="]"/>
                              <m:grow m:val="1"/>
                            </m:dPr>
                            <m:e>
                              <m:m>
                                <m:mPr>
                                  <m:rSpRule m:val="0"/>
                                  <m:cSp m:val="120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</m:mPr>
                                <m:mr>
                                  <m:e>
                                    <m:sSub>
                                      <m:e>
                                        <m:r>
                                          <a:rPr sz="1725">
                                            <a:solidFill>
                                              <a:srgbClr val="253346"/>
                                            </a:solidFill>
                                            <a:latin typeface="Cambria Math"/>
                                          </a:rPr>
                                          <m:t xml:space="preserve">o</m:t>
                                        </m:r>
                                      </m:e>
                                      <m:sub>
                                        <m:r>
                                          <a:rPr sz="1725">
                                            <a:solidFill>
                                              <a:srgbClr val="253346"/>
                                            </a:solidFill>
                                            <a:latin typeface="Cambria Math"/>
                                          </a:rPr>
                                          <m:t xml:space="preserve">a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e>
                                        <m:r>
                                          <a:rPr sz="1725">
                                            <a:solidFill>
                                              <a:srgbClr val="253346"/>
                                            </a:solidFill>
                                            <a:latin typeface="Cambria Math"/>
                                          </a:rPr>
                                          <m:t xml:space="preserve">o</m:t>
                                        </m:r>
                                      </m:e>
                                      <m:sub>
                                        <m:r>
                                          <a:rPr sz="1725">
                                            <a:solidFill>
                                              <a:srgbClr val="253346"/>
                                            </a:solidFill>
                                            <a:latin typeface="Cambria Math"/>
                                          </a:rPr>
                                          <m:t xml:space="preserve">b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5" name="compensation-matrix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4BA541FF-8517-4B02-A705-49AFB3A7A0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995987" y="2814637"/>
                <a:ext cx="5553075" cy="6572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6" name="compensation-matrix-order">
            <a:extLst xmlns:a="http://schemas.openxmlformats.org/drawingml/2006/main">
              <a:ext uri="{FF2B5EF4-FFF2-40B4-BE49-F238E27FC236}">
                <a16:creationId xmlns:a16="http://schemas.microsoft.com/office/drawing/2014/main" id="{062CED89-9D28-4077-8669-220B282F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24250"/>
            <a:ext cx="5619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矩陣由右往左依序對應：偏移修正 → 增益校正 → 非正交相位修正。</a:t>
            </a:r>
          </a:p>
        </p:txBody>
      </p:sp>
      <p:sp>
        <p:nvSpPr>
          <p:cNvPr id="17" name="compensation-intermediate-definition">
            <a:extLst xmlns:a="http://schemas.openxmlformats.org/drawingml/2006/main">
              <a:ext uri="{FF2B5EF4-FFF2-40B4-BE49-F238E27FC236}">
                <a16:creationId xmlns:a16="http://schemas.microsoft.com/office/drawing/2014/main" id="{E15C6267-E82E-4F64-B00C-41E3ED08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95725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將 b 路完成偏移與增益校正後的訊號記為 z，相位修正可直接讀成：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mpensation-phase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DF7AC814-1DCB-4A9F-A55B-ED2351209F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962650" y="4152900"/>
                <a:ext cx="5619750" cy="4476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z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(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s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+ 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o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),    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y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f>
                        <m:num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z</m:t>
                          </m:r>
                          <m:r>
                            <m:rPr>
                              <m:sty m:val="p"/>
                            </m:rP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 − </m:t>
                          </m:r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x</m:t>
                          </m:r>
                          <m:r>
                            <m:rPr>
                              <m:sty m:val="p"/>
                            </m:rP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 sin </m:t>
                          </m:r>
                          <m:sSub>
                            <m:e>
                              <m:r>
                                <a:rPr sz="172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φ</m:t>
                              </m:r>
                            </m:e>
                            <m:sub>
                              <m:r>
                                <a:rPr sz="172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c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cos </m:t>
                          </m:r>
                          <m:sSub>
                            <m:e>
                              <m:r>
                                <a:rPr sz="172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φ</m:t>
                              </m:r>
                            </m:e>
                            <m:sub>
                              <m:r>
                                <a:rPr sz="172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c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8" name="compensation-phase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DF7AC814-1DCB-4A9F-A55B-ED2351209F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420" y="4152900"/>
                <a:ext cx="2304210" cy="44767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4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9" name="compensation-phase-explanation">
            <a:extLst xmlns:a="http://schemas.openxmlformats.org/drawingml/2006/main">
              <a:ext uri="{FF2B5EF4-FFF2-40B4-BE49-F238E27FC236}">
                <a16:creationId xmlns:a16="http://schemas.microsoft.com/office/drawing/2014/main" id="{901AAADF-38F4-46DD-A591-A75592A7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先減去 x sin(φ_c)，移除混入的餘弦成分；再除以 cos(φ_c)，恢復正弦成分的比例。</a:t>
            </a:r>
          </a:p>
        </p:txBody>
      </p:sp>
      <p:sp>
        <p:nvSpPr>
          <p:cNvPr id="20" name="compensation-phase-sign">
            <a:extLst xmlns:a="http://schemas.openxmlformats.org/drawingml/2006/main">
              <a:ext uri="{FF2B5EF4-FFF2-40B4-BE49-F238E27FC236}">
                <a16:creationId xmlns:a16="http://schemas.microsoft.com/office/drawing/2014/main" id="{648D2C02-1DA2-4DA2-9D8A-3C283F75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76775"/>
            <a:ext cx="5619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φ_c 直接估測相對相位誤差 φ_e，單位為 rad；補償式中的減號負責執行修正。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ompensation-diagram-math-0">
                <a:extLst xmlns:a="http://schemas.openxmlformats.org/drawingml/2006/main">
                  <a:ext uri="{FF2B5EF4-FFF2-40B4-BE49-F238E27FC236}">
                    <a16:creationId xmlns:a16="http://schemas.microsoft.com/office/drawing/2014/main" id="{D8BDD10A-3F69-4601-AB1D-0B24E0C247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5095875"/>
                <a:ext cx="523875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s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1" name="compensation-diagram-math-0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D8BDD10A-3F69-4601-AB1D-0B24E0C247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71525" y="5181600"/>
                <a:ext cx="200025" cy="1524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5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ompensation-diagram-math-1">
                <a:extLst xmlns:a="http://schemas.openxmlformats.org/drawingml/2006/main">
                  <a:ext uri="{FF2B5EF4-FFF2-40B4-BE49-F238E27FC236}">
                    <a16:creationId xmlns:a16="http://schemas.microsoft.com/office/drawing/2014/main" id="{9712E3DE-5D29-40C1-A158-6190700E439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524000" y="5095875"/>
                <a:ext cx="1028700" cy="3238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8EBEE"/>
              </a:solidFill>
              <a:ln xmlns:a="http://schemas.openxmlformats.org/drawingml/2006/main" w="15240">
                <a:solidFill>
                  <a:srgbClr val="315B80"/>
                </a:solidFill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+ 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o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2" name="compensation-diagram-math-1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9712E3DE-5D29-40C1-A158-6190700E439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847850" y="5172075"/>
                <a:ext cx="381000" cy="1714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6"/>
                <ns0:stretch>
                  <ns0:fillRect/>
                </ns0:stretch>
              </ns0:blipFill>
              <a:ln xmlns:a="http://schemas.openxmlformats.org/drawingml/2006/main" w="15240">
                <a:solidFill>
                  <a:srgbClr val="315B80"/>
                </a:solidFill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ompensation-diagram-math-2">
                <a:extLst xmlns:a="http://schemas.openxmlformats.org/drawingml/2006/main">
                  <a:ext uri="{FF2B5EF4-FFF2-40B4-BE49-F238E27FC236}">
                    <a16:creationId xmlns:a16="http://schemas.microsoft.com/office/drawing/2014/main" id="{A2E0F55E-F3D8-4EF5-9347-9040C5C3617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095625" y="5095875"/>
                <a:ext cx="1028700" cy="3238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8EBEE"/>
              </a:solidFill>
              <a:ln xmlns:a="http://schemas.openxmlformats.org/drawingml/2006/main" w="15240">
                <a:solidFill>
                  <a:srgbClr val="315B80"/>
                </a:solidFill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× 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3" name="compensation-diagram-math-2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A2E0F55E-F3D8-4EF5-9347-9040C5C3617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386137" y="5172075"/>
                <a:ext cx="447675" cy="1714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7"/>
                <ns0:stretch>
                  <ns0:fillRect/>
                </ns0:stretch>
              </ns0:blipFill>
              <a:ln xmlns:a="http://schemas.openxmlformats.org/drawingml/2006/main" w="15240">
                <a:solidFill>
                  <a:srgbClr val="315B80"/>
                </a:solidFill>
              </a:ln>
            </p:spPr>
          </p:sp>
        </mc:Fallback>
      </mc:AlternateContent>
      <p:sp>
        <p:nvSpPr>
          <p:cNvPr id="24" name="compensation-node-3">
            <a:extLst xmlns:a="http://schemas.openxmlformats.org/drawingml/2006/main">
              <a:ext uri="{FF2B5EF4-FFF2-40B4-BE49-F238E27FC236}">
                <a16:creationId xmlns:a16="http://schemas.microsoft.com/office/drawing/2014/main" id="{CD33FF86-3D9A-4117-8028-48F2BA9D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9587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ompensation-diagram-math-4">
                <a:extLst xmlns:a="http://schemas.openxmlformats.org/drawingml/2006/main">
                  <a:ext uri="{FF2B5EF4-FFF2-40B4-BE49-F238E27FC236}">
                    <a16:creationId xmlns:a16="http://schemas.microsoft.com/office/drawing/2014/main" id="{0CCB3FB1-0878-4BBA-8B3F-5E4487E163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5715000"/>
                <a:ext cx="523875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s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5" name="compensation-diagram-math-4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0CCB3FB1-0878-4BBA-8B3F-5E4487E163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71525" y="5800725"/>
                <a:ext cx="200025" cy="1524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8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ompensation-diagram-math-5">
                <a:extLst xmlns:a="http://schemas.openxmlformats.org/drawingml/2006/main">
                  <a:ext uri="{FF2B5EF4-FFF2-40B4-BE49-F238E27FC236}">
                    <a16:creationId xmlns:a16="http://schemas.microsoft.com/office/drawing/2014/main" id="{B0D9AC4D-FC3E-48ED-B169-855F250EE3B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524000" y="5715000"/>
                <a:ext cx="1028700" cy="3238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8EBEE"/>
              </a:solidFill>
              <a:ln xmlns:a="http://schemas.openxmlformats.org/drawingml/2006/main" w="15240">
                <a:solidFill>
                  <a:srgbClr val="315B80"/>
                </a:solidFill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+ 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o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6" name="compensation-diagram-math-5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B0D9AC4D-FC3E-48ED-B169-855F250EE3B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847850" y="5791200"/>
                <a:ext cx="381000" cy="1714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9"/>
                <ns0:stretch>
                  <ns0:fillRect/>
                </ns0:stretch>
              </ns0:blipFill>
              <a:ln xmlns:a="http://schemas.openxmlformats.org/drawingml/2006/main" w="15240">
                <a:solidFill>
                  <a:srgbClr val="315B80"/>
                </a:solidFill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ompensation-diagram-math-6">
                <a:extLst xmlns:a="http://schemas.openxmlformats.org/drawingml/2006/main">
                  <a:ext uri="{FF2B5EF4-FFF2-40B4-BE49-F238E27FC236}">
                    <a16:creationId xmlns:a16="http://schemas.microsoft.com/office/drawing/2014/main" id="{7B2570CE-4CD5-4F87-8629-09E20B258F5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095625" y="5715000"/>
                <a:ext cx="1028700" cy="3238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8EBEE"/>
              </a:solidFill>
              <a:ln xmlns:a="http://schemas.openxmlformats.org/drawingml/2006/main" w="15240">
                <a:solidFill>
                  <a:srgbClr val="315B80"/>
                </a:solidFill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× 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7" name="compensation-diagram-math-6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7B2570CE-4CD5-4F87-8629-09E20B258F5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386137" y="5791200"/>
                <a:ext cx="447675" cy="1714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0"/>
                <ns0:stretch>
                  <ns0:fillRect/>
                </ns0:stretch>
              </ns0:blipFill>
              <a:ln xmlns:a="http://schemas.openxmlformats.org/drawingml/2006/main" w="15240">
                <a:solidFill>
                  <a:srgbClr val="315B80"/>
                </a:solidFill>
              </a:ln>
            </p:spPr>
          </p:sp>
        </mc:Fallback>
      </mc:AlternateContent>
      <p:sp>
        <p:nvSpPr>
          <p:cNvPr id="28" name="compensation-node-7">
            <a:extLst xmlns:a="http://schemas.openxmlformats.org/drawingml/2006/main">
              <a:ext uri="{FF2B5EF4-FFF2-40B4-BE49-F238E27FC236}">
                <a16:creationId xmlns:a16="http://schemas.microsoft.com/office/drawing/2014/main" id="{0D517B75-3D77-4E93-8178-FE58A3B7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150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ompensation-diagram-math-8">
                <a:extLst xmlns:a="http://schemas.openxmlformats.org/drawingml/2006/main">
                  <a:ext uri="{FF2B5EF4-FFF2-40B4-BE49-F238E27FC236}">
                    <a16:creationId xmlns:a16="http://schemas.microsoft.com/office/drawing/2014/main" id="{90C0C373-F97B-4FF8-B7CD-5B463A8A9BE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619750" y="5372100"/>
                <a:ext cx="1238250" cy="3238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8EBEE"/>
              </a:solidFill>
              <a:ln xmlns:a="http://schemas.openxmlformats.org/drawingml/2006/main" w="15240">
                <a:solidFill>
                  <a:srgbClr val="AC8325"/>
                </a:solidFill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× sin 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φ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9" name="compensation-diagram-math-8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90C0C373-F97B-4FF8-B7CD-5B463A8A9BE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867400" y="5419725"/>
                <a:ext cx="742950" cy="2286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1"/>
                <ns0:stretch>
                  <ns0:fillRect/>
                </ns0:stretch>
              </ns0:blipFill>
              <a:ln xmlns:a="http://schemas.openxmlformats.org/drawingml/2006/main" w="15240">
                <a:solidFill>
                  <a:srgbClr val="AC8325"/>
                </a:solidFill>
              </a:ln>
            </p:spPr>
          </p:sp>
        </mc:Fallback>
      </mc:AlternateContent>
      <p:sp>
        <p:nvSpPr>
          <p:cNvPr id="30" name="compensation-node-9">
            <a:extLst xmlns:a="http://schemas.openxmlformats.org/drawingml/2006/main">
              <a:ext uri="{FF2B5EF4-FFF2-40B4-BE49-F238E27FC236}">
                <a16:creationId xmlns:a16="http://schemas.microsoft.com/office/drawing/2014/main" id="{F9EA95C5-AD4A-4368-AC42-CF87A546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15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5240">
            <a:solidFill>
              <a:srgbClr val="AC8325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ompensation-diagram-math-10">
                <a:extLst xmlns:a="http://schemas.openxmlformats.org/drawingml/2006/main">
                  <a:ext uri="{FF2B5EF4-FFF2-40B4-BE49-F238E27FC236}">
                    <a16:creationId xmlns:a16="http://schemas.microsoft.com/office/drawing/2014/main" id="{2514C410-2061-47AD-9A73-F0DBD3224B8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905750" y="5715000"/>
                <a:ext cx="1171575" cy="3238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8EBEE"/>
              </a:solidFill>
              <a:ln xmlns:a="http://schemas.openxmlformats.org/drawingml/2006/main" w="15240">
                <a:solidFill>
                  <a:srgbClr val="AC8325"/>
                </a:solidFill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÷ cos 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φ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1" name="compensation-diagram-math-10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2514C410-2061-47AD-9A73-F0DBD3224B8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086725" y="5776912"/>
                <a:ext cx="809625" cy="2000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2"/>
                <ns0:stretch>
                  <ns0:fillRect/>
                </ns0:stretch>
              </ns0:blipFill>
              <a:ln xmlns:a="http://schemas.openxmlformats.org/drawingml/2006/main" w="15240">
                <a:solidFill>
                  <a:srgbClr val="AC8325"/>
                </a:solidFill>
              </a:ln>
            </p:spPr>
          </p:sp>
        </mc:Fallback>
      </mc:AlternateContent>
      <p:sp>
        <p:nvSpPr>
          <p:cNvPr id="32" name="compensation-node-11">
            <a:extLst xmlns:a="http://schemas.openxmlformats.org/drawingml/2006/main">
              <a:ext uri="{FF2B5EF4-FFF2-40B4-BE49-F238E27FC236}">
                <a16:creationId xmlns:a16="http://schemas.microsoft.com/office/drawing/2014/main" id="{0818C3E4-B60F-41FD-85AB-970AF14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7150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y</a:t>
            </a:r>
          </a:p>
        </p:txBody>
      </p:sp>
      <p:sp>
        <p:nvSpPr>
          <p:cNvPr id="33" name="compensation-node-12">
            <a:extLst xmlns:a="http://schemas.openxmlformats.org/drawingml/2006/main">
              <a:ext uri="{FF2B5EF4-FFF2-40B4-BE49-F238E27FC236}">
                <a16:creationId xmlns:a16="http://schemas.microsoft.com/office/drawing/2014/main" id="{0B98FC6B-56A5-422A-AD6D-CC0D3160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095875"/>
            <a:ext cx="14287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5240">
            <a:solidFill>
              <a:srgbClr val="315B80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輸出 x、y</a:t>
            </a:r>
          </a:p>
          <a:p xmlns:a="http://schemas.openxmlformats.org/drawingml/2006/main">
            <a: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供角度計算</a:t>
            </a:r>
          </a:p>
        </p:txBody>
      </p:sp>
      <p:sp>
        <p:nvSpPr>
          <p:cNvPr id="34" name="compensation-output-port-552">
            <a:extLst xmlns:a="http://schemas.openxmlformats.org/drawingml/2006/main">
              <a:ext uri="{FF2B5EF4-FFF2-40B4-BE49-F238E27FC236}">
                <a16:creationId xmlns:a16="http://schemas.microsoft.com/office/drawing/2014/main" id="{7CFD11B7-8A01-40E8-9DDE-4041226F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2292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0"/>
          </a:solidFill>
          <a:ln xmlns:a="http://schemas.openxmlformats.org/drawingml/2006/main" w="0">
            <a:solidFill>
              <a:srgbClr val="315B80"/>
            </a:solidFill>
          </a:ln>
        </p:spPr>
      </p:sp>
      <p:sp>
        <p:nvSpPr>
          <p:cNvPr id="35" name="compensation-output-port-617">
            <a:extLst xmlns:a="http://schemas.openxmlformats.org/drawingml/2006/main">
              <a:ext uri="{FF2B5EF4-FFF2-40B4-BE49-F238E27FC236}">
                <a16:creationId xmlns:a16="http://schemas.microsoft.com/office/drawing/2014/main" id="{F509EA42-11D8-4F50-B784-ADC3D9D7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848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0"/>
          </a:solidFill>
          <a:ln xmlns:a="http://schemas.openxmlformats.org/drawingml/2006/main" w="0">
            <a:solidFill>
              <a:srgbClr val="315B80"/>
            </a:solidFill>
          </a:ln>
        </p:spPr>
      </p:sp>
      <p:sp>
        <p:nvSpPr>
          <p:cNvPr id="49" name="compensation-sum-plus">
            <a:extLst xmlns:a="http://schemas.openxmlformats.org/drawingml/2006/main">
              <a:ext uri="{FF2B5EF4-FFF2-40B4-BE49-F238E27FC236}">
                <a16:creationId xmlns:a16="http://schemas.microsoft.com/office/drawing/2014/main" id="{EBF30F76-72F7-47B8-88F9-0DA4F773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895975"/>
            <a:ext cx="219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＋</a:t>
            </a:r>
          </a:p>
        </p:txBody>
      </p:sp>
      <p:sp>
        <p:nvSpPr>
          <p:cNvPr id="50" name="compensation-sum-minus">
            <a:extLst xmlns:a="http://schemas.openxmlformats.org/drawingml/2006/main">
              <a:ext uri="{FF2B5EF4-FFF2-40B4-BE49-F238E27FC236}">
                <a16:creationId xmlns:a16="http://schemas.microsoft.com/office/drawing/2014/main" id="{736961B6-DD78-492A-8C36-435CFF4C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486400"/>
            <a:ext cx="21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−</a:t>
            </a:r>
          </a:p>
        </p:txBody>
      </p:sp>
      <p:sp>
        <p:nvSpPr>
          <p:cNvPr id="51" name="compensation-takeaway">
            <a:extLst xmlns:a="http://schemas.openxmlformats.org/drawingml/2006/main">
              <a:ext uri="{FF2B5EF4-FFF2-40B4-BE49-F238E27FC236}">
                <a16:creationId xmlns:a16="http://schemas.microsoft.com/office/drawing/2014/main" id="{C7C3A30B-7C27-4930-9351-2EA628EB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這個補償矩陣包含交叉補償與縮放；純旋轉會保留橢圓形狀，無法取代非正交相位補償。</a:t>
            </a:r>
          </a:p>
        </p:txBody>
      </p:sp>
    </p:spTree>
    <p:extLst>
      <p:ext uri="{BB962C8B-B14F-4D97-AF65-F5344CB8AC3E}">
        <p14:creationId xmlns:p14="http://schemas.microsoft.com/office/powerpoint/2010/main" val="5410419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4C2EE8-CE34-459C-89AB-C6AE79BD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3B6F407E-F115-4706-8971-042B89BB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平方和與殘差">
            <a:extLst xmlns:a="http://schemas.openxmlformats.org/drawingml/2006/main">
              <a:ext uri="{FF2B5EF4-FFF2-40B4-BE49-F238E27FC236}">
                <a16:creationId xmlns:a16="http://schemas.microsoft.com/office/drawing/2014/main" id="{BA5F23A5-D21C-418C-8065-BB80832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平方和與殘差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31E5E8-5A23-4AC3-8A25-32542FD7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平方和作為誤差觀察量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4D1CF-6517-4FDA-BDBD-F68732F1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07156890-7EE9-4E03-80E3-C5D933BF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(2004), p. 51, 式 (4)–(5)  /  R4、D2–D3</a:t>
            </a:r>
          </a:p>
        </p:txBody>
      </p:sp>
      <p:sp>
        <p:nvSpPr>
          <p:cNvPr id="7" name="08 / 14">
            <a:extLst xmlns:a="http://schemas.openxmlformats.org/drawingml/2006/main">
              <a:ext uri="{FF2B5EF4-FFF2-40B4-BE49-F238E27FC236}">
                <a16:creationId xmlns:a16="http://schemas.microsoft.com/office/drawing/2014/main" id="{B33EEAB9-2E93-477B-A1E8-BFB626E8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08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40EDC-3863-48EA-B30E-AA5DDA418E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d6764449f43e6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observation-opening">
            <a:extLst xmlns:a="http://schemas.openxmlformats.org/drawingml/2006/main">
              <a:ext uri="{FF2B5EF4-FFF2-40B4-BE49-F238E27FC236}">
                <a16:creationId xmlns:a16="http://schemas.microsoft.com/office/drawing/2014/main" id="{A396EC83-B2C5-4F82-AF77-A722161E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GPOC 比較補償後訊號的平方和與固定目標，建立參數學習所需的殘差。</a:t>
            </a:r>
          </a:p>
        </p:txBody>
      </p:sp>
      <p:sp>
        <p:nvSpPr>
          <p:cNvPr id="10" name="observation-q-heading">
            <a:extLst xmlns:a="http://schemas.openxmlformats.org/drawingml/2006/main">
              <a:ext uri="{FF2B5EF4-FFF2-40B4-BE49-F238E27FC236}">
                <a16:creationId xmlns:a16="http://schemas.microsoft.com/office/drawing/2014/main" id="{3037245B-EAAC-4F5C-B87B-508A210D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1. 平方和代表</a:t>
            </a:r>
          </a:p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向量長度的平方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servation-q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729566EB-86D2-4FBD-B10B-B9E23039DCC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571750" y="2209800"/>
                <a:ext cx="3286125" cy="3905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sSup>
                        <m:e>
                          <m: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p>
                      </m:sSup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+ </m:t>
                      </m:r>
                      <m:sSup>
                        <m:e>
                          <m: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p>
                      </m:sSup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observation-q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729566EB-86D2-4FBD-B10B-B9E23039DCC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090862" y="2257425"/>
                <a:ext cx="2247900" cy="29527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3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2" name="observation-geometric-reason">
            <a:extLst xmlns:a="http://schemas.openxmlformats.org/drawingml/2006/main">
              <a:ext uri="{FF2B5EF4-FFF2-40B4-BE49-F238E27FC236}">
                <a16:creationId xmlns:a16="http://schemas.microsoft.com/office/drawing/2014/main" id="{733710EF-1B1D-408A-A933-5AE5EB67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257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理想正交訊號在轉動時，只有向量方向改變，</a:t>
            </a:r>
          </a:p>
          <a:p xmlns:a="http://schemas.openxmlformats.org/drawingml/2006/main">
            <a: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長度保持固定。因此，不需要真實角度作為</a:t>
            </a:r>
          </a:p>
          <a:p xmlns:a="http://schemas.openxmlformats.org/drawingml/2006/main">
            <a: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比較基準，就能檢查這項幾何條件。</a:t>
            </a:r>
          </a:p>
        </p:txBody>
      </p:sp>
      <p:sp>
        <p:nvSpPr>
          <p:cNvPr id="13" name="observation-reference-heading">
            <a:extLst xmlns:a="http://schemas.openxmlformats.org/drawingml/2006/main">
              <a:ext uri="{FF2B5EF4-FFF2-40B4-BE49-F238E27FC236}">
                <a16:creationId xmlns:a16="http://schemas.microsoft.com/office/drawing/2014/main" id="{846CD6DC-00AC-4C96-97D3-D5A3A5C4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2. 固定正規化後，</a:t>
            </a:r>
          </a:p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理想目標為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servation-reference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3DA34DF5-1841-4859-A677-FFD7C2245CB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0" y="3409950"/>
                <a:ext cx="3200400" cy="3905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ref</m:t>
                          </m:r>
                        </m:sub>
                      </m:sSub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cos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p>
                      </m:sSup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+ 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sin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p>
                      </m:sSup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observation-reference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3DA34DF5-1841-4859-A677-FFD7C2245CB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014662" y="3443287"/>
                <a:ext cx="2505075" cy="3238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4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5" name="observation-fixed-peak-normalization">
            <a:extLst xmlns:a="http://schemas.openxmlformats.org/drawingml/2006/main">
              <a:ext uri="{FF2B5EF4-FFF2-40B4-BE49-F238E27FC236}">
                <a16:creationId xmlns:a16="http://schemas.microsoft.com/office/drawing/2014/main" id="{6B8F75C9-8F8D-4D20-8192-C89080F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25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兩路理想峰值皆為 1 p.u.。</a:t>
            </a:r>
          </a:p>
        </p:txBody>
      </p:sp>
      <p:sp>
        <p:nvSpPr>
          <p:cNvPr id="16" name="observation-target-criterion">
            <a:extLst xmlns:a="http://schemas.openxmlformats.org/drawingml/2006/main">
              <a:ext uri="{FF2B5EF4-FFF2-40B4-BE49-F238E27FC236}">
                <a16:creationId xmlns:a16="http://schemas.microsoft.com/office/drawing/2014/main" id="{8C6DBBE0-F592-444D-907D-DD017FE0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25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補償尚未正確時，q 可能出現平均值偏差，</a:t>
            </a:r>
            <a:br/>
            <a:r>
              <a:t>或隨相位週期起伏。</a:t>
            </a:r>
            <a:r>
              <a:rPr b="1"/>
              <a:t>目標是整個訊號週期皆</a:t>
            </a:r>
            <a:br>
              <a:rPr b="1"/>
            </a:br>
            <a:r>
              <a:rPr b="1"/>
              <a:t>維持在 1，而不只是讓曲線變平。</a:t>
            </a:r>
          </a:p>
        </p:txBody>
      </p:sp>
      <p:sp>
        <p:nvSpPr>
          <p:cNvPr id="17" name="observation-residual-heading">
            <a:extLst xmlns:a="http://schemas.openxmlformats.org/drawingml/2006/main">
              <a:ext uri="{FF2B5EF4-FFF2-40B4-BE49-F238E27FC236}">
                <a16:creationId xmlns:a16="http://schemas.microsoft.com/office/drawing/2014/main" id="{8A5EAB47-1F33-46D4-A2EA-E5780D7C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3. 殘差定義為</a:t>
            </a:r>
          </a:p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「目標減去觀察值」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servation-residual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0ADFC49F-C107-440C-B8E9-05AE7986FA8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571750" y="4876800"/>
                <a:ext cx="3295650" cy="3905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sSub>
                        <m:e>
                          <m: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ref</m:t>
                          </m:r>
                        </m:sub>
                      </m:sSub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− 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1 − 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8" name="observation-residual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0ADFC49F-C107-440C-B8E9-05AE7986FA8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39213" y="4876800"/>
                <a:ext cx="2960724" cy="3905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5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9" name="observation-residual-meaning">
            <a:extLst xmlns:a="http://schemas.openxmlformats.org/drawingml/2006/main">
              <a:ext uri="{FF2B5EF4-FFF2-40B4-BE49-F238E27FC236}">
                <a16:creationId xmlns:a16="http://schemas.microsoft.com/office/drawing/2014/main" id="{C0D06EE3-7B6F-4B2D-8FAE-E271128F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e 表示當筆半徑平方與目標的偏差，並非角度誤差；</a:t>
            </a:r>
          </a:p>
          <a:p xmlns:a="http://schemas.openxmlformats.org/drawingml/2006/main">
            <a: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不同參數的調整方向，還需透過後續相關解調取得。</a:t>
            </a:r>
          </a:p>
        </p:txBody>
      </p:sp>
      <p:sp>
        <p:nvSpPr>
          <p:cNvPr id="20" name="observation-input-definition">
            <a:extLst xmlns:a="http://schemas.openxmlformats.org/drawingml/2006/main">
              <a:ext uri="{FF2B5EF4-FFF2-40B4-BE49-F238E27FC236}">
                <a16:creationId xmlns:a16="http://schemas.microsoft.com/office/drawing/2014/main" id="{6BB9D2A4-4E32-41A3-B65B-702B51A3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由第 7 頁補償後的兩路訊號 x、y，逐筆計算：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0DF23-0081-4609-B24C-E5ECE87C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145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B80"/>
            </a:solidFill>
            <a:prstDash val="solid"/>
          </a:ln>
        </p:spPr>
      </p:sp>
      <p:sp>
        <p:nvSpPr>
          <p:cNvPr id="22" name="observation-curve-legend">
            <a:extLst xmlns:a="http://schemas.openxmlformats.org/drawingml/2006/main">
              <a:ext uri="{FF2B5EF4-FFF2-40B4-BE49-F238E27FC236}">
                <a16:creationId xmlns:a16="http://schemas.microsoft.com/office/drawing/2014/main" id="{AFE76620-4ABC-4A4A-966D-7653AE4A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0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目前平方和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6E315B-828D-4EB5-BD88-EC861177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145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949FAA"/>
            </a:solidFill>
            <a:prstDash val="solid"/>
          </a:ln>
        </p:spPr>
      </p:sp>
      <p:sp>
        <p:nvSpPr>
          <p:cNvPr id="24" name="observation-target-legend">
            <a:extLst xmlns:a="http://schemas.openxmlformats.org/drawingml/2006/main">
              <a:ext uri="{FF2B5EF4-FFF2-40B4-BE49-F238E27FC236}">
                <a16:creationId xmlns:a16="http://schemas.microsoft.com/office/drawing/2014/main" id="{C2BF01C6-ACB6-418F-A4FA-86E07648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00275"/>
            <a:ext cx="2390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目標 q_ref=1</a:t>
            </a:r>
          </a:p>
        </p:txBody>
      </p:sp>
      <p:graphicFrame>
        <p:nvGraphicFramePr>
          <p:cNvPr id="25" name="Chart">
            <a:extLst xmlns:a="http://schemas.openxmlformats.org/drawingml/2006/main">
              <a:ext uri="{FF2B5EF4-FFF2-40B4-BE49-F238E27FC236}">
                <a16:creationId xmlns:a16="http://schemas.microsoft.com/office/drawing/2014/main" id="{ABBB0E52-5CEA-49AA-AD87-736A0D1DC167}"/>
              </a:ext>
            </a:extLst>
          </p:cNvPr>
          <p:cNvGraphicFramePr/>
          <p:nvPr/>
        </p:nvGraphicFramePr>
        <p:xfrm>
          <a:off xmlns:a="http://schemas.openxmlformats.org/drawingml/2006/main" x="6191250" y="2562225"/>
          <a:ext xmlns:a="http://schemas.openxmlformats.org/drawingml/2006/main" cx="5391150" cy="2228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9356ccc6bc4ff8"/>
          </a:graphicData>
        </a:graphic>
      </p:graphicFrame>
      <p:sp>
        <p:nvSpPr>
          <p:cNvPr id="26" name="observation-y-axis-label">
            <a:extLst xmlns:a="http://schemas.openxmlformats.org/drawingml/2006/main">
              <a:ext uri="{FF2B5EF4-FFF2-40B4-BE49-F238E27FC236}">
                <a16:creationId xmlns:a16="http://schemas.microsoft.com/office/drawing/2014/main" id="{BD208E3B-D694-482E-96CB-610A68C6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717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平方和 q（正規化）</a:t>
            </a:r>
          </a:p>
        </p:txBody>
      </p:sp>
      <p:sp>
        <p:nvSpPr>
          <p:cNvPr id="27" name="observation-x-axis-label">
            <a:extLst xmlns:a="http://schemas.openxmlformats.org/drawingml/2006/main">
              <a:ext uri="{FF2B5EF4-FFF2-40B4-BE49-F238E27FC236}">
                <a16:creationId xmlns:a16="http://schemas.microsoft.com/office/drawing/2014/main" id="{AA3D7FDA-56DA-4B35-BC46-BCA3311E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感測器訊號相位 ε（°）</a:t>
            </a:r>
          </a:p>
        </p:txBody>
      </p:sp>
      <p:sp>
        <p:nvSpPr>
          <p:cNvPr id="28" name="observation-positive-sign">
            <a:extLst xmlns:a="http://schemas.openxmlformats.org/drawingml/2006/main">
              <a:ext uri="{FF2B5EF4-FFF2-40B4-BE49-F238E27FC236}">
                <a16:creationId xmlns:a16="http://schemas.microsoft.com/office/drawing/2014/main" id="{665A0146-7D62-4AEA-AA65-76AF71A3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909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e&gt;0</a:t>
            </a:r>
          </a:p>
        </p:txBody>
      </p:sp>
      <p:sp>
        <p:nvSpPr>
          <p:cNvPr id="29" name="observation-negative-sign">
            <a:extLst xmlns:a="http://schemas.openxmlformats.org/drawingml/2006/main">
              <a:ext uri="{FF2B5EF4-FFF2-40B4-BE49-F238E27FC236}">
                <a16:creationId xmlns:a16="http://schemas.microsoft.com/office/drawing/2014/main" id="{C51090F0-6950-44C5-B9B5-02AC67DF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051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e&lt;0</a:t>
            </a:r>
          </a:p>
        </p:txBody>
      </p:sp>
      <p:sp>
        <p:nvSpPr>
          <p:cNvPr id="30" name="observation-fixed-parameter-caption">
            <a:extLst xmlns:a="http://schemas.openxmlformats.org/drawingml/2006/main">
              <a:ext uri="{FF2B5EF4-FFF2-40B4-BE49-F238E27FC236}">
                <a16:creationId xmlns:a16="http://schemas.microsoft.com/office/drawing/2014/main" id="{77FB3AD0-456B-4AAD-B911-EDAE6BE6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5391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固定參數的模型示意；</a:t>
            </a:r>
          </a:p>
          <a:p xmlns:a="http://schemas.openxmlformats.org/drawingml/2006/main">
            <a: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橫軸為訊號相位，並非學習時間。</a:t>
            </a:r>
          </a:p>
        </p:txBody>
      </p:sp>
      <p:sp>
        <p:nvSpPr>
          <p:cNvPr id="31" name="observation-positive-interpretation">
            <a:extLst xmlns:a="http://schemas.openxmlformats.org/drawingml/2006/main">
              <a:ext uri="{FF2B5EF4-FFF2-40B4-BE49-F238E27FC236}">
                <a16:creationId xmlns:a16="http://schemas.microsoft.com/office/drawing/2014/main" id="{69FE989B-EBD7-405C-9E95-EE681339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673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q&lt;1 → e&gt;0：當筆向量長度小於目標。</a:t>
            </a:r>
          </a:p>
        </p:txBody>
      </p:sp>
      <p:sp>
        <p:nvSpPr>
          <p:cNvPr id="32" name="observation-negative-interpretation">
            <a:extLst xmlns:a="http://schemas.openxmlformats.org/drawingml/2006/main">
              <a:ext uri="{FF2B5EF4-FFF2-40B4-BE49-F238E27FC236}">
                <a16:creationId xmlns:a16="http://schemas.microsoft.com/office/drawing/2014/main" id="{7469F3E0-F133-47CD-927A-28A90B24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1500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q&gt;1 → e&lt;0：當筆向量長度大於目標。</a:t>
            </a:r>
          </a:p>
        </p:txBody>
      </p:sp>
      <p:sp>
        <p:nvSpPr>
          <p:cNvPr id="33" name="observation-amplitude-information-note">
            <a:extLst xmlns:a="http://schemas.openxmlformats.org/drawingml/2006/main">
              <a:ext uri="{FF2B5EF4-FFF2-40B4-BE49-F238E27FC236}">
                <a16:creationId xmlns:a16="http://schemas.microsoft.com/office/drawing/2014/main" id="{C1864CD6-F2BC-4715-A3B9-1A8E8D1E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保留幅值資訊：使用固定峰值正規化。若每筆都除以自身向量長度，平方和會被強制成 1，辨識線索也會消失。</a:t>
            </a:r>
          </a:p>
        </p:txBody>
      </p:sp>
      <p:sp>
        <p:nvSpPr>
          <p:cNvPr id="34" name="observation-angle-limit-note">
            <a:extLst xmlns:a="http://schemas.openxmlformats.org/drawingml/2006/main">
              <a:ext uri="{FF2B5EF4-FFF2-40B4-BE49-F238E27FC236}">
                <a16:creationId xmlns:a16="http://schemas.microsoft.com/office/drawing/2014/main" id="{895362C9-CB08-4373-BD25-F704F57B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觀察量的界線：平方和符合目標，仍不足以證明全部角度誤差都已消失。</a:t>
            </a:r>
          </a:p>
        </p:txBody>
      </p:sp>
    </p:spTree>
    <p:extLst>
      <p:ext uri="{BB962C8B-B14F-4D97-AF65-F5344CB8AC3E}">
        <p14:creationId xmlns:p14="http://schemas.microsoft.com/office/powerpoint/2010/main" val="17482273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F0DD39-93A3-4F4C-9961-3006558F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9C9F78FD-236E-4078-A9A6-2B3A5E2E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一倍頻與兩倍頻">
            <a:extLst xmlns:a="http://schemas.openxmlformats.org/drawingml/2006/main">
              <a:ext uri="{FF2B5EF4-FFF2-40B4-BE49-F238E27FC236}">
                <a16:creationId xmlns:a16="http://schemas.microsoft.com/office/drawing/2014/main" id="{0C0F9AEC-3851-422B-B691-4E2D9C28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一倍頻與兩倍頻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DCE36D-149F-4F89-9B31-54EF6CBB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平方和中的一倍頻與兩倍頻圖樣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ED464-87E9-4737-BCA5-B5EF7C12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1A3898B7-5985-460D-8828-0A34A082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(2004), p.51／R4、D2–D3；單位補償、單一誤差的一階模型</a:t>
            </a:r>
          </a:p>
        </p:txBody>
      </p:sp>
      <p:sp>
        <p:nvSpPr>
          <p:cNvPr id="7" name="09 / 14">
            <a:extLst xmlns:a="http://schemas.openxmlformats.org/drawingml/2006/main">
              <a:ext uri="{FF2B5EF4-FFF2-40B4-BE49-F238E27FC236}">
                <a16:creationId xmlns:a16="http://schemas.microsoft.com/office/drawing/2014/main" id="{4F57898C-FC30-4192-ACD7-5C21C75D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09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C15CC-9B32-46BE-91E9-BE31C101D3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79b565fea4e0f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pattern-opening">
            <a:extLst xmlns:a="http://schemas.openxmlformats.org/drawingml/2006/main">
              <a:ext uri="{FF2B5EF4-FFF2-40B4-BE49-F238E27FC236}">
                <a16:creationId xmlns:a16="http://schemas.microsoft.com/office/drawing/2014/main" id="{B2EE42A3-4126-4FA8-9401-DBB91BA8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偏移主要形成一倍頻；振幅不匹配與非正交相位主要形成兩倍頻，但對應不同的正弦／餘弦圖樣。</a:t>
            </a:r>
          </a:p>
        </p:txBody>
      </p:sp>
      <p:sp>
        <p:nvSpPr>
          <p:cNvPr id="10" name="pattern-comparison-condition">
            <a:extLst xmlns:a="http://schemas.openxmlformats.org/drawingml/2006/main">
              <a:ext uri="{FF2B5EF4-FFF2-40B4-BE49-F238E27FC236}">
                <a16:creationId xmlns:a16="http://schemas.microsoft.com/office/drawing/2014/main" id="{6AFFA186-FD68-4E46-8DC7-3A599D9E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448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以下先看小誤差、且高次諧波可忽略的情況。為比較週期形狀，圖中先扣除平方和的平均值：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pattern-demean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21933826-7686-4AFA-8872-34F218C658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305800" y="1943100"/>
                <a:ext cx="3276600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Δ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(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 = 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(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 − </m:t>
                      </m:r>
                      <m:bar>
                        <m:barPr>
                          <m:pos m:val="top"/>
                        </m:barPr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</m:bar>
                    </m:oMath>
                  </m:oMathPara>
                </a14:m>
              </a:p>
            </p:txBody>
          </p:sp>
        </mc:Choice>
        <mc:Fallback>
          <p:sp>
            <p:nvSpPr>
              <p:cNvPr id="11" name="pattern-demean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21933826-7686-4AFA-8872-34F218C658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910637" y="1966912"/>
                <a:ext cx="2066925" cy="2857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6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2" name="pattern-phase-average-definition">
            <a:extLst xmlns:a="http://schemas.openxmlformats.org/drawingml/2006/main">
              <a:ext uri="{FF2B5EF4-FFF2-40B4-BE49-F238E27FC236}">
                <a16:creationId xmlns:a16="http://schemas.microsoft.com/office/drawing/2014/main" id="{C9729F25-F8D7-4FDC-82B9-4892AB2A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ε 為感測器訊號相位；q̄ 為一個完整訊號週期的相位平均值。</a:t>
            </a:r>
          </a:p>
        </p:txBody>
      </p:sp>
      <p:sp>
        <p:nvSpPr>
          <p:cNvPr id="13" name="pattern-row-1-heading">
            <a:extLst xmlns:a="http://schemas.openxmlformats.org/drawingml/2006/main">
              <a:ext uri="{FF2B5EF4-FFF2-40B4-BE49-F238E27FC236}">
                <a16:creationId xmlns:a16="http://schemas.microsoft.com/office/drawing/2014/main" id="{91F3A84D-80A1-44C0-A696-2E9938D3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偏移 → 一倍頻圖樣</a:t>
            </a:r>
          </a:p>
        </p:txBody>
      </p:sp>
      <p:sp>
        <p:nvSpPr>
          <p:cNvPr id="14" name="pattern-row-1-causality">
            <a:extLst xmlns:a="http://schemas.openxmlformats.org/drawingml/2006/main">
              <a:ext uri="{FF2B5EF4-FFF2-40B4-BE49-F238E27FC236}">
                <a16:creationId xmlns:a16="http://schemas.microsoft.com/office/drawing/2014/main" id="{A16EA5FE-EE31-497A-A663-3AC26231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偏移讓軌跡中心偏離原點。向量轉動一個訊號週期時，</a:t>
            </a:r>
          </a:p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距離原點出現一次較大、一次較小，因此形成一倍頻起伏。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pattern-offset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99A67083-F190-497B-8F2D-A7DDFB5FD88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3248025"/>
                <a:ext cx="5410200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Δ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offset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≈ 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2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d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cos 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+ 2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d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sin 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5" name="pattern-offset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99A67083-F190-497B-8F2D-A7DDFB5FD88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866900" y="3271837"/>
                <a:ext cx="2895600" cy="25717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7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6" name="pattern-row-2-heading">
            <a:extLst xmlns:a="http://schemas.openxmlformats.org/drawingml/2006/main">
              <a:ext uri="{FF2B5EF4-FFF2-40B4-BE49-F238E27FC236}">
                <a16:creationId xmlns:a16="http://schemas.microsoft.com/office/drawing/2014/main" id="{B7A2AF7D-6DC7-4864-A536-B817FA7C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振幅不匹配 → 兩倍頻餘弦圖樣</a:t>
            </a:r>
          </a:p>
        </p:txBody>
      </p:sp>
      <p:sp>
        <p:nvSpPr>
          <p:cNvPr id="17" name="pattern-row-2-causality">
            <a:extLst xmlns:a="http://schemas.openxmlformats.org/drawingml/2006/main">
              <a:ext uri="{FF2B5EF4-FFF2-40B4-BE49-F238E27FC236}">
                <a16:creationId xmlns:a16="http://schemas.microsoft.com/office/drawing/2014/main" id="{7B13BF02-4866-4A01-A4AB-D61EBE25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以兩路峰值分別為 1+g、1−g 為例，向量轉過半個訊號週期後，</a:t>
            </a:r>
          </a:p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平方和的變化便重複，因此形成兩倍頻起伏。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pattern-amplitude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CE338880-E62D-409D-83A1-C7CF04A0C11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4314825"/>
                <a:ext cx="3143250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Δ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amplitude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≈ 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2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g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cos(2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8" name="pattern-amplitude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CE338880-E62D-409D-83A1-C7CF04A0C11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205139" y="4314825"/>
                <a:ext cx="1952171" cy="3048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8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9" name="pattern-row-3-heading">
            <a:extLst xmlns:a="http://schemas.openxmlformats.org/drawingml/2006/main">
              <a:ext uri="{FF2B5EF4-FFF2-40B4-BE49-F238E27FC236}">
                <a16:creationId xmlns:a16="http://schemas.microsoft.com/office/drawing/2014/main" id="{D0213F13-2208-42E1-BC8D-BECCC519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非正交相位 → 兩倍頻正弦圖樣</a:t>
            </a:r>
          </a:p>
        </p:txBody>
      </p:sp>
      <p:sp>
        <p:nvSpPr>
          <p:cNvPr id="20" name="pattern-row-3-causality">
            <a:extLst xmlns:a="http://schemas.openxmlformats.org/drawingml/2006/main">
              <a:ext uri="{FF2B5EF4-FFF2-40B4-BE49-F238E27FC236}">
                <a16:creationId xmlns:a16="http://schemas.microsoft.com/office/drawing/2014/main" id="{5F5F651B-C614-4BAE-867C-14C344FD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沿用第 5 頁的相位定義，b 路的相位誤差使它混入 a 路成分。</a:t>
            </a:r>
          </a:p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平方和的一階交叉項與 sin ε cos ε 成正比，因此形成兩倍頻正弦圖樣。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pattern-phase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2C2C2E1A-EB1F-4FD2-860E-23B46971659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5514975"/>
                <a:ext cx="3143250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Δ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phase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≈ 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φ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e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sin(2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1" name="pattern-phase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2C2C2E1A-EB1F-4FD2-860E-23B46971659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346653" y="5514975"/>
                <a:ext cx="1669143" cy="3048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9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22" name="pattern-gain-definition">
            <a:extLst xmlns:a="http://schemas.openxmlformats.org/drawingml/2006/main">
              <a:ext uri="{FF2B5EF4-FFF2-40B4-BE49-F238E27FC236}">
                <a16:creationId xmlns:a16="http://schemas.microsoft.com/office/drawing/2014/main" id="{0F36A7D1-D14F-4F74-95AA-9E2A174F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8625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g 表示此示例中兩路峰值</a:t>
            </a:r>
          </a:p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的對稱偏差。</a:t>
            </a:r>
          </a:p>
        </p:txBody>
      </p:sp>
      <p:sp>
        <p:nvSpPr>
          <p:cNvPr id="23" name="pattern-y-axis-label">
            <a:extLst xmlns:a="http://schemas.openxmlformats.org/drawingml/2006/main">
              <a:ext uri="{FF2B5EF4-FFF2-40B4-BE49-F238E27FC236}">
                <a16:creationId xmlns:a16="http://schemas.microsoft.com/office/drawing/2014/main" id="{D9991831-4B35-4457-B0BA-AFD1F9BA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501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平方和偏差 Δq（正規化）</a:t>
            </a:r>
          </a:p>
        </p:txBody>
      </p:sp>
      <p:graphicFrame>
        <p:nvGraphicFramePr>
          <p:cNvPr id="24" name="Chart">
            <a:extLst xmlns:a="http://schemas.openxmlformats.org/drawingml/2006/main">
              <a:ext uri="{FF2B5EF4-FFF2-40B4-BE49-F238E27FC236}">
                <a16:creationId xmlns:a16="http://schemas.microsoft.com/office/drawing/2014/main" id="{BF319F7F-2EA6-47C9-8E2F-D232B9B5EBA2}"/>
              </a:ext>
            </a:extLst>
          </p:cNvPr>
          <p:cNvGraphicFramePr/>
          <p:nvPr/>
        </p:nvGraphicFramePr>
        <p:xfrm>
          <a:off xmlns:a="http://schemas.openxmlformats.org/drawingml/2006/main" x="6477000" y="2724150"/>
          <a:ext xmlns:a="http://schemas.openxmlformats.org/drawingml/2006/main" cx="5105400" cy="72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df1cc7066d4fd4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9A6E9C-C810-4B46-A965-31DE8292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03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315B80"/>
            </a:solidFill>
            <a:prstDash val="solid"/>
          </a:ln>
        </p:spPr>
      </p:sp>
      <p:sp>
        <p:nvSpPr>
          <p:cNvPr id="26" name="pattern-legend-0-680">
            <a:extLst xmlns:a="http://schemas.openxmlformats.org/drawingml/2006/main">
              <a:ext uri="{FF2B5EF4-FFF2-40B4-BE49-F238E27FC236}">
                <a16:creationId xmlns:a16="http://schemas.microsoft.com/office/drawing/2014/main" id="{61DA3984-1C02-475B-8D23-F95D16F3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8602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a 路偏移：餘弦 1×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79EF2-0DFC-4DED-9420-4E75354F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003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A55D35"/>
            </a:solidFill>
            <a:prstDash val="solid"/>
          </a:ln>
        </p:spPr>
      </p:sp>
      <p:sp>
        <p:nvSpPr>
          <p:cNvPr id="28" name="pattern-legend-0-957">
            <a:extLst xmlns:a="http://schemas.openxmlformats.org/drawingml/2006/main">
              <a:ext uri="{FF2B5EF4-FFF2-40B4-BE49-F238E27FC236}">
                <a16:creationId xmlns:a16="http://schemas.microsoft.com/office/drawing/2014/main" id="{2B7C9F34-3F0D-459E-AF09-027367A7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8602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 路偏移：正弦 1×</a:t>
            </a:r>
          </a:p>
        </p:txBody>
      </p:sp>
      <p:graphicFrame>
        <p:nvGraphicFramePr>
          <p:cNvPr id="29" name="Chart">
            <a:extLst xmlns:a="http://schemas.openxmlformats.org/drawingml/2006/main">
              <a:ext uri="{FF2B5EF4-FFF2-40B4-BE49-F238E27FC236}">
                <a16:creationId xmlns:a16="http://schemas.microsoft.com/office/drawing/2014/main" id="{188661B5-DA44-4312-AEDA-668E4BCD55CD}"/>
              </a:ext>
            </a:extLst>
          </p:cNvPr>
          <p:cNvGraphicFramePr/>
          <p:nvPr/>
        </p:nvGraphicFramePr>
        <p:xfrm>
          <a:off xmlns:a="http://schemas.openxmlformats.org/drawingml/2006/main" x="6477000" y="3790950"/>
          <a:ext xmlns:a="http://schemas.openxmlformats.org/drawingml/2006/main" cx="5105400" cy="72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51b1755cb64547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597715-38B4-4CD7-8F5C-0014A52D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5776C"/>
            </a:solidFill>
            <a:prstDash val="solid"/>
          </a:ln>
        </p:spPr>
      </p:sp>
      <p:sp>
        <p:nvSpPr>
          <p:cNvPr id="31" name="pattern-legend-1-680">
            <a:extLst xmlns:a="http://schemas.openxmlformats.org/drawingml/2006/main">
              <a:ext uri="{FF2B5EF4-FFF2-40B4-BE49-F238E27FC236}">
                <a16:creationId xmlns:a16="http://schemas.microsoft.com/office/drawing/2014/main" id="{8BFDCA3F-8E09-46B8-88A7-F3410A97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528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振幅不匹配：餘弦 2×</a:t>
            </a:r>
          </a:p>
        </p:txBody>
      </p:sp>
      <p:graphicFrame>
        <p:nvGraphicFramePr>
          <p:cNvPr id="32" name="Chart">
            <a:extLst xmlns:a="http://schemas.openxmlformats.org/drawingml/2006/main">
              <a:ext uri="{FF2B5EF4-FFF2-40B4-BE49-F238E27FC236}">
                <a16:creationId xmlns:a16="http://schemas.microsoft.com/office/drawing/2014/main" id="{09CC0CF7-1C5D-4DC0-8DBF-50D7D8D14886}"/>
              </a:ext>
            </a:extLst>
          </p:cNvPr>
          <p:cNvGraphicFramePr/>
          <p:nvPr/>
        </p:nvGraphicFramePr>
        <p:xfrm>
          <a:off xmlns:a="http://schemas.openxmlformats.org/drawingml/2006/main" x="6477000" y="4962525"/>
          <a:ext xmlns:a="http://schemas.openxmlformats.org/drawingml/2006/main" cx="5105400" cy="72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27656087604146"/>
          </a:graphicData>
        </a:graphic>
      </p:graphicFrame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C4001F-FA31-4523-B70B-9A350FEB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A55D35"/>
            </a:solidFill>
            <a:prstDash val="solid"/>
          </a:ln>
        </p:spPr>
      </p:sp>
      <p:sp>
        <p:nvSpPr>
          <p:cNvPr id="34" name="pattern-legend-2-680">
            <a:extLst xmlns:a="http://schemas.openxmlformats.org/drawingml/2006/main">
              <a:ext uri="{FF2B5EF4-FFF2-40B4-BE49-F238E27FC236}">
                <a16:creationId xmlns:a16="http://schemas.microsoft.com/office/drawing/2014/main" id="{E5C8E2B3-1977-4767-A2D6-FF2D0864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24400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非正交相位：正弦 2×</a:t>
            </a:r>
          </a:p>
        </p:txBody>
      </p:sp>
      <p:sp>
        <p:nvSpPr>
          <p:cNvPr id="35" name="pattern-harmonic-separation">
            <a:extLst xmlns:a="http://schemas.openxmlformats.org/drawingml/2006/main">
              <a:ext uri="{FF2B5EF4-FFF2-40B4-BE49-F238E27FC236}">
                <a16:creationId xmlns:a16="http://schemas.microsoft.com/office/drawing/2014/main" id="{AC12DEE6-2295-4463-A100-7A8FEA80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510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同為兩倍頻，正弦／餘弦圖樣提供分離線索。</a:t>
            </a:r>
          </a:p>
        </p:txBody>
      </p:sp>
      <p:sp>
        <p:nvSpPr>
          <p:cNvPr id="36" name="pattern-phase-assumption">
            <a:extLst xmlns:a="http://schemas.openxmlformats.org/drawingml/2006/main">
              <a:ext uri="{FF2B5EF4-FFF2-40B4-BE49-F238E27FC236}">
                <a16:creationId xmlns:a16="http://schemas.microsoft.com/office/drawing/2014/main" id="{3492C51E-EA08-42A1-B86F-CAEB8C21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91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φ_e：rad，小角度一階近似。</a:t>
            </a:r>
          </a:p>
        </p:txBody>
      </p:sp>
      <p:sp>
        <p:nvSpPr>
          <p:cNvPr id="37" name="pattern-x-axis-label">
            <a:extLst xmlns:a="http://schemas.openxmlformats.org/drawingml/2006/main">
              <a:ext uri="{FF2B5EF4-FFF2-40B4-BE49-F238E27FC236}">
                <a16:creationId xmlns:a16="http://schemas.microsoft.com/office/drawing/2014/main" id="{6C2B45E3-185F-4CA1-A83A-7F168B79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95950"/>
            <a:ext cx="510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感測器訊號相位 ε（°）</a:t>
            </a:r>
          </a:p>
        </p:txBody>
      </p:sp>
      <p:sp>
        <p:nvSpPr>
          <p:cNvPr id="38" name="pattern-limit-1">
            <a:extLst xmlns:a="http://schemas.openxmlformats.org/drawingml/2006/main">
              <a:ext uri="{FF2B5EF4-FFF2-40B4-BE49-F238E27FC236}">
                <a16:creationId xmlns:a16="http://schemas.microsoft.com/office/drawing/2014/main" id="{73F0399F-61F2-46BA-BA18-AAAB9EE9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頻率基準：1×、2× 以感測器訊號週期定義，不能直接視為機械每轉一圈。</a:t>
            </a:r>
          </a:p>
        </p:txBody>
      </p:sp>
      <p:sp>
        <p:nvSpPr>
          <p:cNvPr id="39" name="pattern-limit-2">
            <a:extLst xmlns:a="http://schemas.openxmlformats.org/drawingml/2006/main">
              <a:ext uri="{FF2B5EF4-FFF2-40B4-BE49-F238E27FC236}">
                <a16:creationId xmlns:a16="http://schemas.microsoft.com/office/drawing/2014/main" id="{5129FFE6-53FD-4276-AF68-C0FD421E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972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適用條件：高次諧波也可能落入相同頻帶，僅憑一倍頻或兩倍頻，無法唯一判定誤差來源。</a:t>
            </a:r>
          </a:p>
        </p:txBody>
      </p:sp>
      <p:sp>
        <p:nvSpPr>
          <p:cNvPr id="40" name="pattern-limit-3">
            <a:extLst xmlns:a="http://schemas.openxmlformats.org/drawingml/2006/main">
              <a:ext uri="{FF2B5EF4-FFF2-40B4-BE49-F238E27FC236}">
                <a16:creationId xmlns:a16="http://schemas.microsoft.com/office/drawing/2014/main" id="{7AA229C9-ABE2-4475-ADC1-7E7F9F52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接回殘差：本圖畫 q−q̄；改用第 8 頁的 e=1−q 時，週期成分會反號。實際學習仍保留平均值資訊。</a:t>
            </a:r>
          </a:p>
        </p:txBody>
      </p:sp>
    </p:spTree>
    <p:extLst>
      <p:ext uri="{BB962C8B-B14F-4D97-AF65-F5344CB8AC3E}">
        <p14:creationId xmlns:p14="http://schemas.microsoft.com/office/powerpoint/2010/main" val="7922935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86A533-01B7-46B8-A924-4A5976AD8E27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0010775" y="55435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C8325"/>
            </a:solidFill>
            <a:tailEnd type="triangle" w="med" len="me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DEBB74-110F-4AD8-8C73-2E33F9DB2750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439150" y="55435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C8325"/>
            </a:solidFill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FE1BAB-35CC-4144-8B88-3EAB692E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6E2DAC97-9684-4D29-938C-2518CBF6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相關解調與調整方向">
            <a:extLst xmlns:a="http://schemas.openxmlformats.org/drawingml/2006/main">
              <a:ext uri="{FF2B5EF4-FFF2-40B4-BE49-F238E27FC236}">
                <a16:creationId xmlns:a16="http://schemas.microsoft.com/office/drawing/2014/main" id="{72C180FA-7CB3-4699-95A1-F96DB332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相關解調與調整方向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61D9B3-ADFB-4CD9-96FF-C2C749FE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相關運算如何取得參數調整方向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2AD52-A3DD-4E83-A10B-D4C3C01E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D4964F69-2D0A-47B5-AFD7-9C52BFEF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(2004), p.51／R5、D3；角度相關教學例</a:t>
            </a:r>
          </a:p>
        </p:txBody>
      </p:sp>
      <p:sp>
        <p:nvSpPr>
          <p:cNvPr id="7" name="10 / 14">
            <a:extLst xmlns:a="http://schemas.openxmlformats.org/drawingml/2006/main">
              <a:ext uri="{FF2B5EF4-FFF2-40B4-BE49-F238E27FC236}">
                <a16:creationId xmlns:a16="http://schemas.microsoft.com/office/drawing/2014/main" id="{E6DC681E-2E2D-41B9-B59D-3E9783B2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10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5E4D8-6836-454A-8403-07B64B7BD3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3c1b637644b12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correlation-opening">
            <a:extLst xmlns:a="http://schemas.openxmlformats.org/drawingml/2006/main">
              <a:ext uri="{FF2B5EF4-FFF2-40B4-BE49-F238E27FC236}">
                <a16:creationId xmlns:a16="http://schemas.microsoft.com/office/drawing/2014/main" id="{2C825BD7-4C52-4EC2-9940-79F2C53D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將殘差乘上對應的角度圖樣，使該成分產生直流平均值；</a:t>
            </a:r>
          </a:p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平均值的正負，再配合補償參數的作用方向，決定如何修正。</a:t>
            </a:r>
          </a:p>
        </p:txBody>
      </p:sp>
      <p:sp>
        <p:nvSpPr>
          <p:cNvPr id="10" name="correlation-multiplication-heading">
            <a:extLst xmlns:a="http://schemas.openxmlformats.org/drawingml/2006/main">
              <a:ext uri="{FF2B5EF4-FFF2-40B4-BE49-F238E27FC236}">
                <a16:creationId xmlns:a16="http://schemas.microsoft.com/office/drawing/2014/main" id="{D835DF9E-5210-4275-982B-E093F841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28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① 相乘：讓指定圖樣產生直流分量</a:t>
            </a:r>
          </a:p>
        </p:txBody>
      </p:sp>
      <p:sp>
        <p:nvSpPr>
          <p:cNvPr id="11" name="correlation-residual-introduction">
            <a:extLst xmlns:a="http://schemas.openxmlformats.org/drawingml/2006/main">
              <a:ext uri="{FF2B5EF4-FFF2-40B4-BE49-F238E27FC236}">
                <a16:creationId xmlns:a16="http://schemas.microsoft.com/office/drawing/2014/main" id="{774EE978-08A6-43A5-8760-A80F4C86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以同時包含兩倍頻餘弦與正弦的教學殘差為例：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rrelation-residual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BDE4E84E-E245-449B-8CB3-A331AB29CC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2781300"/>
                <a:ext cx="6286500" cy="3143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(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−0.12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cos(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2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− 0.10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sin(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2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correlation-residual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BDE4E84E-E245-449B-8CB3-A331AB29CC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652587" y="2824162"/>
                <a:ext cx="4200525" cy="2286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0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3" name="correlation-reference-pattern">
            <a:extLst xmlns:a="http://schemas.openxmlformats.org/drawingml/2006/main">
              <a:ext uri="{FF2B5EF4-FFF2-40B4-BE49-F238E27FC236}">
                <a16:creationId xmlns:a16="http://schemas.microsoft.com/office/drawing/2014/main" id="{21D5BF71-9C9F-453B-B9E2-10509BF5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若要觀察其中的餘弦成分，就將整條殘差乘上 cos(2ε)：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rrelation-product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EE647C7F-6661-4CF6-9195-081B2E9EB58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3381375"/>
                <a:ext cx="6286500" cy="3143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  <m: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(</m:t>
                      </m:r>
                      <m: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cos(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2</m:t>
                      </m:r>
                      <m: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−0.06 − 0.06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cos(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4</m:t>
                      </m:r>
                      <m: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− 0.05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sin(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4</m:t>
                      </m:r>
                      <m: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correlation-product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EE647C7F-6661-4CF6-9195-081B2E9EB58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8212" y="3433762"/>
                <a:ext cx="5629275" cy="2095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1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5" name="correlation-dc-mechanism">
            <a:extLst xmlns:a="http://schemas.openxmlformats.org/drawingml/2006/main">
              <a:ext uri="{FF2B5EF4-FFF2-40B4-BE49-F238E27FC236}">
                <a16:creationId xmlns:a16="http://schemas.microsoft.com/office/drawing/2014/main" id="{ECE55578-BAB3-4967-B430-3F6F7326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原本的兩倍頻餘弦，乘完後產生固定值 −0.06；</a:t>
            </a:r>
          </a:p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正弦成分則只形成四倍頻交流項。</a:t>
            </a:r>
          </a:p>
        </p:txBody>
      </p:sp>
      <p:sp>
        <p:nvSpPr>
          <p:cNvPr id="16" name="correlation-average-heading">
            <a:extLst xmlns:a="http://schemas.openxmlformats.org/drawingml/2006/main">
              <a:ext uri="{FF2B5EF4-FFF2-40B4-BE49-F238E27FC236}">
                <a16:creationId xmlns:a16="http://schemas.microsoft.com/office/drawing/2014/main" id="{1505E0EA-48B9-46A3-B02E-0EE652C9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628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② 平均：交流項抵消，留下帶正負號的相關值</a:t>
            </a:r>
          </a:p>
        </p:txBody>
      </p:sp>
      <p:sp>
        <p:nvSpPr>
          <p:cNvPr id="17" name="correlation-angle-average-condition">
            <a:extLst xmlns:a="http://schemas.openxmlformats.org/drawingml/2006/main">
              <a:ext uri="{FF2B5EF4-FFF2-40B4-BE49-F238E27FC236}">
                <a16:creationId xmlns:a16="http://schemas.microsoft.com/office/drawing/2014/main" id="{A19AD2E7-F182-4A25-8478-CC7D7F87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完整訊號週期、均勻角度加權下，四倍頻的正負面積互相抵消：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rrelation-average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BE159373-285A-4283-9E48-037D781E105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4676775"/>
                <a:ext cx="3905250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d>
                            <m:dPr>
                              <m:begChr m:val="〈"/>
                              <m:endChr m:val="〉"/>
                              <m:grow m:val="1"/>
                            </m:dPr>
                            <m:e>
                              <m: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e</m:t>
                              </m:r>
                              <m: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(</m:t>
                              </m:r>
                              <m: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ε</m:t>
                              </m:r>
                              <m: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)</m:t>
                              </m:r>
                              <m:r>
                                <m:rPr>
                                  <m:sty m:val="p"/>
                                </m:rP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 cos(</m:t>
                              </m:r>
                              <m:r>
                                <m:rPr>
                                  <m:sty m:val="p"/>
                                </m:rP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  <m: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ε</m:t>
                              </m:r>
                              <m:r>
                                <m:rPr>
                                  <m:sty m:val="p"/>
                                </m:rP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)</m:t>
                              </m:r>
                            </m:e>
                          </m:d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ε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−0.06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8" name="correlation-average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BE159373-285A-4283-9E48-037D781E105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66507" y="4676775"/>
                <a:ext cx="3191435" cy="3048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2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9" name="correlation-negative-component">
            <a:extLst xmlns:a="http://schemas.openxmlformats.org/drawingml/2006/main">
              <a:ext uri="{FF2B5EF4-FFF2-40B4-BE49-F238E27FC236}">
                <a16:creationId xmlns:a16="http://schemas.microsoft.com/office/drawing/2014/main" id="{7DA7D9D7-87AA-40A2-9910-D27871C5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767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殘差中存在負的</a:t>
            </a:r>
          </a:p>
          <a:p xmlns:a="http://schemas.openxmlformats.org/drawingml/2006/main">
            <a: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兩倍頻餘弦成分。</a:t>
            </a:r>
          </a:p>
        </p:txBody>
      </p:sp>
      <p:sp>
        <p:nvSpPr>
          <p:cNvPr id="20" name="correlation-symbols">
            <a:extLst xmlns:a="http://schemas.openxmlformats.org/drawingml/2006/main">
              <a:ext uri="{FF2B5EF4-FFF2-40B4-BE49-F238E27FC236}">
                <a16:creationId xmlns:a16="http://schemas.microsoft.com/office/drawing/2014/main" id="{6AC17CA5-CADA-484F-BB8E-AE3C28B4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28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ε 是感測器訊號相位；〈·〉ε 代表完整訊號週期的角度平均。</a:t>
            </a:r>
          </a:p>
        </p:txBody>
      </p:sp>
      <p:sp>
        <p:nvSpPr>
          <p:cNvPr id="21" name="correlation-adjustment-heading">
            <a:extLst xmlns:a="http://schemas.openxmlformats.org/drawingml/2006/main">
              <a:ext uri="{FF2B5EF4-FFF2-40B4-BE49-F238E27FC236}">
                <a16:creationId xmlns:a16="http://schemas.microsoft.com/office/drawing/2014/main" id="{BE228ACE-488B-42F3-8B0F-EE69D7EF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628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③ 調整：依補償定義，決定參數增減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orrelation-gains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C85DB72A-8661-4C3B-9EDD-14A6E1A3E64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5486400"/>
                <a:ext cx="6286500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g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+ 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g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d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,    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g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− 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g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d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2" name="correlation-gains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C85DB72A-8661-4C3B-9EDD-14A6E1A3E64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266950" y="5524500"/>
                <a:ext cx="2971800" cy="2286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3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23" name="correlation-x-axis-label">
            <a:extLst xmlns:a="http://schemas.openxmlformats.org/drawingml/2006/main">
              <a:ext uri="{FF2B5EF4-FFF2-40B4-BE49-F238E27FC236}">
                <a16:creationId xmlns:a16="http://schemas.microsoft.com/office/drawing/2014/main" id="{AF1B6A46-12AC-422A-A0C6-1A9B1449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443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共用橫軸：感測器訊號相位 ε（°）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4684AE-7EB3-486F-B3DA-90B82748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315B80"/>
            </a:solidFill>
            <a:prstDash val="solid"/>
          </a:ln>
        </p:spPr>
      </p:sp>
      <p:sp>
        <p:nvSpPr>
          <p:cNvPr id="25" name="correlation-residual-legend">
            <a:extLst xmlns:a="http://schemas.openxmlformats.org/drawingml/2006/main">
              <a:ext uri="{FF2B5EF4-FFF2-40B4-BE49-F238E27FC236}">
                <a16:creationId xmlns:a16="http://schemas.microsoft.com/office/drawing/2014/main" id="{44F6941D-725B-4468-9FD8-BE800B20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193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原始殘差 e</a:t>
            </a:r>
          </a:p>
        </p:txBody>
      </p:sp>
      <p:sp>
        <p:nvSpPr>
          <p:cNvPr id="26" name="correlation-y-axis-label">
            <a:extLst xmlns:a="http://schemas.openxmlformats.org/drawingml/2006/main">
              <a:ext uri="{FF2B5EF4-FFF2-40B4-BE49-F238E27FC236}">
                <a16:creationId xmlns:a16="http://schemas.microsoft.com/office/drawing/2014/main" id="{DD963623-42E4-4E5C-ACD1-BA643209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正規化數值</a:t>
            </a:r>
          </a:p>
        </p:txBody>
      </p:sp>
      <p:graphicFrame>
        <p:nvGraphicFramePr>
          <p:cNvPr id="27" name="Chart">
            <a:extLst xmlns:a="http://schemas.openxmlformats.org/drawingml/2006/main">
              <a:ext uri="{FF2B5EF4-FFF2-40B4-BE49-F238E27FC236}">
                <a16:creationId xmlns:a16="http://schemas.microsoft.com/office/drawing/2014/main" id="{F9EDDF7D-3623-402E-8600-2F8249958EAE}"/>
              </a:ext>
            </a:extLst>
          </p:cNvPr>
          <p:cNvGraphicFramePr/>
          <p:nvPr/>
        </p:nvGraphicFramePr>
        <p:xfrm>
          <a:off xmlns:a="http://schemas.openxmlformats.org/drawingml/2006/main" x="7143750" y="2476500"/>
          <a:ext xmlns:a="http://schemas.openxmlformats.org/drawingml/2006/main" cx="4438650" cy="1114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e9c011cce9470b"/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568271-82CE-4C44-B4D5-2A3A9B36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290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25776C"/>
            </a:solidFill>
            <a:prstDash val="solid"/>
          </a:ln>
        </p:spPr>
      </p:sp>
      <p:sp>
        <p:nvSpPr>
          <p:cNvPr id="29" name="correlation-product-legend">
            <a:extLst xmlns:a="http://schemas.openxmlformats.org/drawingml/2006/main">
              <a:ext uri="{FF2B5EF4-FFF2-40B4-BE49-F238E27FC236}">
                <a16:creationId xmlns:a16="http://schemas.microsoft.com/office/drawing/2014/main" id="{0F7C4DD3-1D21-42C4-B954-049DE1B5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05225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乘積 e·cos(2ε)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E0ABF8-8A9A-4A74-82E1-4FB3F7FC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3857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AC8325"/>
            </a:solidFill>
            <a:prstDash val="solid"/>
          </a:ln>
        </p:spPr>
      </p:sp>
      <p:sp>
        <p:nvSpPr>
          <p:cNvPr id="31" name="correlation-mean-legend">
            <a:extLst xmlns:a="http://schemas.openxmlformats.org/drawingml/2006/main">
              <a:ext uri="{FF2B5EF4-FFF2-40B4-BE49-F238E27FC236}">
                <a16:creationId xmlns:a16="http://schemas.microsoft.com/office/drawing/2014/main" id="{446E5564-C9A2-40DF-BB84-1A640DE0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24275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角度平均值 −0.06</a:t>
            </a:r>
          </a:p>
        </p:txBody>
      </p:sp>
      <p:graphicFrame>
        <p:nvGraphicFramePr>
          <p:cNvPr id="32" name="Chart">
            <a:extLst xmlns:a="http://schemas.openxmlformats.org/drawingml/2006/main">
              <a:ext uri="{FF2B5EF4-FFF2-40B4-BE49-F238E27FC236}">
                <a16:creationId xmlns:a16="http://schemas.microsoft.com/office/drawing/2014/main" id="{4C2B8D0E-789B-4A4A-8932-56B3017B035F}"/>
              </a:ext>
            </a:extLst>
          </p:cNvPr>
          <p:cNvGraphicFramePr/>
          <p:nvPr/>
        </p:nvGraphicFramePr>
        <p:xfrm>
          <a:off xmlns:a="http://schemas.openxmlformats.org/drawingml/2006/main" x="7143750" y="4000500"/>
          <a:ext xmlns:a="http://schemas.openxmlformats.org/drawingml/2006/main" cx="4438650" cy="1114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11b8af7dd445b2"/>
          </a:graphicData>
        </a:graphic>
      </p:graphicFrame>
      <p:sp>
        <p:nvSpPr>
          <p:cNvPr id="33" name="correlation-cause-0">
            <a:extLst xmlns:a="http://schemas.openxmlformats.org/drawingml/2006/main">
              <a:ext uri="{FF2B5EF4-FFF2-40B4-BE49-F238E27FC236}">
                <a16:creationId xmlns:a16="http://schemas.microsoft.com/office/drawing/2014/main" id="{D4AD09B6-7619-4201-ABEB-0AC06192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9590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66675" tIns="66675" rIns="66675" bIns="66675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相關平均值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為負</a:t>
            </a:r>
          </a:p>
        </p:txBody>
      </p:sp>
      <p:sp>
        <p:nvSpPr>
          <p:cNvPr id="34" name="correlation-cause-1">
            <a:extLst xmlns:a="http://schemas.openxmlformats.org/drawingml/2006/main">
              <a:ext uri="{FF2B5EF4-FFF2-40B4-BE49-F238E27FC236}">
                <a16:creationId xmlns:a16="http://schemas.microsoft.com/office/drawing/2014/main" id="{C772002D-7E02-4536-B002-2EEFEDDB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29590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66675" tIns="66675" rIns="66675" bIns="66675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差動增益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g_d 減小</a:t>
            </a:r>
          </a:p>
        </p:txBody>
      </p:sp>
      <p:sp>
        <p:nvSpPr>
          <p:cNvPr id="35" name="correlation-cause-2">
            <a:extLst xmlns:a="http://schemas.openxmlformats.org/drawingml/2006/main">
              <a:ext uri="{FF2B5EF4-FFF2-40B4-BE49-F238E27FC236}">
                <a16:creationId xmlns:a16="http://schemas.microsoft.com/office/drawing/2014/main" id="{B1113705-7776-426F-B988-F515DD39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9590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66675" tIns="66675" rIns="66675" bIns="66675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a 路增益下降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b 路增益上升</a:t>
            </a:r>
          </a:p>
        </p:txBody>
      </p:sp>
      <p:sp>
        <p:nvSpPr>
          <p:cNvPr id="38" name="correlation-gain-causality">
            <a:extLst xmlns:a="http://schemas.openxmlformats.org/drawingml/2006/main">
              <a:ext uri="{FF2B5EF4-FFF2-40B4-BE49-F238E27FC236}">
                <a16:creationId xmlns:a16="http://schemas.microsoft.com/office/drawing/2014/main" id="{96367A3B-8949-4552-9620-4A6E57F5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接近理想、振幅不匹配為主時，負相關使 g_d 減小。固定 g_c 觀察，a 路增益下降、b 路增益上升，修正振幅不平衡。</a:t>
            </a:r>
          </a:p>
        </p:txBody>
      </p:sp>
      <p:sp>
        <p:nvSpPr>
          <p:cNvPr id="39" name="correlation-note-1">
            <a:extLst xmlns:a="http://schemas.openxmlformats.org/drawingml/2006/main">
              <a:ext uri="{FF2B5EF4-FFF2-40B4-BE49-F238E27FC236}">
                <a16:creationId xmlns:a16="http://schemas.microsoft.com/office/drawing/2014/main" id="{86F30ED8-821D-47D0-B9FD-853F236D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72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實際學習仍使用完整的 e=1−q，不先扣除平均值；緩慢累積會保留交流漣波，不能視為有限時間內完全消除交流。</a:t>
            </a:r>
          </a:p>
        </p:txBody>
      </p:sp>
      <p:sp>
        <p:nvSpPr>
          <p:cNvPr id="40" name="correlation-note-2">
            <a:extLst xmlns:a="http://schemas.openxmlformats.org/drawingml/2006/main">
              <a:ext uri="{FF2B5EF4-FFF2-40B4-BE49-F238E27FC236}">
                <a16:creationId xmlns:a16="http://schemas.microsoft.com/office/drawing/2014/main" id="{E1A5FBFD-A7B2-4489-9840-916F7CD1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參數調整極性依各通道的補償定義配置。圖中的 cos(2ε) 用於解釋原理；實作由補償後訊號建立相關圖樣，下一頁再說明五個通道的分工。</a:t>
            </a:r>
          </a:p>
        </p:txBody>
      </p:sp>
    </p:spTree>
    <p:extLst>
      <p:ext uri="{BB962C8B-B14F-4D97-AF65-F5344CB8AC3E}">
        <p14:creationId xmlns:p14="http://schemas.microsoft.com/office/powerpoint/2010/main" val="17710850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4" name="learning-feedback-to-front">
            <a:extLst xmlns:a="http://schemas.openxmlformats.org/drawingml/2006/main">
              <a:ext uri="{FF2B5EF4-FFF2-40B4-BE49-F238E27FC236}">
                <a16:creationId xmlns:a16="http://schemas.microsoft.com/office/drawing/2014/main" id="{3C02E437-4B21-4EAF-AEDA-FD8755F2CD03}"/>
              </a:ext>
            </a:extLst>
          </p:cNvPr>
          <p:cNvCxnSpPr>
            <a:stCxn xmlns:a="http://schemas.openxmlformats.org/drawingml/2006/main" id="10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95275" y="35623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  <a:tailEnd type="triangle" w="med" len="med"/>
          </a:ln>
        </p:spPr>
      </p:cxnSp>
      <p:cxnSp>
        <p:nvCxnSpPr>
          <p:cNvPr id="103" name="learning-feedback-up">
            <a:extLst xmlns:a="http://schemas.openxmlformats.org/drawingml/2006/main">
              <a:ext uri="{FF2B5EF4-FFF2-40B4-BE49-F238E27FC236}">
                <a16:creationId xmlns:a16="http://schemas.microsoft.com/office/drawing/2014/main" id="{9438911B-03B5-49B1-8ED6-702BCF9805FF}"/>
              </a:ext>
            </a:extLst>
          </p:cNvPr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285750" y="3571875"/>
            <a:ext cx="0" cy="1885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</a:ln>
        </p:spPr>
      </p:cxnSp>
      <p:cxnSp>
        <p:nvCxnSpPr>
          <p:cNvPr id="102" name="learning-feedback-left">
            <a:extLst xmlns:a="http://schemas.openxmlformats.org/drawingml/2006/main">
              <a:ext uri="{FF2B5EF4-FFF2-40B4-BE49-F238E27FC236}">
                <a16:creationId xmlns:a16="http://schemas.microsoft.com/office/drawing/2014/main" id="{7D56573B-87FD-468B-9C74-063D209E5AFC}"/>
              </a:ext>
            </a:extLst>
          </p:cNvPr>
          <p:cNvCxnSpPr>
            <a:stCxn xmlns:a="http://schemas.openxmlformats.org/drawingml/2006/main" id="98" idx="1"/>
            <a:endCxn xmlns:a="http://schemas.openxmlformats.org/drawingml/2006/main" id="99" idx="3"/>
          </p:cNvCxnSpPr>
          <p:nvPr/>
        </p:nvCxnSpPr>
        <p:spPr>
          <a:xfrm xmlns:a="http://schemas.openxmlformats.org/drawingml/2006/main" flipH="1">
            <a:off x="295275" y="5467350"/>
            <a:ext cx="104870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</a:ln>
        </p:spPr>
      </p:cxnSp>
      <p:cxnSp>
        <p:nvCxnSpPr>
          <p:cNvPr id="101" name="learning-feedback-down">
            <a:extLst xmlns:a="http://schemas.openxmlformats.org/drawingml/2006/main">
              <a:ext uri="{FF2B5EF4-FFF2-40B4-BE49-F238E27FC236}">
                <a16:creationId xmlns:a16="http://schemas.microsoft.com/office/drawing/2014/main" id="{87B6B409-BC2F-4F20-9F83-F6382FD8C5ED}"/>
              </a:ext>
            </a:extLst>
          </p:cNvPr>
          <p:cNvCxnSpPr>
            <a:stCxn xmlns:a="http://schemas.openxmlformats.org/drawingml/2006/main" id="96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10791825" y="460057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</a:ln>
        </p:spPr>
      </p:cxnSp>
      <p:cxnSp>
        <p:nvCxnSpPr>
          <p:cNvPr id="97" name="learning-merge-to-update">
            <a:extLst xmlns:a="http://schemas.openxmlformats.org/drawingml/2006/main">
              <a:ext uri="{FF2B5EF4-FFF2-40B4-BE49-F238E27FC236}">
                <a16:creationId xmlns:a16="http://schemas.microsoft.com/office/drawing/2014/main" id="{493B52D2-8C49-4A55-96AC-AD2745BE86E6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9629775" y="425767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  <a:tailEnd type="triangle" w="med" len="med"/>
          </a:ln>
        </p:spPr>
      </p:cxnSp>
      <p:cxnSp>
        <p:nvCxnSpPr>
          <p:cNvPr id="95" name="learning-branch-4-merge">
            <a:extLst xmlns:a="http://schemas.openxmlformats.org/drawingml/2006/main">
              <a:ext uri="{FF2B5EF4-FFF2-40B4-BE49-F238E27FC236}">
                <a16:creationId xmlns:a16="http://schemas.microsoft.com/office/drawing/2014/main" id="{4B2E0761-E66A-4C85-B87C-4D0B00762CD8}"/>
              </a:ext>
            </a:extLst>
          </p:cNvPr>
          <p:cNvCxnSpPr>
            <a:stCxn xmlns:a="http://schemas.openxmlformats.org/drawingml/2006/main" id="87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296400" y="505777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94" name="learning-branch-4-state">
            <a:extLst xmlns:a="http://schemas.openxmlformats.org/drawingml/2006/main">
              <a:ext uri="{FF2B5EF4-FFF2-40B4-BE49-F238E27FC236}">
                <a16:creationId xmlns:a16="http://schemas.microsoft.com/office/drawing/2014/main" id="{71FC4FA5-E008-4066-A5E6-A796441A7141}"/>
              </a:ext>
            </a:extLst>
          </p:cNvPr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5314950" y="5057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93" name="learning-branch-4-integrate">
            <a:extLst xmlns:a="http://schemas.openxmlformats.org/drawingml/2006/main">
              <a:ext uri="{FF2B5EF4-FFF2-40B4-BE49-F238E27FC236}">
                <a16:creationId xmlns:a16="http://schemas.microsoft.com/office/drawing/2014/main" id="{60BFEDE9-22D9-441D-BF60-8DEE96D5F459}"/>
              </a:ext>
            </a:extLst>
          </p:cNvPr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3600450" y="5057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92" name="learning-branch-4-input">
            <a:extLst xmlns:a="http://schemas.openxmlformats.org/drawingml/2006/main">
              <a:ext uri="{FF2B5EF4-FFF2-40B4-BE49-F238E27FC236}">
                <a16:creationId xmlns:a16="http://schemas.microsoft.com/office/drawing/2014/main" id="{72C2B9D2-C9A7-423D-9204-8CB996593CBF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2019300" y="50577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84" name="learning-branch-3-merge">
            <a:extLst xmlns:a="http://schemas.openxmlformats.org/drawingml/2006/main">
              <a:ext uri="{FF2B5EF4-FFF2-40B4-BE49-F238E27FC236}">
                <a16:creationId xmlns:a16="http://schemas.microsoft.com/office/drawing/2014/main" id="{9CC4A469-9357-48DE-AE36-7F246A1AE677}"/>
              </a:ext>
            </a:extLst>
          </p:cNvPr>
          <p:cNvCxnSpPr>
            <a:stCxn xmlns:a="http://schemas.openxmlformats.org/drawingml/2006/main" id="76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296400" y="46577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83" name="learning-branch-3-state">
            <a:extLst xmlns:a="http://schemas.openxmlformats.org/drawingml/2006/main">
              <a:ext uri="{FF2B5EF4-FFF2-40B4-BE49-F238E27FC236}">
                <a16:creationId xmlns:a16="http://schemas.microsoft.com/office/drawing/2014/main" id="{514F4946-8E61-46C7-8C64-5BD484B9C9D6}"/>
              </a:ext>
            </a:extLst>
          </p:cNvPr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5314950" y="46577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82" name="learning-branch-3-integrate">
            <a:extLst xmlns:a="http://schemas.openxmlformats.org/drawingml/2006/main">
              <a:ext uri="{FF2B5EF4-FFF2-40B4-BE49-F238E27FC236}">
                <a16:creationId xmlns:a16="http://schemas.microsoft.com/office/drawing/2014/main" id="{3BFD3576-7035-4812-8EDC-395E3F12EE7A}"/>
              </a:ext>
            </a:extLst>
          </p:cNvPr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3600450" y="46577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81" name="learning-branch-3-input">
            <a:extLst xmlns:a="http://schemas.openxmlformats.org/drawingml/2006/main">
              <a:ext uri="{FF2B5EF4-FFF2-40B4-BE49-F238E27FC236}">
                <a16:creationId xmlns:a16="http://schemas.microsoft.com/office/drawing/2014/main" id="{307CE42C-9AF1-4154-B824-CDE7A683F33A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2019300" y="46577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73" name="learning-branch-2-merge">
            <a:extLst xmlns:a="http://schemas.openxmlformats.org/drawingml/2006/main">
              <a:ext uri="{FF2B5EF4-FFF2-40B4-BE49-F238E27FC236}">
                <a16:creationId xmlns:a16="http://schemas.microsoft.com/office/drawing/2014/main" id="{A6A2D0AF-B82E-4024-BDC1-E36C711923F7}"/>
              </a:ext>
            </a:extLst>
          </p:cNvPr>
          <p:cNvCxnSpPr>
            <a:stCxn xmlns:a="http://schemas.openxmlformats.org/drawingml/2006/main" id="65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296400" y="425767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  <a:tailEnd type="triangle" w="med" len="med"/>
          </a:ln>
        </p:spPr>
      </p:cxnSp>
      <p:cxnSp>
        <p:nvCxnSpPr>
          <p:cNvPr id="72" name="learning-branch-2-state">
            <a:extLst xmlns:a="http://schemas.openxmlformats.org/drawingml/2006/main">
              <a:ext uri="{FF2B5EF4-FFF2-40B4-BE49-F238E27FC236}">
                <a16:creationId xmlns:a16="http://schemas.microsoft.com/office/drawing/2014/main" id="{B2EDE557-04C3-41F1-B86C-44A99A812A46}"/>
              </a:ext>
            </a:extLst>
          </p:cNvPr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5314950" y="4257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  <a:tailEnd type="triangle" w="med" len="med"/>
          </a:ln>
        </p:spPr>
      </p:cxnSp>
      <p:cxnSp>
        <p:nvCxnSpPr>
          <p:cNvPr id="71" name="learning-branch-2-integrate">
            <a:extLst xmlns:a="http://schemas.openxmlformats.org/drawingml/2006/main">
              <a:ext uri="{FF2B5EF4-FFF2-40B4-BE49-F238E27FC236}">
                <a16:creationId xmlns:a16="http://schemas.microsoft.com/office/drawing/2014/main" id="{2B4ABF7D-1727-419A-9D8D-BB111C21151F}"/>
              </a:ext>
            </a:extLst>
          </p:cNvPr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3600450" y="4257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  <a:tailEnd type="triangle" w="med" len="med"/>
          </a:ln>
        </p:spPr>
      </p:cxnSp>
      <p:cxnSp>
        <p:nvCxnSpPr>
          <p:cNvPr id="70" name="learning-branch-2-input">
            <a:extLst xmlns:a="http://schemas.openxmlformats.org/drawingml/2006/main">
              <a:ext uri="{FF2B5EF4-FFF2-40B4-BE49-F238E27FC236}">
                <a16:creationId xmlns:a16="http://schemas.microsoft.com/office/drawing/2014/main" id="{188D4785-6B9B-4526-A8E8-6CAE03094E42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2019300" y="42576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  <a:tailEnd type="triangle" w="med" len="med"/>
          </a:ln>
        </p:spPr>
      </p:cxnSp>
      <p:cxnSp>
        <p:nvCxnSpPr>
          <p:cNvPr id="62" name="learning-branch-1-merge">
            <a:extLst xmlns:a="http://schemas.openxmlformats.org/drawingml/2006/main">
              <a:ext uri="{FF2B5EF4-FFF2-40B4-BE49-F238E27FC236}">
                <a16:creationId xmlns:a16="http://schemas.microsoft.com/office/drawing/2014/main" id="{F98F52B9-C035-4935-8E92-454F47DC1A88}"/>
              </a:ext>
            </a:extLst>
          </p:cNvPr>
          <p:cNvCxnSpPr>
            <a:stCxn xmlns:a="http://schemas.openxmlformats.org/drawingml/2006/main" id="54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296400" y="38576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61" name="learning-branch-1-state">
            <a:extLst xmlns:a="http://schemas.openxmlformats.org/drawingml/2006/main">
              <a:ext uri="{FF2B5EF4-FFF2-40B4-BE49-F238E27FC236}">
                <a16:creationId xmlns:a16="http://schemas.microsoft.com/office/drawing/2014/main" id="{EB9FFCB0-85DF-4D7A-8FEE-25C63C351BDC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5314950" y="3857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60" name="learning-branch-1-integrate">
            <a:extLst xmlns:a="http://schemas.openxmlformats.org/drawingml/2006/main">
              <a:ext uri="{FF2B5EF4-FFF2-40B4-BE49-F238E27FC236}">
                <a16:creationId xmlns:a16="http://schemas.microsoft.com/office/drawing/2014/main" id="{ECA8F370-FD5E-449A-8D2C-8F0BFC2F49FA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3600450" y="3857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59" name="learning-branch-1-input">
            <a:extLst xmlns:a="http://schemas.openxmlformats.org/drawingml/2006/main">
              <a:ext uri="{FF2B5EF4-FFF2-40B4-BE49-F238E27FC236}">
                <a16:creationId xmlns:a16="http://schemas.microsoft.com/office/drawing/2014/main" id="{AFA67DCC-DBC8-48A5-B755-BE0E3A7AE66F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019300" y="3857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51" name="learning-branch-0-merge">
            <a:extLst xmlns:a="http://schemas.openxmlformats.org/drawingml/2006/main">
              <a:ext uri="{FF2B5EF4-FFF2-40B4-BE49-F238E27FC236}">
                <a16:creationId xmlns:a16="http://schemas.microsoft.com/office/drawing/2014/main" id="{3BE5BD27-45F3-4A86-9693-9A275AA42A7E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296400" y="345757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50" name="learning-branch-0-state">
            <a:extLst xmlns:a="http://schemas.openxmlformats.org/drawingml/2006/main">
              <a:ext uri="{FF2B5EF4-FFF2-40B4-BE49-F238E27FC236}">
                <a16:creationId xmlns:a16="http://schemas.microsoft.com/office/drawing/2014/main" id="{611CDAA8-F372-4F2A-AA3E-C54D0AE1C0AC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5314950" y="3457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49" name="learning-branch-0-integrate">
            <a:extLst xmlns:a="http://schemas.openxmlformats.org/drawingml/2006/main">
              <a:ext uri="{FF2B5EF4-FFF2-40B4-BE49-F238E27FC236}">
                <a16:creationId xmlns:a16="http://schemas.microsoft.com/office/drawing/2014/main" id="{FE7AB12A-EC8F-45D8-B6D3-B82519934E86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3600450" y="3457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48" name="learning-branch-0-input">
            <a:extLst xmlns:a="http://schemas.openxmlformats.org/drawingml/2006/main">
              <a:ext uri="{FF2B5EF4-FFF2-40B4-BE49-F238E27FC236}">
                <a16:creationId xmlns:a16="http://schemas.microsoft.com/office/drawing/2014/main" id="{CF9E34F9-8E23-4FBB-AC52-7BADC3D730FA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2019300" y="34575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37" name="learning-output-bus-3">
            <a:extLst xmlns:a="http://schemas.openxmlformats.org/drawingml/2006/main">
              <a:ext uri="{FF2B5EF4-FFF2-40B4-BE49-F238E27FC236}">
                <a16:creationId xmlns:a16="http://schemas.microsoft.com/office/drawing/2014/main" id="{8171F227-7D39-471D-BB8D-E7344D242792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9620250" y="46672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</a:ln>
        </p:spPr>
      </p:cxnSp>
      <p:cxnSp>
        <p:nvCxnSpPr>
          <p:cNvPr id="36" name="learning-source-bus-3">
            <a:extLst xmlns:a="http://schemas.openxmlformats.org/drawingml/2006/main">
              <a:ext uri="{FF2B5EF4-FFF2-40B4-BE49-F238E27FC236}">
                <a16:creationId xmlns:a16="http://schemas.microsoft.com/office/drawing/2014/main" id="{CAB4CA63-798E-460A-B314-2687609E48D5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2009775" y="46672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</a:ln>
        </p:spPr>
      </p:cxnSp>
      <p:cxnSp>
        <p:nvCxnSpPr>
          <p:cNvPr id="35" name="learning-output-bus-2">
            <a:extLst xmlns:a="http://schemas.openxmlformats.org/drawingml/2006/main">
              <a:ext uri="{FF2B5EF4-FFF2-40B4-BE49-F238E27FC236}">
                <a16:creationId xmlns:a16="http://schemas.microsoft.com/office/drawing/2014/main" id="{ACFF9B53-CE70-432E-9C45-CF50781E91D3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9620250" y="42672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</a:ln>
        </p:spPr>
      </p:cxnSp>
      <p:cxnSp>
        <p:nvCxnSpPr>
          <p:cNvPr id="34" name="learning-source-bus-2">
            <a:extLst xmlns:a="http://schemas.openxmlformats.org/drawingml/2006/main">
              <a:ext uri="{FF2B5EF4-FFF2-40B4-BE49-F238E27FC236}">
                <a16:creationId xmlns:a16="http://schemas.microsoft.com/office/drawing/2014/main" id="{D4EE4233-DF22-4B43-BDEB-9767854AF68C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2009775" y="42672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</a:ln>
        </p:spPr>
      </p:cxnSp>
      <p:cxnSp>
        <p:nvCxnSpPr>
          <p:cNvPr id="33" name="learning-output-bus-1">
            <a:extLst xmlns:a="http://schemas.openxmlformats.org/drawingml/2006/main">
              <a:ext uri="{FF2B5EF4-FFF2-40B4-BE49-F238E27FC236}">
                <a16:creationId xmlns:a16="http://schemas.microsoft.com/office/drawing/2014/main" id="{BA7797B9-ABF8-4A36-A554-C129D98B67FB}"/>
              </a:ext>
            </a:extLst>
          </p:cNvPr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9620250" y="38671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</a:ln>
        </p:spPr>
      </p:cxnSp>
      <p:cxnSp>
        <p:nvCxnSpPr>
          <p:cNvPr id="32" name="learning-source-bus-1">
            <a:extLst xmlns:a="http://schemas.openxmlformats.org/drawingml/2006/main">
              <a:ext uri="{FF2B5EF4-FFF2-40B4-BE49-F238E27FC236}">
                <a16:creationId xmlns:a16="http://schemas.microsoft.com/office/drawing/2014/main" id="{4D304296-0E46-4BB1-A50A-5D2C6C2CE46A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2009775" y="38671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</a:ln>
        </p:spPr>
      </p:cxnSp>
      <p:cxnSp>
        <p:nvCxnSpPr>
          <p:cNvPr id="31" name="learning-output-bus-0">
            <a:extLst xmlns:a="http://schemas.openxmlformats.org/drawingml/2006/main">
              <a:ext uri="{FF2B5EF4-FFF2-40B4-BE49-F238E27FC236}">
                <a16:creationId xmlns:a16="http://schemas.microsoft.com/office/drawing/2014/main" id="{D2DC9A42-CEBA-47BB-8DED-19896F378469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620250" y="34671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</a:ln>
        </p:spPr>
      </p:cxnSp>
      <p:cxnSp>
        <p:nvCxnSpPr>
          <p:cNvPr id="30" name="learning-source-bus-0">
            <a:extLst xmlns:a="http://schemas.openxmlformats.org/drawingml/2006/main">
              <a:ext uri="{FF2B5EF4-FFF2-40B4-BE49-F238E27FC236}">
                <a16:creationId xmlns:a16="http://schemas.microsoft.com/office/drawing/2014/main" id="{36002B18-5BD1-49C1-B3C3-4BA00816E275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2009775" y="34671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</a:ln>
        </p:spPr>
      </p:cxnSp>
      <p:cxnSp>
        <p:nvCxnSpPr>
          <p:cNvPr id="29" name="learning-residual-to-bus">
            <a:extLst xmlns:a="http://schemas.openxmlformats.org/drawingml/2006/main">
              <a:ext uri="{FF2B5EF4-FFF2-40B4-BE49-F238E27FC236}">
                <a16:creationId xmlns:a16="http://schemas.microsoft.com/office/drawing/2014/main" id="{24BD0AE2-7904-40C6-82B9-C374B0E04185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733550" y="42576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  <a:tailEnd type="triangle" w="med" len="med"/>
          </a:ln>
        </p:spPr>
      </p:cxnSp>
      <p:cxnSp>
        <p:nvCxnSpPr>
          <p:cNvPr id="28" name="learning-front-to-residual">
            <a:extLst xmlns:a="http://schemas.openxmlformats.org/drawingml/2006/main">
              <a:ext uri="{FF2B5EF4-FFF2-40B4-BE49-F238E27FC236}">
                <a16:creationId xmlns:a16="http://schemas.microsoft.com/office/drawing/2014/main" id="{7CE0C315-79D7-4189-A541-1C4531BF64BD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171575" y="3848100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  <a:tailEnd type="triangle" w="med" len="me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AD466A4-53F9-4794-85FC-29832C4F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4CCA3849-4C72-41ED-BB7D-DBC4EABC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五條平行學習路徑">
            <a:extLst xmlns:a="http://schemas.openxmlformats.org/drawingml/2006/main">
              <a:ext uri="{FF2B5EF4-FFF2-40B4-BE49-F238E27FC236}">
                <a16:creationId xmlns:a16="http://schemas.microsoft.com/office/drawing/2014/main" id="{44C066A0-5261-4A33-A54A-EB6B67D7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五條平行學習路徑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D0EEC8-5CF2-430C-BA74-ED4F8C49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五個積分器的分工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E5C75-3F35-4ACD-BF9D-7AA09726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572A7549-E0BF-4FD0-9F3F-12E5EEC0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(2004), p.51, Fig. 4／R6、D2–D3；極性依本專案補償定義</a:t>
            </a:r>
          </a:p>
        </p:txBody>
      </p:sp>
      <p:sp>
        <p:nvSpPr>
          <p:cNvPr id="7" name="11 / 14">
            <a:extLst xmlns:a="http://schemas.openxmlformats.org/drawingml/2006/main">
              <a:ext uri="{FF2B5EF4-FFF2-40B4-BE49-F238E27FC236}">
                <a16:creationId xmlns:a16="http://schemas.microsoft.com/office/drawing/2014/main" id="{CE7A9121-A9F0-4508-8DE3-57184A6E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11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A0A11-383B-442C-9B0C-6643E0E8AF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265cb0ca44bf4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learning-opening">
            <a:extLst xmlns:a="http://schemas.openxmlformats.org/drawingml/2006/main">
              <a:ext uri="{FF2B5EF4-FFF2-40B4-BE49-F238E27FC236}">
                <a16:creationId xmlns:a16="http://schemas.microsoft.com/office/drawing/2014/main" id="{D182B0F5-F1AC-4D44-B95A-A8F0D5A1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五個積分器共用同一個殘差；不同的相關圖樣，讓各通道主要回應不同的誤差特徵，</a:t>
            </a:r>
          </a:p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再將結果緩慢累積為補償參數。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learning-c2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C189DA20-38BC-45F2-B086-E80619287E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2143125"/>
                <a:ext cx="5219700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f>
                        <m:num>
                          <m:sSup>
                            <m:e>
                              <m: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 − </m:t>
                          </m:r>
                          <m:sSup>
                            <m:e>
                              <m: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y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p>
                          </m:sSup>
                        </m:num>
                        <m:den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q</m:t>
                          </m:r>
                        </m:den>
                      </m:f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cos(2</m:t>
                      </m:r>
                      <m:acc>
                        <m:accPr>
                          <m:chr m:val="̂"/>
                        </m:accPr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ε</m:t>
                          </m:r>
                        </m:e>
                      </m:acc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learning-c2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C189DA20-38BC-45F2-B086-E80619287E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094194" y="2143125"/>
                <a:ext cx="2250512" cy="5429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4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learning-s2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972A9AD7-D051-4DAC-AA15-F288A756325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210300" y="2143125"/>
                <a:ext cx="5372100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x</m:t>
                          </m:r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y</m:t>
                          </m:r>
                        </m:num>
                        <m:den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q</m:t>
                          </m:r>
                        </m:den>
                      </m:f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sin(2</m:t>
                      </m:r>
                      <m:acc>
                        <m:accPr>
                          <m:chr m:val="̂"/>
                        </m:accPr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ε</m:t>
                          </m:r>
                        </m:e>
                      </m:acc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learning-s2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972A9AD7-D051-4DAC-AA15-F288A756325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899427" y="2143125"/>
                <a:ext cx="1993845" cy="5429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5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2" name="learning-valid-q-and-angle">
            <a:extLst xmlns:a="http://schemas.openxmlformats.org/drawingml/2006/main">
              <a:ext uri="{FF2B5EF4-FFF2-40B4-BE49-F238E27FC236}">
                <a16:creationId xmlns:a16="http://schemas.microsoft.com/office/drawing/2014/main" id="{6A402D36-9C0F-483D-98E8-5ACEAE9C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q=x²+y²，ε̂=atan2(y,x)；q 通過有效範圍檢查後計算。學習路徑不需要外部真實角度，也不必額外計算兩倍角三角函數。</a:t>
            </a:r>
          </a:p>
        </p:txBody>
      </p:sp>
      <p:sp>
        <p:nvSpPr>
          <p:cNvPr id="13" name="learning-pattern-origin">
            <a:extLst xmlns:a="http://schemas.openxmlformats.org/drawingml/2006/main">
              <a:ext uri="{FF2B5EF4-FFF2-40B4-BE49-F238E27FC236}">
                <a16:creationId xmlns:a16="http://schemas.microsoft.com/office/drawing/2014/main" id="{3F7C8BC7-A384-4BC6-AAB7-FA93E2C6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補償接近理想時，這些圖樣才進一步近似真實相位 ε 的圖樣。 x ≈ cos ε；y ≈ sin ε（單位峰值）。</a:t>
            </a:r>
          </a:p>
        </p:txBody>
      </p:sp>
      <p:sp>
        <p:nvSpPr>
          <p:cNvPr id="14" name="learning-front">
            <a:extLst xmlns:a="http://schemas.openxmlformats.org/drawingml/2006/main">
              <a:ext uri="{FF2B5EF4-FFF2-40B4-BE49-F238E27FC236}">
                <a16:creationId xmlns:a16="http://schemas.microsoft.com/office/drawing/2014/main" id="{FBBE4AAC-06D6-4A80-BA31-95659E30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123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前端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補償</a:t>
            </a:r>
          </a:p>
        </p:txBody>
      </p:sp>
      <p:sp>
        <p:nvSpPr>
          <p:cNvPr id="15" name="learning-residual-node">
            <a:extLst xmlns:a="http://schemas.openxmlformats.org/drawingml/2006/main">
              <a:ext uri="{FF2B5EF4-FFF2-40B4-BE49-F238E27FC236}">
                <a16:creationId xmlns:a16="http://schemas.microsoft.com/office/drawing/2014/main" id="{47593F6F-84D8-4974-8E05-BEC3AAAA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123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learning-common-residual-label">
            <a:extLst xmlns:a="http://schemas.openxmlformats.org/drawingml/2006/main">
              <a:ext uri="{FF2B5EF4-FFF2-40B4-BE49-F238E27FC236}">
                <a16:creationId xmlns:a16="http://schemas.microsoft.com/office/drawing/2014/main" id="{8E4AA170-16F6-4A23-9E93-DB98B646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共用殘差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learning-residual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6EC8AFB5-5965-4380-9798-4F334884891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47700" y="4238625"/>
                <a:ext cx="1047750" cy="276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1 − </m:t>
                      </m:r>
                      <m: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7" name="learning-residual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6EC8AFB5-5965-4380-9798-4F334884891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42950" y="4281487"/>
                <a:ext cx="857250" cy="1905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6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8" name="learning-source-port-0">
            <a:extLst xmlns:a="http://schemas.openxmlformats.org/drawingml/2006/main">
              <a:ext uri="{FF2B5EF4-FFF2-40B4-BE49-F238E27FC236}">
                <a16:creationId xmlns:a16="http://schemas.microsoft.com/office/drawing/2014/main" id="{ED09D361-FE94-4B2D-A723-767C894C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48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learning-source-port-1">
            <a:extLst xmlns:a="http://schemas.openxmlformats.org/drawingml/2006/main">
              <a:ext uri="{FF2B5EF4-FFF2-40B4-BE49-F238E27FC236}">
                <a16:creationId xmlns:a16="http://schemas.microsoft.com/office/drawing/2014/main" id="{BEE42ED1-3292-4F93-99BC-5752B1DB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48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learning-source-port-2">
            <a:extLst xmlns:a="http://schemas.openxmlformats.org/drawingml/2006/main">
              <a:ext uri="{FF2B5EF4-FFF2-40B4-BE49-F238E27FC236}">
                <a16:creationId xmlns:a16="http://schemas.microsoft.com/office/drawing/2014/main" id="{2ADFDB6C-9629-4588-8D7E-D3E0E7CF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48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learning-source-port-3">
            <a:extLst xmlns:a="http://schemas.openxmlformats.org/drawingml/2006/main">
              <a:ext uri="{FF2B5EF4-FFF2-40B4-BE49-F238E27FC236}">
                <a16:creationId xmlns:a16="http://schemas.microsoft.com/office/drawing/2014/main" id="{2DB247A7-1E62-4C84-AC80-F989C3FF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48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learning-source-port-4">
            <a:extLst xmlns:a="http://schemas.openxmlformats.org/drawingml/2006/main">
              <a:ext uri="{FF2B5EF4-FFF2-40B4-BE49-F238E27FC236}">
                <a16:creationId xmlns:a16="http://schemas.microsoft.com/office/drawing/2014/main" id="{E1F6A3A3-20C9-4B5A-A16A-2696816F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learning-output-port-0">
            <a:extLst xmlns:a="http://schemas.openxmlformats.org/drawingml/2006/main">
              <a:ext uri="{FF2B5EF4-FFF2-40B4-BE49-F238E27FC236}">
                <a16:creationId xmlns:a16="http://schemas.microsoft.com/office/drawing/2014/main" id="{28C667C5-7483-4ECA-A22B-301A1032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48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learning-output-port-1">
            <a:extLst xmlns:a="http://schemas.openxmlformats.org/drawingml/2006/main">
              <a:ext uri="{FF2B5EF4-FFF2-40B4-BE49-F238E27FC236}">
                <a16:creationId xmlns:a16="http://schemas.microsoft.com/office/drawing/2014/main" id="{6FCA87C6-2F20-4AE7-A218-4F8C21EA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848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learning-output-port-2">
            <a:extLst xmlns:a="http://schemas.openxmlformats.org/drawingml/2006/main">
              <a:ext uri="{FF2B5EF4-FFF2-40B4-BE49-F238E27FC236}">
                <a16:creationId xmlns:a16="http://schemas.microsoft.com/office/drawing/2014/main" id="{A51D14C2-0443-41B6-A313-145BDAA2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48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learning-output-port-3">
            <a:extLst xmlns:a="http://schemas.openxmlformats.org/drawingml/2006/main">
              <a:ext uri="{FF2B5EF4-FFF2-40B4-BE49-F238E27FC236}">
                <a16:creationId xmlns:a16="http://schemas.microsoft.com/office/drawing/2014/main" id="{2E58CACF-1B24-48D9-BE88-2BA99DDD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48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learning-output-port-4">
            <a:extLst xmlns:a="http://schemas.openxmlformats.org/drawingml/2006/main">
              <a:ext uri="{FF2B5EF4-FFF2-40B4-BE49-F238E27FC236}">
                <a16:creationId xmlns:a16="http://schemas.microsoft.com/office/drawing/2014/main" id="{E0994781-1567-4C6E-AC21-F5EEDD6D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048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learning-input-heading">
            <a:extLst xmlns:a="http://schemas.openxmlformats.org/drawingml/2006/main">
              <a:ext uri="{FF2B5EF4-FFF2-40B4-BE49-F238E27FC236}">
                <a16:creationId xmlns:a16="http://schemas.microsoft.com/office/drawing/2014/main" id="{72ED06E2-85F7-4E94-A8E2-092F5E07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956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相關乘積</a:t>
            </a:r>
          </a:p>
        </p:txBody>
      </p:sp>
      <p:sp>
        <p:nvSpPr>
          <p:cNvPr id="39" name="learning-integrator-heading">
            <a:extLst xmlns:a="http://schemas.openxmlformats.org/drawingml/2006/main">
              <a:ext uri="{FF2B5EF4-FFF2-40B4-BE49-F238E27FC236}">
                <a16:creationId xmlns:a16="http://schemas.microsoft.com/office/drawing/2014/main" id="{44CE2731-37D6-46D7-A0B8-114A845C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956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緩慢積分</a:t>
            </a:r>
          </a:p>
        </p:txBody>
      </p:sp>
      <p:sp>
        <p:nvSpPr>
          <p:cNvPr id="40" name="learning-state-heading">
            <a:extLst xmlns:a="http://schemas.openxmlformats.org/drawingml/2006/main">
              <a:ext uri="{FF2B5EF4-FFF2-40B4-BE49-F238E27FC236}">
                <a16:creationId xmlns:a16="http://schemas.microsoft.com/office/drawing/2014/main" id="{44CCEA6C-8D45-4254-BACE-62FCB7E5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95625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補償狀態與主要作用</a:t>
            </a:r>
          </a:p>
        </p:txBody>
      </p:sp>
      <p:sp>
        <p:nvSpPr>
          <p:cNvPr id="41" name="learning-product-0">
            <a:extLst xmlns:a="http://schemas.openxmlformats.org/drawingml/2006/main">
              <a:ext uri="{FF2B5EF4-FFF2-40B4-BE49-F238E27FC236}">
                <a16:creationId xmlns:a16="http://schemas.microsoft.com/office/drawing/2014/main" id="{44C84832-B45B-4BA4-8574-5297099E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766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2" name="learning-integrator-0">
            <a:extLst xmlns:a="http://schemas.openxmlformats.org/drawingml/2006/main">
              <a:ext uri="{FF2B5EF4-FFF2-40B4-BE49-F238E27FC236}">
                <a16:creationId xmlns:a16="http://schemas.microsoft.com/office/drawing/2014/main" id="{95DC14B4-19BD-420F-B729-E87CC13F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766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緩慢積分</a:t>
            </a:r>
          </a:p>
        </p:txBody>
      </p:sp>
      <p:sp>
        <p:nvSpPr>
          <p:cNvPr id="43" name="learning-output-0">
            <a:extLst xmlns:a="http://schemas.openxmlformats.org/drawingml/2006/main">
              <a:ext uri="{FF2B5EF4-FFF2-40B4-BE49-F238E27FC236}">
                <a16:creationId xmlns:a16="http://schemas.microsoft.com/office/drawing/2014/main" id="{8AFE7F67-1B20-4271-BC49-0B3D7373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76600"/>
            <a:ext cx="3505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learning-input-0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85C7FB6F-EFA1-4C56-A2EF-048166EBBC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409825" y="3295650"/>
                <a:ext cx="114300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+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4" name="learning-input-0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85C7FB6F-EFA1-4C56-A2EF-048166EBBC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843212" y="3395662"/>
                <a:ext cx="276225" cy="1238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7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learning-state-0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A75A162B-2FE0-4262-926C-248879A023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838825" y="3295650"/>
                <a:ext cx="5905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g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5" name="learning-state-0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A75A162B-2FE0-4262-926C-248879A023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19800" y="3362325"/>
                <a:ext cx="228600" cy="1905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8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46" name="learning-state-label-0">
            <a:extLst xmlns:a="http://schemas.openxmlformats.org/drawingml/2006/main">
              <a:ext uri="{FF2B5EF4-FFF2-40B4-BE49-F238E27FC236}">
                <a16:creationId xmlns:a16="http://schemas.microsoft.com/office/drawing/2014/main" id="{3FECA91E-C68D-4B8A-AC5D-21BD22C6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3528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共同增益</a:t>
            </a:r>
          </a:p>
        </p:txBody>
      </p:sp>
      <p:sp>
        <p:nvSpPr>
          <p:cNvPr id="47" name="learning-action-0">
            <a:extLst xmlns:a="http://schemas.openxmlformats.org/drawingml/2006/main">
              <a:ext uri="{FF2B5EF4-FFF2-40B4-BE49-F238E27FC236}">
                <a16:creationId xmlns:a16="http://schemas.microsoft.com/office/drawing/2014/main" id="{87AC3EDF-8899-404B-8BCD-E8E8F0DF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86125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同向調整兩路增益，</a:t>
            </a:r>
          </a:p>
          <a:p xmlns:a="http://schemas.openxmlformats.org/drawingml/2006/main">
            <a: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使平均平方和回到目標</a:t>
            </a:r>
          </a:p>
        </p:txBody>
      </p:sp>
      <p:sp>
        <p:nvSpPr>
          <p:cNvPr id="52" name="learning-product-1">
            <a:extLst xmlns:a="http://schemas.openxmlformats.org/drawingml/2006/main">
              <a:ext uri="{FF2B5EF4-FFF2-40B4-BE49-F238E27FC236}">
                <a16:creationId xmlns:a16="http://schemas.microsoft.com/office/drawing/2014/main" id="{455F5540-7F37-46C2-B15B-558D238F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766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learning-integrator-1">
            <a:extLst xmlns:a="http://schemas.openxmlformats.org/drawingml/2006/main">
              <a:ext uri="{FF2B5EF4-FFF2-40B4-BE49-F238E27FC236}">
                <a16:creationId xmlns:a16="http://schemas.microsoft.com/office/drawing/2014/main" id="{43C73BC4-ED61-4AB3-99AA-08045C9F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766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緩慢積分</a:t>
            </a:r>
          </a:p>
        </p:txBody>
      </p:sp>
      <p:sp>
        <p:nvSpPr>
          <p:cNvPr id="54" name="learning-output-1">
            <a:extLst xmlns:a="http://schemas.openxmlformats.org/drawingml/2006/main">
              <a:ext uri="{FF2B5EF4-FFF2-40B4-BE49-F238E27FC236}">
                <a16:creationId xmlns:a16="http://schemas.microsoft.com/office/drawing/2014/main" id="{B812CD56-0B45-462A-8C75-12ED14A3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76650"/>
            <a:ext cx="3505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learning-input-1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830827C2-B161-45C3-A059-9215FD8B323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409825" y="3695700"/>
                <a:ext cx="114300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+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5" name="learning-input-1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830827C2-B161-45C3-A059-9215FD8B323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28912" y="3762375"/>
                <a:ext cx="504825" cy="1905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9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learning-state-1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70BF37D5-CF3E-4162-9A94-276F18435E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838825" y="3695700"/>
                <a:ext cx="5905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g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d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6" name="learning-state-1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70BF37D5-CF3E-4162-9A94-276F18435E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10275" y="3762375"/>
                <a:ext cx="247650" cy="1905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0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57" name="learning-state-label-1">
            <a:extLst xmlns:a="http://schemas.openxmlformats.org/drawingml/2006/main">
              <a:ext uri="{FF2B5EF4-FFF2-40B4-BE49-F238E27FC236}">
                <a16:creationId xmlns:a16="http://schemas.microsoft.com/office/drawing/2014/main" id="{4AD1FA06-FA2A-4B5C-BF0D-7D5B7309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528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差動增益</a:t>
            </a:r>
          </a:p>
        </p:txBody>
      </p:sp>
      <p:sp>
        <p:nvSpPr>
          <p:cNvPr id="58" name="learning-action-1">
            <a:extLst xmlns:a="http://schemas.openxmlformats.org/drawingml/2006/main">
              <a:ext uri="{FF2B5EF4-FFF2-40B4-BE49-F238E27FC236}">
                <a16:creationId xmlns:a16="http://schemas.microsoft.com/office/drawing/2014/main" id="{74A6C02E-3CFE-4B26-B19F-09896077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86175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反向調整兩路增益，</a:t>
            </a:r>
          </a:p>
          <a:p xmlns:a="http://schemas.openxmlformats.org/drawingml/2006/main">
            <a: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修正振幅不平衡</a:t>
            </a:r>
          </a:p>
        </p:txBody>
      </p:sp>
      <p:sp>
        <p:nvSpPr>
          <p:cNvPr id="63" name="learning-product-2">
            <a:extLst xmlns:a="http://schemas.openxmlformats.org/drawingml/2006/main">
              <a:ext uri="{FF2B5EF4-FFF2-40B4-BE49-F238E27FC236}">
                <a16:creationId xmlns:a16="http://schemas.microsoft.com/office/drawing/2014/main" id="{3CE30E5B-EB8C-44F9-9D39-0A220181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767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4" name="learning-integrator-2">
            <a:extLst xmlns:a="http://schemas.openxmlformats.org/drawingml/2006/main">
              <a:ext uri="{FF2B5EF4-FFF2-40B4-BE49-F238E27FC236}">
                <a16:creationId xmlns:a16="http://schemas.microsoft.com/office/drawing/2014/main" id="{409E64AB-C889-4F7B-8E73-18F2C990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767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緩慢積分</a:t>
            </a:r>
          </a:p>
        </p:txBody>
      </p:sp>
      <p:sp>
        <p:nvSpPr>
          <p:cNvPr id="65" name="learning-output-2">
            <a:extLst xmlns:a="http://schemas.openxmlformats.org/drawingml/2006/main">
              <a:ext uri="{FF2B5EF4-FFF2-40B4-BE49-F238E27FC236}">
                <a16:creationId xmlns:a16="http://schemas.microsoft.com/office/drawing/2014/main" id="{3C12C40B-E3E5-4539-98EF-2014F745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76700"/>
            <a:ext cx="3505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learning-input-2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348CB459-90FE-4F7A-B408-07887969FD6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409825" y="4095750"/>
                <a:ext cx="114300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ac8325"/>
                          </a:solidFill>
                          <a:latin typeface="Cambria Math"/>
                        </a:rPr>
                        <m:t xml:space="preserve">−</m:t>
                      </m:r>
                      <m:r>
                        <a:rPr sz="1725">
                          <a:solidFill>
                            <a:srgbClr val="ac8325"/>
                          </a:solidFill>
                          <a:latin typeface="Cambria Math"/>
                        </a:rPr>
                        <m:t xml:space="preserve">e</m:t>
                      </m:r>
                      <m:sSub>
                        <m:e>
                          <m:r>
                            <a:rPr sz="1725">
                              <a:solidFill>
                                <a:srgbClr val="ac8325"/>
                              </a:solidFill>
                              <a:latin typeface="Cambria Math"/>
                            </a:rPr>
                            <m:t xml:space="preserve"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725">
                              <a:solidFill>
                                <a:srgbClr val="ac8325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6" name="learning-input-2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348CB459-90FE-4F7A-B408-07887969FD6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38437" y="4162425"/>
                <a:ext cx="485775" cy="1905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1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learning-state-2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21A71E3C-8049-4BFC-A3FD-AD3676D3B37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838825" y="4095750"/>
                <a:ext cx="5905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φ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7" name="learning-state-2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21A71E3C-8049-4BFC-A3FD-AD3676D3B37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15037" y="4162425"/>
                <a:ext cx="238125" cy="1905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2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68" name="learning-state-label-2">
            <a:extLst xmlns:a="http://schemas.openxmlformats.org/drawingml/2006/main">
              <a:ext uri="{FF2B5EF4-FFF2-40B4-BE49-F238E27FC236}">
                <a16:creationId xmlns:a16="http://schemas.microsoft.com/office/drawing/2014/main" id="{A8693FD3-D2C9-4FEC-89D1-EB3B022D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529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相位</a:t>
            </a:r>
          </a:p>
        </p:txBody>
      </p:sp>
      <p:sp>
        <p:nvSpPr>
          <p:cNvPr id="69" name="learning-action-2">
            <a:extLst xmlns:a="http://schemas.openxmlformats.org/drawingml/2006/main">
              <a:ext uri="{FF2B5EF4-FFF2-40B4-BE49-F238E27FC236}">
                <a16:creationId xmlns:a16="http://schemas.microsoft.com/office/drawing/2014/main" id="{7AFEC4E9-3BA5-4DCE-B8F4-4A2E53E5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86225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修正兩路訊號的</a:t>
            </a:r>
          </a:p>
          <a:p xmlns:a="http://schemas.openxmlformats.org/drawingml/2006/main">
            <a: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非正交相位</a:t>
            </a:r>
          </a:p>
        </p:txBody>
      </p:sp>
      <p:sp>
        <p:nvSpPr>
          <p:cNvPr id="74" name="learning-product-3">
            <a:extLst xmlns:a="http://schemas.openxmlformats.org/drawingml/2006/main">
              <a:ext uri="{FF2B5EF4-FFF2-40B4-BE49-F238E27FC236}">
                <a16:creationId xmlns:a16="http://schemas.microsoft.com/office/drawing/2014/main" id="{4C98EF37-6220-47EE-9D57-A8E9DEA8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767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5" name="learning-integrator-3">
            <a:extLst xmlns:a="http://schemas.openxmlformats.org/drawingml/2006/main">
              <a:ext uri="{FF2B5EF4-FFF2-40B4-BE49-F238E27FC236}">
                <a16:creationId xmlns:a16="http://schemas.microsoft.com/office/drawing/2014/main" id="{2A6F3C39-8FF1-48A6-84C4-F9A4B253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767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緩慢積分</a:t>
            </a:r>
          </a:p>
        </p:txBody>
      </p:sp>
      <p:sp>
        <p:nvSpPr>
          <p:cNvPr id="76" name="learning-output-3">
            <a:extLst xmlns:a="http://schemas.openxmlformats.org/drawingml/2006/main">
              <a:ext uri="{FF2B5EF4-FFF2-40B4-BE49-F238E27FC236}">
                <a16:creationId xmlns:a16="http://schemas.microsoft.com/office/drawing/2014/main" id="{7D29AFDF-B4A8-4D63-823C-5A0361CA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76750"/>
            <a:ext cx="3505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learning-input-3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339B6EAE-0794-4759-B603-041BC9F77F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409825" y="4495800"/>
                <a:ext cx="114300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+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x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7" name="learning-input-3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339B6EAE-0794-4759-B603-041BC9F77F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86062" y="4595812"/>
                <a:ext cx="390525" cy="1238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3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learning-state-3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AA545EB7-91E7-4C34-B3E9-359D4070E5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838825" y="4495800"/>
                <a:ext cx="5905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o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8" name="learning-state-3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AA545EB7-91E7-4C34-B3E9-359D4070E5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24562" y="4581525"/>
                <a:ext cx="219075" cy="1524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4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79" name="learning-state-label-3">
            <a:extLst xmlns:a="http://schemas.openxmlformats.org/drawingml/2006/main">
              <a:ext uri="{FF2B5EF4-FFF2-40B4-BE49-F238E27FC236}">
                <a16:creationId xmlns:a16="http://schemas.microsoft.com/office/drawing/2014/main" id="{C58E5BD1-2DD9-426B-A788-FAD2F9C6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529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a 路偏移</a:t>
            </a:r>
          </a:p>
        </p:txBody>
      </p:sp>
      <p:sp>
        <p:nvSpPr>
          <p:cNvPr id="80" name="learning-action-3">
            <a:extLst xmlns:a="http://schemas.openxmlformats.org/drawingml/2006/main">
              <a:ext uri="{FF2B5EF4-FFF2-40B4-BE49-F238E27FC236}">
                <a16:creationId xmlns:a16="http://schemas.microsoft.com/office/drawing/2014/main" id="{2550D00D-64BD-4534-B442-3528A8C1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86275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修正 a 路的直流偏移</a:t>
            </a:r>
          </a:p>
        </p:txBody>
      </p:sp>
      <p:sp>
        <p:nvSpPr>
          <p:cNvPr id="85" name="learning-product-4">
            <a:extLst xmlns:a="http://schemas.openxmlformats.org/drawingml/2006/main">
              <a:ext uri="{FF2B5EF4-FFF2-40B4-BE49-F238E27FC236}">
                <a16:creationId xmlns:a16="http://schemas.microsoft.com/office/drawing/2014/main" id="{4F121051-36F5-4C7A-9502-B2612543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768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learning-integrator-4">
            <a:extLst xmlns:a="http://schemas.openxmlformats.org/drawingml/2006/main">
              <a:ext uri="{FF2B5EF4-FFF2-40B4-BE49-F238E27FC236}">
                <a16:creationId xmlns:a16="http://schemas.microsoft.com/office/drawing/2014/main" id="{C5B7B43D-E08F-4DD7-BC96-4A23FC7C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768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緩慢積分</a:t>
            </a:r>
          </a:p>
        </p:txBody>
      </p:sp>
      <p:sp>
        <p:nvSpPr>
          <p:cNvPr id="87" name="learning-output-4">
            <a:extLst xmlns:a="http://schemas.openxmlformats.org/drawingml/2006/main">
              <a:ext uri="{FF2B5EF4-FFF2-40B4-BE49-F238E27FC236}">
                <a16:creationId xmlns:a16="http://schemas.microsoft.com/office/drawing/2014/main" id="{8E713536-CC3C-408D-8E65-8CE1FE21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76800"/>
            <a:ext cx="3505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learning-input-4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D6D6A546-0315-4D2E-BAAF-5DB472DF37F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409825" y="4895850"/>
                <a:ext cx="114300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+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y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8" name="learning-input-4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D6D6A546-0315-4D2E-BAAF-5DB472DF37F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81300" y="4972050"/>
                <a:ext cx="400050" cy="1714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5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learning-state-4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9EA669AF-63D3-4689-9750-43D1D3431C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838825" y="4895850"/>
                <a:ext cx="5905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o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89" name="learning-state-4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9EA669AF-63D3-4689-9750-43D1D3431C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24562" y="4981575"/>
                <a:ext cx="219075" cy="1524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6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90" name="learning-state-label-4">
            <a:extLst xmlns:a="http://schemas.openxmlformats.org/drawingml/2006/main">
              <a:ext uri="{FF2B5EF4-FFF2-40B4-BE49-F238E27FC236}">
                <a16:creationId xmlns:a16="http://schemas.microsoft.com/office/drawing/2014/main" id="{C166A7EE-CCF9-4A50-A3CC-29BB7239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9530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b 路偏移</a:t>
            </a:r>
          </a:p>
        </p:txBody>
      </p:sp>
      <p:sp>
        <p:nvSpPr>
          <p:cNvPr id="91" name="learning-action-4">
            <a:extLst xmlns:a="http://schemas.openxmlformats.org/drawingml/2006/main">
              <a:ext uri="{FF2B5EF4-FFF2-40B4-BE49-F238E27FC236}">
                <a16:creationId xmlns:a16="http://schemas.microsoft.com/office/drawing/2014/main" id="{CFF0B821-CB5A-4D16-91CA-A7EE202B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86325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修正 b 路的直流偏移</a:t>
            </a:r>
          </a:p>
        </p:txBody>
      </p:sp>
      <p:sp>
        <p:nvSpPr>
          <p:cNvPr id="96" name="learning-update">
            <a:extLst xmlns:a="http://schemas.openxmlformats.org/drawingml/2006/main">
              <a:ext uri="{FF2B5EF4-FFF2-40B4-BE49-F238E27FC236}">
                <a16:creationId xmlns:a16="http://schemas.microsoft.com/office/drawing/2014/main" id="{250C7277-0210-43FB-ACA3-6D059DB6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14775"/>
            <a:ext cx="1581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更新補償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參數</a:t>
            </a:r>
          </a:p>
        </p:txBody>
      </p:sp>
      <p:sp>
        <p:nvSpPr>
          <p:cNvPr id="98" name="learning-feedback-lower-right">
            <a:extLst xmlns:a="http://schemas.openxmlformats.org/drawingml/2006/main">
              <a:ext uri="{FF2B5EF4-FFF2-40B4-BE49-F238E27FC236}">
                <a16:creationId xmlns:a16="http://schemas.microsoft.com/office/drawing/2014/main" id="{38BFC21B-2EFD-4B90-B6FC-EA3681A8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457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learning-feedback-lower-left">
            <a:extLst xmlns:a="http://schemas.openxmlformats.org/drawingml/2006/main">
              <a:ext uri="{FF2B5EF4-FFF2-40B4-BE49-F238E27FC236}">
                <a16:creationId xmlns:a16="http://schemas.microsoft.com/office/drawing/2014/main" id="{B1EC0E53-2B30-4ED1-855B-048AC93F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457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learning-feedback-upper-left">
            <a:extLst xmlns:a="http://schemas.openxmlformats.org/drawingml/2006/main">
              <a:ext uri="{FF2B5EF4-FFF2-40B4-BE49-F238E27FC236}">
                <a16:creationId xmlns:a16="http://schemas.microsoft.com/office/drawing/2014/main" id="{6C610C9A-4126-4BF3-99CF-74E1867E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552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learning-next-sample">
            <a:extLst xmlns:a="http://schemas.openxmlformats.org/drawingml/2006/main">
              <a:ext uri="{FF2B5EF4-FFF2-40B4-BE49-F238E27FC236}">
                <a16:creationId xmlns:a16="http://schemas.microsoft.com/office/drawing/2014/main" id="{70F92377-EBE7-495D-B6BB-EE8FDB30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57800"/>
            <a:ext cx="342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下一筆取樣生效</a:t>
            </a:r>
          </a:p>
        </p:txBody>
      </p:sp>
      <p:sp>
        <p:nvSpPr>
          <p:cNvPr id="106" name="learning-positive-gains">
            <a:extLst xmlns:a="http://schemas.openxmlformats.org/drawingml/2006/main">
              <a:ext uri="{FF2B5EF4-FFF2-40B4-BE49-F238E27FC236}">
                <a16:creationId xmlns:a16="http://schemas.microsoft.com/office/drawing/2014/main" id="{BE1F60B7-267D-4C0B-8A99-C54C7D57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099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各通道各自使用</a:t>
            </a:r>
          </a:p>
          <a:p xmlns:a="http://schemas.openxmlformats.org/drawingml/2006/main">
            <a: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正學習增益</a:t>
            </a:r>
          </a:p>
        </p:txBody>
      </p:sp>
      <p:sp>
        <p:nvSpPr>
          <p:cNvPr id="107" name="learning-phase-polarity">
            <a:extLst xmlns:a="http://schemas.openxmlformats.org/drawingml/2006/main">
              <a:ext uri="{FF2B5EF4-FFF2-40B4-BE49-F238E27FC236}">
                <a16:creationId xmlns:a16="http://schemas.microsoft.com/office/drawing/2014/main" id="{93B309FE-4A4C-434D-8CC6-FDCC9633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沿用本簡報的相位定義，若正的非正交相位誤差尚未補足，e·S₂ 的角度平均會偏負。</a:t>
            </a:r>
          </a:p>
          <a:p xmlns:a="http://schemas.openxmlformats.org/drawingml/2006/main">
            <a: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此時以負號累積，才能讓 φ_c 增加，補掉剩餘相位誤差。這個負號來自殘差定義與相位補償方向的配合。</a:t>
            </a:r>
          </a:p>
        </p:txBody>
      </p:sp>
      <p:sp>
        <p:nvSpPr>
          <p:cNvPr id="108" name="learning-boundary">
            <a:extLst xmlns:a="http://schemas.openxmlformats.org/drawingml/2006/main">
              <a:ext uri="{FF2B5EF4-FFF2-40B4-BE49-F238E27FC236}">
                <a16:creationId xmlns:a16="http://schemas.microsoft.com/office/drawing/2014/main" id="{37DD827F-12E6-4ED8-BD40-F3A82130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這是接近理想工作點的主要分工，五個通道仍會相互耦合；速度權重與學習啟停，接續下一頁說明。</a:t>
            </a:r>
          </a:p>
        </p:txBody>
      </p:sp>
    </p:spTree>
    <p:extLst>
      <p:ext uri="{BB962C8B-B14F-4D97-AF65-F5344CB8AC3E}">
        <p14:creationId xmlns:p14="http://schemas.microsoft.com/office/powerpoint/2010/main" val="786128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qualification-learning-yes">
            <a:extLst xmlns:a="http://schemas.openxmlformats.org/drawingml/2006/main">
              <a:ext uri="{FF2B5EF4-FFF2-40B4-BE49-F238E27FC236}">
                <a16:creationId xmlns:a16="http://schemas.microsoft.com/office/drawing/2014/main" id="{A9EA5F2B-293D-4E2B-A173-732FAFE93071}"/>
              </a:ext>
            </a:extLst>
          </p:cNvPr>
          <p:cNvCxnSpPr>
            <a:stCxn xmlns:a="http://schemas.openxmlformats.org/drawingml/2006/main" id="30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0315575" y="4524375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tailEnd type="triangle" w="med" len="med"/>
          </a:ln>
        </p:spPr>
      </p:cxnSp>
      <p:cxnSp>
        <p:nvCxnSpPr>
          <p:cNvPr id="41" name="qualification-learning-no">
            <a:extLst xmlns:a="http://schemas.openxmlformats.org/drawingml/2006/main">
              <a:ext uri="{FF2B5EF4-FFF2-40B4-BE49-F238E27FC236}">
                <a16:creationId xmlns:a16="http://schemas.microsoft.com/office/drawing/2014/main" id="{E4E062D7-7CD8-441F-ACC2-12A1B943F8FF}"/>
              </a:ext>
            </a:extLst>
          </p:cNvPr>
          <p:cNvCxnSpPr>
            <a:stCxn xmlns:a="http://schemas.openxmlformats.org/drawingml/2006/main" id="34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8020050" y="434340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26173"/>
            </a:solidFill>
            <a:tailEnd type="triangle" w="med" len="med"/>
          </a:ln>
        </p:spPr>
      </p:cxnSp>
      <p:cxnSp>
        <p:nvCxnSpPr>
          <p:cNvPr id="40" name="qualification-learning-no-turn">
            <a:extLst xmlns:a="http://schemas.openxmlformats.org/drawingml/2006/main">
              <a:ext uri="{FF2B5EF4-FFF2-40B4-BE49-F238E27FC236}">
                <a16:creationId xmlns:a16="http://schemas.microsoft.com/office/drawing/2014/main" id="{AA2F06EE-25C7-4C79-8BA0-01513A4B934D}"/>
              </a:ext>
            </a:extLst>
          </p:cNvPr>
          <p:cNvCxnSpPr>
            <a:stCxn xmlns:a="http://schemas.openxmlformats.org/drawingml/2006/main" id="30" idx="1"/>
            <a:endCxn xmlns:a="http://schemas.openxmlformats.org/drawingml/2006/main" id="34" idx="3"/>
          </p:cNvCxnSpPr>
          <p:nvPr/>
        </p:nvCxnSpPr>
        <p:spPr>
          <a:xfrm xmlns:a="http://schemas.openxmlformats.org/drawingml/2006/main" flipH="1">
            <a:off x="8029575" y="4333875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26173"/>
            </a:solidFill>
          </a:ln>
        </p:spPr>
      </p:cxnSp>
      <p:cxnSp>
        <p:nvCxnSpPr>
          <p:cNvPr id="39" name="qualification-valid-to-learning">
            <a:extLst xmlns:a="http://schemas.openxmlformats.org/drawingml/2006/main">
              <a:ext uri="{FF2B5EF4-FFF2-40B4-BE49-F238E27FC236}">
                <a16:creationId xmlns:a16="http://schemas.microsoft.com/office/drawing/2014/main" id="{7888E89C-D812-40A7-8017-57E358C8ECDD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0315575" y="38957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26173"/>
            </a:solidFill>
            <a:tailEnd type="triangle" w="med" len="med"/>
          </a:ln>
        </p:spPr>
      </p:cxnSp>
      <p:cxnSp>
        <p:nvCxnSpPr>
          <p:cNvPr id="38" name="qualification-measurement-yes">
            <a:extLst xmlns:a="http://schemas.openxmlformats.org/drawingml/2006/main">
              <a:ext uri="{FF2B5EF4-FFF2-40B4-BE49-F238E27FC236}">
                <a16:creationId xmlns:a16="http://schemas.microsoft.com/office/drawing/2014/main" id="{FAF58A74-F2B2-4A88-955A-94C543949276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10315575" y="320992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26173"/>
            </a:solidFill>
            <a:tailEnd type="triangle" w="med" len="med"/>
          </a:ln>
        </p:spPr>
      </p:cxnSp>
      <p:cxnSp>
        <p:nvCxnSpPr>
          <p:cNvPr id="37" name="qualification-measurement-no">
            <a:extLst xmlns:a="http://schemas.openxmlformats.org/drawingml/2006/main">
              <a:ext uri="{FF2B5EF4-FFF2-40B4-BE49-F238E27FC236}">
                <a16:creationId xmlns:a16="http://schemas.microsoft.com/office/drawing/2014/main" id="{ED8F27A0-F178-4142-862C-5A4BAEBC817D}"/>
              </a:ext>
            </a:extLst>
          </p:cNvPr>
          <p:cNvCxnSpPr>
            <a:stCxn xmlns:a="http://schemas.openxmlformats.org/drawingml/2006/main" id="33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020050" y="3028950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55D35"/>
            </a:solidFill>
            <a:tailEnd type="triangle" w="med" len="med"/>
          </a:ln>
        </p:spPr>
      </p:cxnSp>
      <p:cxnSp>
        <p:nvCxnSpPr>
          <p:cNvPr id="36" name="qualification-measurement-no-turn">
            <a:extLst xmlns:a="http://schemas.openxmlformats.org/drawingml/2006/main">
              <a:ext uri="{FF2B5EF4-FFF2-40B4-BE49-F238E27FC236}">
                <a16:creationId xmlns:a16="http://schemas.microsoft.com/office/drawing/2014/main" id="{AF4A33E8-9B10-4BF4-8EFD-C903CB99D473}"/>
              </a:ext>
            </a:extLst>
          </p:cNvPr>
          <p:cNvCxnSpPr>
            <a:stCxn xmlns:a="http://schemas.openxmlformats.org/drawingml/2006/main" id="27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8029575" y="3019425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55D35"/>
            </a:solidFill>
          </a:ln>
        </p:spPr>
      </p:cxnSp>
      <p:cxnSp>
        <p:nvCxnSpPr>
          <p:cNvPr id="35" name="qualification-sample-to-measurement">
            <a:extLst xmlns:a="http://schemas.openxmlformats.org/drawingml/2006/main">
              <a:ext uri="{FF2B5EF4-FFF2-40B4-BE49-F238E27FC236}">
                <a16:creationId xmlns:a16="http://schemas.microsoft.com/office/drawing/2014/main" id="{AABA387C-57C4-4D83-B0FA-506BE9BE21E2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10220325" y="2600325"/>
            <a:ext cx="9525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26173"/>
            </a:solidFill>
            <a:tailEnd type="triangle" w="med" len="me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1B38C4-E044-4356-992A-09D61216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5547576E-77A5-469C-8DC3-B09B1A39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速度權重與學習資格">
            <a:extLst xmlns:a="http://schemas.openxmlformats.org/drawingml/2006/main">
              <a:ext uri="{FF2B5EF4-FFF2-40B4-BE49-F238E27FC236}">
                <a16:creationId xmlns:a16="http://schemas.microsoft.com/office/drawing/2014/main" id="{DF709199-429C-4753-96E4-04AFC8D4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速度權重與學習資格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BDCE9F-3A92-4709-87F5-004B186C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速度權重與學習啟停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4C395-449F-47E8-92B4-F40DD0D1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BEF9E006-2E32-413D-8652-3AED2251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(2004), p.51–52／R6、D3–D5；啟停與凍結依本專案設計</a:t>
            </a:r>
          </a:p>
        </p:txBody>
      </p:sp>
      <p:sp>
        <p:nvSpPr>
          <p:cNvPr id="7" name="12 / 14">
            <a:extLst xmlns:a="http://schemas.openxmlformats.org/drawingml/2006/main">
              <a:ext uri="{FF2B5EF4-FFF2-40B4-BE49-F238E27FC236}">
                <a16:creationId xmlns:a16="http://schemas.microsoft.com/office/drawing/2014/main" id="{223D3712-9BF6-4471-AD90-04EB6B51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12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0D38D-6C5D-424B-97E9-951A06C6DC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1aa34559946cd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qualification-opening">
            <a:extLst xmlns:a="http://schemas.openxmlformats.org/drawingml/2006/main">
              <a:ext uri="{FF2B5EF4-FFF2-40B4-BE49-F238E27FC236}">
                <a16:creationId xmlns:a16="http://schemas.microsoft.com/office/drawing/2014/main" id="{B92D0194-2CFD-40F1-97B2-235FC341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速度權重決定累積多少，學習許可決定是否更新；</a:t>
            </a:r>
          </a:p>
          <a:p xmlns:a="http://schemas.openxmlformats.org/drawingml/2006/main">
            <a: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參數凍結時，有效訊號仍持續補償。</a:t>
            </a:r>
          </a:p>
        </p:txBody>
      </p:sp>
      <p:sp>
        <p:nvSpPr>
          <p:cNvPr id="10" name="qualification-heading-225">
            <a:extLst xmlns:a="http://schemas.openxmlformats.org/drawingml/2006/main">
              <a:ext uri="{FF2B5EF4-FFF2-40B4-BE49-F238E27FC236}">
                <a16:creationId xmlns:a16="http://schemas.microsoft.com/office/drawing/2014/main" id="{46E2DA37-3713-40D5-9EF5-5697325D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630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速度權重：按照走過的相位路程累積</a:t>
            </a:r>
          </a:p>
        </p:txBody>
      </p:sp>
      <p:sp>
        <p:nvSpPr>
          <p:cNvPr id="11" name="qualification-weight-explanation">
            <a:extLst xmlns:a="http://schemas.openxmlformats.org/drawingml/2006/main">
              <a:ext uri="{FF2B5EF4-FFF2-40B4-BE49-F238E27FC236}">
                <a16:creationId xmlns:a16="http://schemas.microsoft.com/office/drawing/2014/main" id="{53AD9487-BE7A-4013-861C-93371046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等時間取樣時，低速會在同一段相位留下更多樣本。將速度大小乘上取樣時間，可讓更新量依走過的相位路程加權，減少取樣密度隨速度改變造成的偏重。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qualification-weight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3BF53BF1-F389-41F7-B59D-23D3A9A43A6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2771775"/>
                <a:ext cx="6305550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Δ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ℓ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L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d>
                        <m:dPr>
                          <m:begChr m:val="|"/>
                          <m:endChr m:val="|"/>
                          <m:grow m:val="1"/>
                        </m:dPr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sz="1950">
                                      <a:solidFill>
                                        <a:srgbClr val="253346"/>
                                      </a:solidFill>
                                      <a:latin typeface="Cambria Math"/>
                                    </a:rPr>
                                    <m:t xml:space="preserve">ω</m:t>
                                  </m:r>
                                </m:e>
                              </m:acc>
                            </m:e>
                            <m:sub>
                              <m:r>
                                <a:rPr sz="1950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ε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[</m:t>
                          </m:r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k</m:t>
                          </m:r>
                          <m:r>
                            <m:rPr>
                              <m:sty m:val="p"/>
                            </m:rP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]</m:t>
                          </m:r>
                        </m:e>
                      </m:d>
                      <m:sSub>
                        <m:e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T</m:t>
                          </m:r>
                        </m:e>
                        <m:sub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" name="qualification-weight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3BF53BF1-F389-41F7-B59D-23D3A9A43A6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00287" y="2795587"/>
                <a:ext cx="2924175" cy="2857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7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3" name="qualification-symbols">
            <a:extLst xmlns:a="http://schemas.openxmlformats.org/drawingml/2006/main">
              <a:ext uri="{FF2B5EF4-FFF2-40B4-BE49-F238E27FC236}">
                <a16:creationId xmlns:a16="http://schemas.microsoft.com/office/drawing/2014/main" id="{7B27E730-3A4C-46AA-94B9-E3AA2EDA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Δℓ：本筆允許學習的相位路程，rad。</a:t>
            </a:r>
          </a:p>
          <a:p xmlns:a="http://schemas.openxmlformats.org/drawingml/2006/main">
            <a: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ω̂_ε：感測器訊號相位速度，rad/s。</a:t>
            </a:r>
          </a:p>
          <a:p xmlns:a="http://schemas.openxmlformats.org/drawingml/2006/main">
            <a: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T_s：取樣週期；L：學習許可，合格為 1，否則為 0。</a:t>
            </a:r>
          </a:p>
        </p:txBody>
      </p:sp>
      <p:sp>
        <p:nvSpPr>
          <p:cNvPr id="14" name="qualification-heading-379">
            <a:extLst xmlns:a="http://schemas.openxmlformats.org/drawingml/2006/main">
              <a:ext uri="{FF2B5EF4-FFF2-40B4-BE49-F238E27FC236}">
                <a16:creationId xmlns:a16="http://schemas.microsoft.com/office/drawing/2014/main" id="{4B588B36-476A-412B-8634-D16D4DA5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630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使用絕對值：反轉時保留原本的修正方向</a:t>
            </a:r>
          </a:p>
        </p:txBody>
      </p:sp>
      <p:sp>
        <p:nvSpPr>
          <p:cNvPr id="15" name="qualification-absolute-explanation">
            <a:extLst xmlns:a="http://schemas.openxmlformats.org/drawingml/2006/main">
              <a:ext uri="{FF2B5EF4-FFF2-40B4-BE49-F238E27FC236}">
                <a16:creationId xmlns:a16="http://schemas.microsoft.com/office/drawing/2014/main" id="{0E06AD3C-498F-442B-A39E-4A12559E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6305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五個通道的更新極性已由第 11 頁定義。對相同的殘差與相關圖樣，</a:t>
            </a:r>
          </a:p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轉向不應再次翻轉參數的修正方向，因此速度只提供非負權重。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1DB61-63E5-4B12-8471-07F97D7DD579}"/>
              </a:ext>
            </a:extLst>
          </p:cNvPr>
          <p:cNvGraphicFramePr/>
          <p:nvPr/>
        </p:nvGraphicFramePr>
        <p:xfrm>
          <a:off xmlns:a="http://schemas.openxmlformats.org/drawingml/2006/main" x="609600" y="4305300"/>
          <a:ext xmlns:a="http://schemas.openxmlformats.org/drawingml/2006/main" cx="3181350" cy="628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38300"/>
                <a:gridCol w="1543050"/>
              </a:tblGrid>
              <a:tr h="209550">
                <a:tc>
                  <a:txBody>
                    <a:bodyPr lIns="19050" tIns="19050" rIns="19050" bIns="190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5F7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相位速度</a:t>
                      </a:r>
                    </a:p>
                  </a:txBody>
                  <a:tcPr marL="19050" marR="19050" marT="9525" marB="9525" anchor="ctr">
                    <a:lnL w="5715">
                      <a:solidFill>
                        <a:srgbClr val="C3CAD2"/>
                      </a:solidFill>
                      <a:prstDash val="solid"/>
                    </a:lnL>
                    <a:lnR w="5715">
                      <a:solidFill>
                        <a:srgbClr val="C3CAD2"/>
                      </a:solidFill>
                      <a:prstDash val="solid"/>
                    </a:lnR>
                    <a:lnT w="5715">
                      <a:solidFill>
                        <a:srgbClr val="C3CAD2"/>
                      </a:solidFill>
                      <a:prstDash val="solid"/>
                    </a:lnT>
                    <a:lnB w="5715">
                      <a:solidFill>
                        <a:srgbClr val="C3CAD2"/>
                      </a:solidFill>
                      <a:prstDash val="soli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lIns="19050" tIns="19050" rIns="19050" bIns="190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5F7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本筆相位路程</a:t>
                      </a:r>
                    </a:p>
                  </a:txBody>
                  <a:tcPr marL="19050" marR="19050" marT="9525" marB="9525" anchor="ctr">
                    <a:lnR w="5715">
                      <a:solidFill>
                        <a:srgbClr val="C3CAD2"/>
                      </a:solidFill>
                      <a:prstDash val="solid"/>
                    </a:lnR>
                    <a:lnT w="5715">
                      <a:solidFill>
                        <a:srgbClr val="C3CAD2"/>
                      </a:solidFill>
                      <a:prstDash val="solid"/>
                    </a:lnT>
                    <a:lnB w="5715">
                      <a:solidFill>
                        <a:srgbClr val="C3CAD2"/>
                      </a:solidFill>
                      <a:prstDash val="solid"/>
                    </a:lnB>
                    <a:solidFill>
                      <a:srgbClr val="0B0F14"/>
                    </a:solidFill>
                  </a:tcPr>
                </a:tc>
              </a:tr>
              <a:tr h="209550">
                <a:tc>
                  <a:txBody>
                    <a:bodyPr lIns="19050" tIns="19050" rIns="19050" bIns="190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63" b="0">
                          <a:solidFill>
                            <a:srgbClr val="2533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＋100 rad/s</a:t>
                      </a:r>
                    </a:p>
                  </a:txBody>
                  <a:tcPr marL="19050" marR="19050" marT="9525" marB="9525" anchor="ctr">
                    <a:lnL w="5715">
                      <a:solidFill>
                        <a:srgbClr val="C3CAD2"/>
                      </a:solidFill>
                      <a:prstDash val="solid"/>
                    </a:lnL>
                    <a:lnR w="5715">
                      <a:solidFill>
                        <a:srgbClr val="C3CAD2"/>
                      </a:solidFill>
                      <a:prstDash val="solid"/>
                    </a:lnR>
                    <a:lnB w="5715">
                      <a:solidFill>
                        <a:srgbClr val="C3CAD2"/>
                      </a:solidFill>
                      <a:prstDash val="solid"/>
                    </a:lnB>
                    <a:solidFill>
                      <a:srgbClr val="E8EBEE"/>
                    </a:solidFill>
                  </a:tcPr>
                </a:tc>
                <a:tc>
                  <a:txBody>
                    <a:bodyPr lIns="19050" tIns="19050" rIns="19050" bIns="190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63" b="0">
                          <a:solidFill>
                            <a:srgbClr val="2533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0.01 rad</a:t>
                      </a:r>
                    </a:p>
                  </a:txBody>
                  <a:tcPr marL="19050" marR="19050" marT="9525" marB="9525" anchor="ctr">
                    <a:lnR w="5715">
                      <a:solidFill>
                        <a:srgbClr val="C3CAD2"/>
                      </a:solidFill>
                      <a:prstDash val="solid"/>
                    </a:lnR>
                    <a:lnB w="5715">
                      <a:solidFill>
                        <a:srgbClr val="C3CAD2"/>
                      </a:solidFill>
                      <a:prstDash val="solid"/>
                    </a:lnB>
                    <a:solidFill>
                      <a:srgbClr val="E8EBEE"/>
                    </a:solidFill>
                  </a:tcPr>
                </a:tc>
              </a:tr>
              <a:tr h="209550">
                <a:tc>
                  <a:txBody>
                    <a:bodyPr lIns="19050" tIns="19050" rIns="19050" bIns="190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63" b="0">
                          <a:solidFill>
                            <a:srgbClr val="2533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−100 rad/s</a:t>
                      </a:r>
                    </a:p>
                  </a:txBody>
                  <a:tcPr marL="19050" marR="19050" marT="9525" marB="9525" anchor="ctr">
                    <a:lnL w="5715">
                      <a:solidFill>
                        <a:srgbClr val="C3CAD2"/>
                      </a:solidFill>
                      <a:prstDash val="solid"/>
                    </a:lnL>
                    <a:lnR w="5715">
                      <a:solidFill>
                        <a:srgbClr val="C3CAD2"/>
                      </a:solidFill>
                      <a:prstDash val="solid"/>
                    </a:lnR>
                    <a:lnB w="5715">
                      <a:solidFill>
                        <a:srgbClr val="C3CAD2"/>
                      </a:solidFill>
                      <a:prstDash val="solid"/>
                    </a:lnB>
                    <a:solidFill>
                      <a:srgbClr val="E8EBEE"/>
                    </a:solidFill>
                  </a:tcPr>
                </a:tc>
                <a:tc>
                  <a:txBody>
                    <a:bodyPr lIns="19050" tIns="19050" rIns="19050" bIns="190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63" b="0">
                          <a:solidFill>
                            <a:srgbClr val="2533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0.01 rad</a:t>
                      </a:r>
                    </a:p>
                  </a:txBody>
                  <a:tcPr marL="19050" marR="19050" marT="9525" marB="9525" anchor="ctr">
                    <a:lnR w="5715">
                      <a:solidFill>
                        <a:srgbClr val="C3CAD2"/>
                      </a:solidFill>
                      <a:prstDash val="solid"/>
                    </a:lnR>
                    <a:lnB w="5715">
                      <a:solidFill>
                        <a:srgbClr val="C3CAD2"/>
                      </a:solidFill>
                      <a:prstDash val="solid"/>
                    </a:lnB>
                    <a:solidFill>
                      <a:srgbClr val="E8EBEE"/>
                    </a:solidFill>
                  </a:tcPr>
                </a:tc>
              </a:tr>
            </a:tbl>
          </a:graphicData>
        </a:graphic>
      </p:graphicFrame>
      <p:sp>
        <p:nvSpPr>
          <p:cNvPr id="17" name="qualification-example-setting">
            <a:extLst xmlns:a="http://schemas.openxmlformats.org/drawingml/2006/main">
              <a:ext uri="{FF2B5EF4-FFF2-40B4-BE49-F238E27FC236}">
                <a16:creationId xmlns:a16="http://schemas.microsoft.com/office/drawing/2014/main" id="{6160514B-2A2B-464E-8C3E-6B5AA1C8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14825"/>
            <a:ext cx="2971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取樣週期 T_s=100 μs，且允許學習：</a:t>
            </a:r>
          </a:p>
        </p:txBody>
      </p:sp>
      <p:sp>
        <p:nvSpPr>
          <p:cNvPr id="18" name="qualification-example-conclusion">
            <a:extLst xmlns:a="http://schemas.openxmlformats.org/drawingml/2006/main">
              <a:ext uri="{FF2B5EF4-FFF2-40B4-BE49-F238E27FC236}">
                <a16:creationId xmlns:a16="http://schemas.microsoft.com/office/drawing/2014/main" id="{410E4B8A-96CB-4ADA-9A53-23F5636E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62475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兩種轉向使用相同權重；若直接使用帶正負號的速度，反轉會連同參數更新方向一起翻轉。</a:t>
            </a:r>
          </a:p>
        </p:txBody>
      </p:sp>
      <p:sp>
        <p:nvSpPr>
          <p:cNvPr id="19" name="qualification-heading-526">
            <a:extLst xmlns:a="http://schemas.openxmlformats.org/drawingml/2006/main">
              <a:ext uri="{FF2B5EF4-FFF2-40B4-BE49-F238E27FC236}">
                <a16:creationId xmlns:a16="http://schemas.microsoft.com/office/drawing/2014/main" id="{09204F72-72E4-49D2-BF16-2578EA3F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30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學習啟停：資料、速度與運動條件都須合格</a:t>
            </a:r>
          </a:p>
        </p:txBody>
      </p:sp>
      <p:sp>
        <p:nvSpPr>
          <p:cNvPr id="20" name="qualification-permission">
            <a:extLst xmlns:a="http://schemas.openxmlformats.org/drawingml/2006/main">
              <a:ext uri="{FF2B5EF4-FFF2-40B4-BE49-F238E27FC236}">
                <a16:creationId xmlns:a16="http://schemas.microsoft.com/office/drawing/2014/main" id="{5A0E3124-38AF-4CDE-80BA-F17D5472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5777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四項皆合格：L=1</a:t>
            </a:r>
          </a:p>
        </p:txBody>
      </p:sp>
      <p:sp>
        <p:nvSpPr>
          <p:cNvPr id="21" name="qualification-condition-0">
            <a:extLst xmlns:a="http://schemas.openxmlformats.org/drawingml/2006/main">
              <a:ext uri="{FF2B5EF4-FFF2-40B4-BE49-F238E27FC236}">
                <a16:creationId xmlns:a16="http://schemas.microsoft.com/office/drawing/2014/main" id="{92D91383-51AF-4744-B746-705F0789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630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資料有效：原始訊號、補償計算及平方和檢查皆合格。</a:t>
            </a:r>
          </a:p>
        </p:txBody>
      </p:sp>
      <p:sp>
        <p:nvSpPr>
          <p:cNvPr id="22" name="qualification-condition-1">
            <a:extLst xmlns:a="http://schemas.openxmlformats.org/drawingml/2006/main">
              <a:ext uri="{FF2B5EF4-FFF2-40B4-BE49-F238E27FC236}">
                <a16:creationId xmlns:a16="http://schemas.microsoft.com/office/drawing/2014/main" id="{9EC0BE04-BA6F-401A-9A43-9DBE7C63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630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速度有效：速度估測可信，且大小落在設定的學習範圍。</a:t>
            </a:r>
          </a:p>
        </p:txBody>
      </p:sp>
      <p:sp>
        <p:nvSpPr>
          <p:cNvPr id="23" name="qualification-condition-2">
            <a:extLst xmlns:a="http://schemas.openxmlformats.org/drawingml/2006/main">
              <a:ext uri="{FF2B5EF4-FFF2-40B4-BE49-F238E27FC236}">
                <a16:creationId xmlns:a16="http://schemas.microsoft.com/office/drawing/2014/main" id="{52010DE6-9E69-4C31-B04C-3D6AAB87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630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運動合格：近期具充分相位覆蓋，取樣未集中在少數固定相位。</a:t>
            </a:r>
          </a:p>
        </p:txBody>
      </p:sp>
      <p:sp>
        <p:nvSpPr>
          <p:cNvPr id="24" name="qualification-condition-3">
            <a:extLst xmlns:a="http://schemas.openxmlformats.org/drawingml/2006/main">
              <a:ext uri="{FF2B5EF4-FFF2-40B4-BE49-F238E27FC236}">
                <a16:creationId xmlns:a16="http://schemas.microsoft.com/office/drawing/2014/main" id="{857CECCC-DB2F-4E7D-8B4E-78AE36EC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630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學習獲准：上層允許學習，且無學習數值錯誤鎖定。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26D6D1-F757-4F88-B36B-16DD4EC4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43125"/>
            <a:ext cx="0" cy="3705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26" name="qualification-sample">
            <a:extLst xmlns:a="http://schemas.openxmlformats.org/drawingml/2006/main">
              <a:ext uri="{FF2B5EF4-FFF2-40B4-BE49-F238E27FC236}">
                <a16:creationId xmlns:a16="http://schemas.microsoft.com/office/drawing/2014/main" id="{76D1E74A-B686-4CE4-9C6B-BC8AC221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以目前參數完成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取樣與補償檢查</a:t>
            </a:r>
          </a:p>
        </p:txBody>
      </p:sp>
      <p:sp>
        <p:nvSpPr>
          <p:cNvPr id="27" name="qualification-measurement">
            <a:extLst xmlns:a="http://schemas.openxmlformats.org/drawingml/2006/main">
              <a:ext uri="{FF2B5EF4-FFF2-40B4-BE49-F238E27FC236}">
                <a16:creationId xmlns:a16="http://schemas.microsoft.com/office/drawing/2014/main" id="{4D4F5F90-22D3-4708-8052-DC3FD7B9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28925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量測有效？</a:t>
            </a:r>
          </a:p>
        </p:txBody>
      </p:sp>
      <p:sp>
        <p:nvSpPr>
          <p:cNvPr id="28" name="qualification-invalid">
            <a:extLst xmlns:a="http://schemas.openxmlformats.org/drawingml/2006/main">
              <a:ext uri="{FF2B5EF4-FFF2-40B4-BE49-F238E27FC236}">
                <a16:creationId xmlns:a16="http://schemas.microsoft.com/office/drawing/2014/main" id="{B557E039-DFFC-4515-B821-F69C426E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14725"/>
            <a:ext cx="1562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55D35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保留參數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位置無效</a:t>
            </a:r>
          </a:p>
        </p:txBody>
      </p:sp>
      <p:sp>
        <p:nvSpPr>
          <p:cNvPr id="29" name="qualification-valid">
            <a:extLst xmlns:a="http://schemas.openxmlformats.org/drawingml/2006/main">
              <a:ext uri="{FF2B5EF4-FFF2-40B4-BE49-F238E27FC236}">
                <a16:creationId xmlns:a16="http://schemas.microsoft.com/office/drawing/2014/main" id="{17154918-2FDC-4B3B-9B31-F150B8DB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14725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本筆位置有效</a:t>
            </a:r>
          </a:p>
        </p:txBody>
      </p:sp>
      <p:sp>
        <p:nvSpPr>
          <p:cNvPr id="30" name="qualification-learning">
            <a:extLst xmlns:a="http://schemas.openxmlformats.org/drawingml/2006/main">
              <a:ext uri="{FF2B5EF4-FFF2-40B4-BE49-F238E27FC236}">
                <a16:creationId xmlns:a16="http://schemas.microsoft.com/office/drawing/2014/main" id="{CC436A51-C2F3-4B94-AB7B-9C72ADE8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43375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學習條件合格？</a:t>
            </a:r>
          </a:p>
        </p:txBody>
      </p:sp>
      <p:sp>
        <p:nvSpPr>
          <p:cNvPr id="31" name="qualification-freeze">
            <a:extLst xmlns:a="http://schemas.openxmlformats.org/drawingml/2006/main">
              <a:ext uri="{FF2B5EF4-FFF2-40B4-BE49-F238E27FC236}">
                <a16:creationId xmlns:a16="http://schemas.microsoft.com/office/drawing/2014/main" id="{ED438B2D-8CCE-43D6-B7BE-3431B53F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24425"/>
            <a:ext cx="1562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526173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凍結參數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沿用保留參數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持續補償</a:t>
            </a:r>
          </a:p>
        </p:txBody>
      </p:sp>
      <p:sp>
        <p:nvSpPr>
          <p:cNvPr id="32" name="qualification-update">
            <a:extLst xmlns:a="http://schemas.openxmlformats.org/drawingml/2006/main">
              <a:ext uri="{FF2B5EF4-FFF2-40B4-BE49-F238E27FC236}">
                <a16:creationId xmlns:a16="http://schemas.microsoft.com/office/drawing/2014/main" id="{645CC56D-CEF7-4900-9F7A-1E9022D3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24425"/>
            <a:ext cx="2533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速度絕對值加權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五通道緩慢更新</a:t>
            </a:r>
          </a:p>
        </p:txBody>
      </p:sp>
      <p:sp>
        <p:nvSpPr>
          <p:cNvPr id="33" name="qualification-invalid-bend">
            <a:extLst xmlns:a="http://schemas.openxmlformats.org/drawingml/2006/main">
              <a:ext uri="{FF2B5EF4-FFF2-40B4-BE49-F238E27FC236}">
                <a16:creationId xmlns:a16="http://schemas.microsoft.com/office/drawing/2014/main" id="{A6CB252B-D083-4FCA-8436-09778A25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99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qualification-freeze-bend">
            <a:extLst xmlns:a="http://schemas.openxmlformats.org/drawingml/2006/main">
              <a:ext uri="{FF2B5EF4-FFF2-40B4-BE49-F238E27FC236}">
                <a16:creationId xmlns:a16="http://schemas.microsoft.com/office/drawing/2014/main" id="{3ECC6F1B-74D7-441C-B649-36D42C89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324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qualification-measurement-no-label">
            <a:extLst xmlns:a="http://schemas.openxmlformats.org/drawingml/2006/main">
              <a:ext uri="{FF2B5EF4-FFF2-40B4-BE49-F238E27FC236}">
                <a16:creationId xmlns:a16="http://schemas.microsoft.com/office/drawing/2014/main" id="{01FAB5BD-9D1D-473B-90AD-8CBEE47E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771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44" name="qualification-measurement-yes-label">
            <a:extLst xmlns:a="http://schemas.openxmlformats.org/drawingml/2006/main">
              <a:ext uri="{FF2B5EF4-FFF2-40B4-BE49-F238E27FC236}">
                <a16:creationId xmlns:a16="http://schemas.microsoft.com/office/drawing/2014/main" id="{740D3658-65C4-4604-A3C1-E3BEE19B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480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45" name="qualification-learning-no-label">
            <a:extLst xmlns:a="http://schemas.openxmlformats.org/drawingml/2006/main">
              <a:ext uri="{FF2B5EF4-FFF2-40B4-BE49-F238E27FC236}">
                <a16:creationId xmlns:a16="http://schemas.microsoft.com/office/drawing/2014/main" id="{3E043C94-7981-4FCF-A86E-A631BCBD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0957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46" name="qualification-learning-yes-label">
            <a:extLst xmlns:a="http://schemas.openxmlformats.org/drawingml/2006/main">
              <a:ext uri="{FF2B5EF4-FFF2-40B4-BE49-F238E27FC236}">
                <a16:creationId xmlns:a16="http://schemas.microsoft.com/office/drawing/2014/main" id="{FE9E1C0F-CD8F-4AA0-9FF2-19023624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6386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是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qualification-freeze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9774736F-3F65-4B6B-AB14-7E15DCF49D9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143750" y="5581650"/>
                <a:ext cx="2152650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5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sz="15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5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5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+1] = </m:t>
                      </m:r>
                      <m:r>
                        <a:rPr sz="15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sz="15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5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5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7" name="qualification-freeze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9774736F-3F65-4B6B-AB14-7E15DCF49D9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539037" y="5638800"/>
                <a:ext cx="1362075" cy="1905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8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48" name="qualification-next-sample">
            <a:extLst xmlns:a="http://schemas.openxmlformats.org/drawingml/2006/main">
              <a:ext uri="{FF2B5EF4-FFF2-40B4-BE49-F238E27FC236}">
                <a16:creationId xmlns:a16="http://schemas.microsoft.com/office/drawing/2014/main" id="{1529FEA4-E07E-4CD9-B14B-87BC2D6C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292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下一筆取樣生效</a:t>
            </a:r>
          </a:p>
        </p:txBody>
      </p:sp>
      <p:sp>
        <p:nvSpPr>
          <p:cNvPr id="49" name="qualification-boundary-0">
            <a:extLst xmlns:a="http://schemas.openxmlformats.org/drawingml/2006/main">
              <a:ext uri="{FF2B5EF4-FFF2-40B4-BE49-F238E27FC236}">
                <a16:creationId xmlns:a16="http://schemas.microsoft.com/office/drawing/2014/main" id="{DCB33753-9720-4C95-A5A9-922BE7C2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路程不等於覆蓋：反覆走同一小段，即使累積路程很長，也可能缺少辨識資訊。</a:t>
            </a:r>
          </a:p>
        </p:txBody>
      </p:sp>
      <p:sp>
        <p:nvSpPr>
          <p:cNvPr id="50" name="qualification-boundary-1">
            <a:extLst xmlns:a="http://schemas.openxmlformats.org/drawingml/2006/main">
              <a:ext uri="{FF2B5EF4-FFF2-40B4-BE49-F238E27FC236}">
                <a16:creationId xmlns:a16="http://schemas.microsoft.com/office/drawing/2014/main" id="{AB3E6E28-2AD9-4A1A-B64E-13654CFD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更新異常時保留原參數：若學習候選值發生數值異常，停止後續學習；本筆已通過檢查的量測仍有效。</a:t>
            </a:r>
          </a:p>
        </p:txBody>
      </p:sp>
    </p:spTree>
    <p:extLst>
      <p:ext uri="{BB962C8B-B14F-4D97-AF65-F5344CB8AC3E}">
        <p14:creationId xmlns:p14="http://schemas.microsoft.com/office/powerpoint/2010/main" val="3306118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0" name="verification-reference-accuracy">
            <a:extLst xmlns:a="http://schemas.openxmlformats.org/drawingml/2006/main">
              <a:ext uri="{FF2B5EF4-FFF2-40B4-BE49-F238E27FC236}">
                <a16:creationId xmlns:a16="http://schemas.microsoft.com/office/drawing/2014/main" id="{9F856843-4626-45FE-BB41-2EE8AF61C323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8324850" y="5838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tailEnd type="triangle" w="med" len="med"/>
          </a:ln>
        </p:spPr>
      </p:cxnSp>
      <p:cxnSp>
        <p:nvCxnSpPr>
          <p:cNvPr id="49" name="verification-phase-reference">
            <a:extLst xmlns:a="http://schemas.openxmlformats.org/drawingml/2006/main">
              <a:ext uri="{FF2B5EF4-FFF2-40B4-BE49-F238E27FC236}">
                <a16:creationId xmlns:a16="http://schemas.microsoft.com/office/drawing/2014/main" id="{665C265C-EFA2-44D6-9C77-7694AE46C387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5429250" y="5838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tailEnd type="triangle" w="med" len="med"/>
          </a:ln>
        </p:spPr>
      </p:cxnSp>
      <p:cxnSp>
        <p:nvCxnSpPr>
          <p:cNvPr id="48" name="verification-phase-input">
            <a:extLst xmlns:a="http://schemas.openxmlformats.org/drawingml/2006/main">
              <a:ext uri="{FF2B5EF4-FFF2-40B4-BE49-F238E27FC236}">
                <a16:creationId xmlns:a16="http://schemas.microsoft.com/office/drawing/2014/main" id="{6EB5F779-C15F-4A99-9DF5-AA9A9F3DA0A2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3067050" y="58388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tailEnd type="triangle" w="med" len="med"/>
          </a:ln>
        </p:spPr>
      </p:cxnSp>
      <p:cxnSp>
        <p:nvCxnSpPr>
          <p:cNvPr id="47" name="verification-observation-output">
            <a:extLst xmlns:a="http://schemas.openxmlformats.org/drawingml/2006/main">
              <a:ext uri="{FF2B5EF4-FFF2-40B4-BE49-F238E27FC236}">
                <a16:creationId xmlns:a16="http://schemas.microsoft.com/office/drawing/2014/main" id="{A301A5A3-85C6-41A6-AAED-0C37B4478C60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5848350" y="53340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tailEnd type="triangle" w="med" len="med"/>
          </a:ln>
        </p:spPr>
      </p:cxnSp>
      <p:cxnSp>
        <p:nvCxnSpPr>
          <p:cNvPr id="46" name="verification-observation-input">
            <a:extLst xmlns:a="http://schemas.openxmlformats.org/drawingml/2006/main">
              <a:ext uri="{FF2B5EF4-FFF2-40B4-BE49-F238E27FC236}">
                <a16:creationId xmlns:a16="http://schemas.microsoft.com/office/drawing/2014/main" id="{4C6E4F91-4048-496C-8F53-B08DDF4C71F5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3067050" y="5334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tailEnd type="triangle" w="med" len="med"/>
          </a:ln>
        </p:spPr>
      </p:cxnSp>
      <p:cxnSp>
        <p:nvCxnSpPr>
          <p:cNvPr id="45" name="verification-branch-down">
            <a:extLst xmlns:a="http://schemas.openxmlformats.org/drawingml/2006/main">
              <a:ext uri="{FF2B5EF4-FFF2-40B4-BE49-F238E27FC236}">
                <a16:creationId xmlns:a16="http://schemas.microsoft.com/office/drawing/2014/main" id="{FBBD5023-FB8E-4ACC-AC10-CAD8BA7544FD}"/>
              </a:ext>
            </a:extLst>
          </p:cNvPr>
          <p:cNvCxnSpPr>
            <a:stCxn xmlns:a="http://schemas.openxmlformats.org/drawingml/2006/main" id="35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3057525" y="56769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</a:ln>
        </p:spPr>
      </p:cxnSp>
      <p:cxnSp>
        <p:nvCxnSpPr>
          <p:cNvPr id="44" name="verification-branch-up">
            <a:extLst xmlns:a="http://schemas.openxmlformats.org/drawingml/2006/main">
              <a:ext uri="{FF2B5EF4-FFF2-40B4-BE49-F238E27FC236}">
                <a16:creationId xmlns:a16="http://schemas.microsoft.com/office/drawing/2014/main" id="{A3DEF38F-0A14-41D6-9CEC-0B2B8F2C81AC}"/>
              </a:ext>
            </a:extLst>
          </p:cNvPr>
          <p:cNvCxnSpPr>
            <a:stCxn xmlns:a="http://schemas.openxmlformats.org/drawingml/2006/main" id="35" idx="0"/>
            <a:endCxn xmlns:a="http://schemas.openxmlformats.org/drawingml/2006/main" id="36" idx="2"/>
          </p:cNvCxnSpPr>
          <p:nvPr/>
        </p:nvCxnSpPr>
        <p:spPr>
          <a:xfrm xmlns:a="http://schemas.openxmlformats.org/drawingml/2006/main" flipV="1">
            <a:off x="3057525" y="534352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</a:ln>
        </p:spPr>
      </p:cxnSp>
      <p:cxnSp>
        <p:nvCxnSpPr>
          <p:cNvPr id="43" name="verification-source-to-branch">
            <a:extLst xmlns:a="http://schemas.openxmlformats.org/drawingml/2006/main">
              <a:ext uri="{FF2B5EF4-FFF2-40B4-BE49-F238E27FC236}">
                <a16:creationId xmlns:a16="http://schemas.microsoft.com/office/drawing/2014/main" id="{337A6063-0D43-46EF-8C46-BCA576CD6831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762250" y="5667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193BD9-B7F2-4F4D-AE2A-714F7C2F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C11ECC23-4713-4C66-9135-C36E971E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適用條件與工程驗證">
            <a:extLst xmlns:a="http://schemas.openxmlformats.org/drawingml/2006/main">
              <a:ext uri="{FF2B5EF4-FFF2-40B4-BE49-F238E27FC236}">
                <a16:creationId xmlns:a16="http://schemas.microsoft.com/office/drawing/2014/main" id="{199DD730-46C6-406D-B3AB-5C93851B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適用條件與工程驗證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DE3D29-8DE7-49CE-8C02-CD0FE2E3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GPOC 的適用條件與工程驗證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18B22-F522-44E4-8CAE-774957B8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8B1E9A08-4A54-4FE7-BFE1-0E22E909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依據 R7、D1、D5–D6；本專案完整閉迴路與實機驗證尚待完成。</a:t>
            </a:r>
          </a:p>
        </p:txBody>
      </p:sp>
      <p:sp>
        <p:nvSpPr>
          <p:cNvPr id="7" name="13 / 14">
            <a:extLst xmlns:a="http://schemas.openxmlformats.org/drawingml/2006/main">
              <a:ext uri="{FF2B5EF4-FFF2-40B4-BE49-F238E27FC236}">
                <a16:creationId xmlns:a16="http://schemas.microsoft.com/office/drawing/2014/main" id="{B15389C0-65AF-4F5B-84ED-50A486AB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13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34BD4-D7F1-4236-A398-1613273C79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0abc6a1134bcd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verification-opening">
            <a:extLst xmlns:a="http://schemas.openxmlformats.org/drawingml/2006/main">
              <a:ext uri="{FF2B5EF4-FFF2-40B4-BE49-F238E27FC236}">
                <a16:creationId xmlns:a16="http://schemas.microsoft.com/office/drawing/2014/main" id="{B1D2E9E7-97E6-4761-A5E7-9C1DC3F9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GPOC 利用五個參數校正模型內的系統性失真。</a:t>
            </a:r>
          </a:p>
          <a:p xmlns:a="http://schemas.openxmlformats.org/drawingml/2006/main">
            <a: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應用時，須同時確認訊號模型、學習條件與實際量測精度。</a:t>
            </a:r>
          </a:p>
        </p:txBody>
      </p:sp>
      <p:sp>
        <p:nvSpPr>
          <p:cNvPr id="10" name="verification-column-0">
            <a:extLst xmlns:a="http://schemas.openxmlformats.org/drawingml/2006/main">
              <a:ext uri="{FF2B5EF4-FFF2-40B4-BE49-F238E27FC236}">
                <a16:creationId xmlns:a16="http://schemas.microsoft.com/office/drawing/2014/main" id="{EC552A88-E260-4796-B04C-2D16A1AD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適用條件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D73E6-6EBF-4316-A02D-9EC6919C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80"/>
            </a:solidFill>
            <a:prstDash val="solid"/>
          </a:ln>
        </p:spPr>
      </p:sp>
      <p:sp>
        <p:nvSpPr>
          <p:cNvPr id="12" name="verification-item-0-0-title">
            <a:extLst xmlns:a="http://schemas.openxmlformats.org/drawingml/2006/main">
              <a:ext uri="{FF2B5EF4-FFF2-40B4-BE49-F238E27FC236}">
                <a16:creationId xmlns:a16="http://schemas.microsoft.com/office/drawing/2014/main" id="{5DC8C7BD-D4CF-46C9-B2B7-FCA3B217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誤差模型相符</a:t>
            </a:r>
          </a:p>
        </p:txBody>
      </p:sp>
      <p:sp>
        <p:nvSpPr>
          <p:cNvPr id="13" name="verification-item-0-0-description">
            <a:extLst xmlns:a="http://schemas.openxmlformats.org/drawingml/2006/main">
              <a:ext uri="{FF2B5EF4-FFF2-40B4-BE49-F238E27FC236}">
                <a16:creationId xmlns:a16="http://schemas.microsoft.com/office/drawing/2014/main" id="{D8F6B2D7-34B9-4B80-B4A8-FB4F5CC3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主要失真可由偏移、增益與非正交相位描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述，且參數漂移慢於學習的追蹤速度。</a:t>
            </a:r>
          </a:p>
        </p:txBody>
      </p:sp>
      <p:sp>
        <p:nvSpPr>
          <p:cNvPr id="14" name="verification-item-0-1-title">
            <a:extLst xmlns:a="http://schemas.openxmlformats.org/drawingml/2006/main">
              <a:ext uri="{FF2B5EF4-FFF2-40B4-BE49-F238E27FC236}">
                <a16:creationId xmlns:a16="http://schemas.microsoft.com/office/drawing/2014/main" id="{D849E1D9-32A2-404F-9A27-D94E0DCD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雙通道量測可信</a:t>
            </a:r>
          </a:p>
        </p:txBody>
      </p:sp>
      <p:sp>
        <p:nvSpPr>
          <p:cNvPr id="15" name="verification-item-0-1-description">
            <a:extLst xmlns:a="http://schemas.openxmlformats.org/drawingml/2006/main">
              <a:ext uri="{FF2B5EF4-FFF2-40B4-BE49-F238E27FC236}">
                <a16:creationId xmlns:a16="http://schemas.microsoft.com/office/drawing/2014/main" id="{63D5F0FB-C1C2-439C-B905-7B0C0544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兩路訊號同步取樣、未飽和且幅值足夠，並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保有可區分相位的資訊。</a:t>
            </a:r>
          </a:p>
        </p:txBody>
      </p:sp>
      <p:sp>
        <p:nvSpPr>
          <p:cNvPr id="16" name="verification-item-0-2-title">
            <a:extLst xmlns:a="http://schemas.openxmlformats.org/drawingml/2006/main">
              <a:ext uri="{FF2B5EF4-FFF2-40B4-BE49-F238E27FC236}">
                <a16:creationId xmlns:a16="http://schemas.microsoft.com/office/drawing/2014/main" id="{FE96DFAE-9BE1-4F10-9D59-817FEE9C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運動提供充分資訊</a:t>
            </a:r>
          </a:p>
        </p:txBody>
      </p:sp>
      <p:sp>
        <p:nvSpPr>
          <p:cNvPr id="17" name="verification-item-0-2-description">
            <a:extLst xmlns:a="http://schemas.openxmlformats.org/drawingml/2006/main">
              <a:ext uri="{FF2B5EF4-FFF2-40B4-BE49-F238E27FC236}">
                <a16:creationId xmlns:a16="http://schemas.microsoft.com/office/drawing/2014/main" id="{E2C578F9-B275-4AE1-AADC-6A4C17FC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近期運動具備足夠相位覆蓋，取樣不集中在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少數固定相位。</a:t>
            </a:r>
          </a:p>
        </p:txBody>
      </p:sp>
      <p:sp>
        <p:nvSpPr>
          <p:cNvPr id="18" name="verification-column-1">
            <a:extLst xmlns:a="http://schemas.openxmlformats.org/drawingml/2006/main">
              <a:ext uri="{FF2B5EF4-FFF2-40B4-BE49-F238E27FC236}">
                <a16:creationId xmlns:a16="http://schemas.microsoft.com/office/drawing/2014/main" id="{33CD5D9E-4D14-4022-AB4E-58A548FD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0980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方法限制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1307B-9A74-4BEA-9773-55A57178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146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C8325"/>
            </a:solidFill>
            <a:prstDash val="solid"/>
          </a:ln>
        </p:spPr>
      </p:sp>
      <p:sp>
        <p:nvSpPr>
          <p:cNvPr id="20" name="verification-item-1-0-title">
            <a:extLst xmlns:a="http://schemas.openxmlformats.org/drawingml/2006/main">
              <a:ext uri="{FF2B5EF4-FFF2-40B4-BE49-F238E27FC236}">
                <a16:creationId xmlns:a16="http://schemas.microsoft.com/office/drawing/2014/main" id="{C2ADB38A-C4CA-4B1E-BE1A-64623C60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63842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五個參數無法涵蓋所有失真</a:t>
            </a:r>
          </a:p>
        </p:txBody>
      </p:sp>
      <p:sp>
        <p:nvSpPr>
          <p:cNvPr id="21" name="verification-item-1-0-description">
            <a:extLst xmlns:a="http://schemas.openxmlformats.org/drawingml/2006/main">
              <a:ext uri="{FF2B5EF4-FFF2-40B4-BE49-F238E27FC236}">
                <a16:creationId xmlns:a16="http://schemas.microsoft.com/office/drawing/2014/main" id="{5EDE30CC-3FDD-4B44-830E-6EDEDE07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90512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高次諧波可能混入相關圖樣，使參數估測產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生偏差；延長積分時間也未必能消除。</a:t>
            </a:r>
          </a:p>
        </p:txBody>
      </p:sp>
      <p:sp>
        <p:nvSpPr>
          <p:cNvPr id="22" name="verification-item-1-1-title">
            <a:extLst xmlns:a="http://schemas.openxmlformats.org/drawingml/2006/main">
              <a:ext uri="{FF2B5EF4-FFF2-40B4-BE49-F238E27FC236}">
                <a16:creationId xmlns:a16="http://schemas.microsoft.com/office/drawing/2014/main" id="{C07F528C-A907-4605-8486-B86E9EF1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5757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學習速度存在取捨</a:t>
            </a:r>
          </a:p>
        </p:txBody>
      </p:sp>
      <p:sp>
        <p:nvSpPr>
          <p:cNvPr id="23" name="verification-item-1-1-description">
            <a:extLst xmlns:a="http://schemas.openxmlformats.org/drawingml/2006/main">
              <a:ext uri="{FF2B5EF4-FFF2-40B4-BE49-F238E27FC236}">
                <a16:creationId xmlns:a16="http://schemas.microsoft.com/office/drawing/2014/main" id="{7D31B280-60CF-4BDC-B65D-5EB52FB5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72427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加快更新可提升漂移追蹤能力，也可能增加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參數漣波與通道耦合，須驗證離散穩定性。</a:t>
            </a:r>
          </a:p>
        </p:txBody>
      </p:sp>
      <p:sp>
        <p:nvSpPr>
          <p:cNvPr id="24" name="verification-item-1-2-title">
            <a:extLst xmlns:a="http://schemas.openxmlformats.org/drawingml/2006/main">
              <a:ext uri="{FF2B5EF4-FFF2-40B4-BE49-F238E27FC236}">
                <a16:creationId xmlns:a16="http://schemas.microsoft.com/office/drawing/2014/main" id="{BFA962DE-30BC-4BC8-B37E-E111DAD8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27672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平方和無法單獨證明量測精度</a:t>
            </a:r>
          </a:p>
        </p:txBody>
      </p:sp>
      <p:sp>
        <p:nvSpPr>
          <p:cNvPr id="25" name="verification-item-1-2-description">
            <a:extLst xmlns:a="http://schemas.openxmlformats.org/drawingml/2006/main">
              <a:ext uri="{FF2B5EF4-FFF2-40B4-BE49-F238E27FC236}">
                <a16:creationId xmlns:a16="http://schemas.microsoft.com/office/drawing/2014/main" id="{F6435C8D-08F2-4F54-88D6-BD2C882C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54342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軌跡接近單位圓，仍須進一步確認角度與速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度誤差。</a:t>
            </a:r>
          </a:p>
        </p:txBody>
      </p:sp>
      <p:sp>
        <p:nvSpPr>
          <p:cNvPr id="26" name="verification-column-2">
            <a:extLst xmlns:a="http://schemas.openxmlformats.org/drawingml/2006/main">
              <a:ext uri="{FF2B5EF4-FFF2-40B4-BE49-F238E27FC236}">
                <a16:creationId xmlns:a16="http://schemas.microsoft.com/office/drawing/2014/main" id="{559D9C8D-1A14-4CBE-82F2-0D473427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3448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工程驗證重點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1FC099-7AA2-4F70-988A-59593326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80"/>
            </a:solidFill>
            <a:prstDash val="solid"/>
          </a:ln>
        </p:spPr>
      </p:sp>
      <p:sp>
        <p:nvSpPr>
          <p:cNvPr id="28" name="verification-item-2-0-title">
            <a:extLst xmlns:a="http://schemas.openxmlformats.org/drawingml/2006/main">
              <a:ext uri="{FF2B5EF4-FFF2-40B4-BE49-F238E27FC236}">
                <a16:creationId xmlns:a16="http://schemas.microsoft.com/office/drawing/2014/main" id="{1C3E157D-8E99-4C42-8873-F80ECBF0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3842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學習行為</a:t>
            </a:r>
          </a:p>
        </p:txBody>
      </p:sp>
      <p:sp>
        <p:nvSpPr>
          <p:cNvPr id="29" name="verification-item-2-0-description">
            <a:extLst xmlns:a="http://schemas.openxmlformats.org/drawingml/2006/main">
              <a:ext uri="{FF2B5EF4-FFF2-40B4-BE49-F238E27FC236}">
                <a16:creationId xmlns:a16="http://schemas.microsoft.com/office/drawing/2014/main" id="{B79064F7-C947-462E-923B-1974C0EB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05125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在混合誤差、不同初值及參數漂移下，檢查收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斂、殘差與參數漣波。</a:t>
            </a:r>
          </a:p>
        </p:txBody>
      </p:sp>
      <p:sp>
        <p:nvSpPr>
          <p:cNvPr id="30" name="verification-item-2-1-title">
            <a:extLst xmlns:a="http://schemas.openxmlformats.org/drawingml/2006/main">
              <a:ext uri="{FF2B5EF4-FFF2-40B4-BE49-F238E27FC236}">
                <a16:creationId xmlns:a16="http://schemas.microsoft.com/office/drawing/2014/main" id="{881ECD8C-96F0-4772-94E7-D7F3196D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5757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運作與異常處理</a:t>
            </a:r>
          </a:p>
        </p:txBody>
      </p:sp>
      <p:sp>
        <p:nvSpPr>
          <p:cNvPr id="31" name="verification-item-2-1-description">
            <a:extLst xmlns:a="http://schemas.openxmlformats.org/drawingml/2006/main">
              <a:ext uri="{FF2B5EF4-FFF2-40B4-BE49-F238E27FC236}">
                <a16:creationId xmlns:a16="http://schemas.microsoft.com/office/drawing/2014/main" id="{D93712D4-EA6D-4C10-885E-69F2F9CD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24275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測試正反轉、局部往返、取樣退化及無效輸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入，核對凍結、限幅與參數保留。</a:t>
            </a:r>
          </a:p>
        </p:txBody>
      </p:sp>
      <p:sp>
        <p:nvSpPr>
          <p:cNvPr id="32" name="verification-item-2-2-title">
            <a:extLst xmlns:a="http://schemas.openxmlformats.org/drawingml/2006/main">
              <a:ext uri="{FF2B5EF4-FFF2-40B4-BE49-F238E27FC236}">
                <a16:creationId xmlns:a16="http://schemas.microsoft.com/office/drawing/2014/main" id="{10572F1B-078D-4A73-889F-20E2BE7B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7672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實際精度與執行成本</a:t>
            </a:r>
          </a:p>
        </p:txBody>
      </p:sp>
      <p:sp>
        <p:nvSpPr>
          <p:cNvPr id="33" name="verification-item-2-2-description">
            <a:extLst xmlns:a="http://schemas.openxmlformats.org/drawingml/2006/main">
              <a:ext uri="{FF2B5EF4-FFF2-40B4-BE49-F238E27FC236}">
                <a16:creationId xmlns:a16="http://schemas.microsoft.com/office/drawing/2014/main" id="{8AA92D4D-45A8-4406-8825-48792AC6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43425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使用獨立參考比較角度與速度誤差，並確認數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值精度、最差執行時間及量測延遲。</a:t>
            </a:r>
          </a:p>
        </p:txBody>
      </p:sp>
      <p:sp>
        <p:nvSpPr>
          <p:cNvPr id="34" name="verification-signal">
            <a:extLst xmlns:a="http://schemas.openxmlformats.org/drawingml/2006/main">
              <a:ext uri="{FF2B5EF4-FFF2-40B4-BE49-F238E27FC236}">
                <a16:creationId xmlns:a16="http://schemas.microsoft.com/office/drawing/2014/main" id="{DB5C133F-B7CF-4A15-9F29-DFB23989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補償後訊號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x、y</a:t>
            </a:r>
          </a:p>
        </p:txBody>
      </p:sp>
      <p:sp>
        <p:nvSpPr>
          <p:cNvPr id="35" name="verification-branch">
            <a:extLst xmlns:a="http://schemas.openxmlformats.org/drawingml/2006/main">
              <a:ext uri="{FF2B5EF4-FFF2-40B4-BE49-F238E27FC236}">
                <a16:creationId xmlns:a16="http://schemas.microsoft.com/office/drawing/2014/main" id="{4DF6489F-6EAE-4C0C-8C57-13A72185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57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verification-upper-port">
            <a:extLst xmlns:a="http://schemas.openxmlformats.org/drawingml/2006/main">
              <a:ext uri="{FF2B5EF4-FFF2-40B4-BE49-F238E27FC236}">
                <a16:creationId xmlns:a16="http://schemas.microsoft.com/office/drawing/2014/main" id="{781F32B4-8814-4BB3-B561-DCE5EF2A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24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verification-lower-port">
            <a:extLst xmlns:a="http://schemas.openxmlformats.org/drawingml/2006/main">
              <a:ext uri="{FF2B5EF4-FFF2-40B4-BE49-F238E27FC236}">
                <a16:creationId xmlns:a16="http://schemas.microsoft.com/office/drawing/2014/main" id="{21B70B83-DFB2-4EF0-9C80-A5A3F9C5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29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verification-observation">
            <a:extLst xmlns:a="http://schemas.openxmlformats.org/drawingml/2006/main">
              <a:ext uri="{FF2B5EF4-FFF2-40B4-BE49-F238E27FC236}">
                <a16:creationId xmlns:a16="http://schemas.microsoft.com/office/drawing/2014/main" id="{4EAEFCBB-4197-475B-B49C-9D6DF33B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53025"/>
            <a:ext cx="2419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平方和與殘差</a:t>
            </a:r>
          </a:p>
        </p:txBody>
      </p:sp>
      <p:sp>
        <p:nvSpPr>
          <p:cNvPr id="39" name="verification-observation-check">
            <a:extLst xmlns:a="http://schemas.openxmlformats.org/drawingml/2006/main">
              <a:ext uri="{FF2B5EF4-FFF2-40B4-BE49-F238E27FC236}">
                <a16:creationId xmlns:a16="http://schemas.microsoft.com/office/drawing/2014/main" id="{D15DBF2A-37EB-40CC-90EF-205A9812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53025"/>
            <a:ext cx="521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檢查圓化與學習行為</a:t>
            </a:r>
          </a:p>
        </p:txBody>
      </p:sp>
      <p:sp>
        <p:nvSpPr>
          <p:cNvPr id="40" name="verification-phase">
            <a:extLst xmlns:a="http://schemas.openxmlformats.org/drawingml/2006/main">
              <a:ext uri="{FF2B5EF4-FFF2-40B4-BE49-F238E27FC236}">
                <a16:creationId xmlns:a16="http://schemas.microsoft.com/office/drawing/2014/main" id="{C2B41682-3483-4021-AEAA-76250046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57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插值相位</a:t>
            </a:r>
          </a:p>
        </p:txBody>
      </p:sp>
      <p:sp>
        <p:nvSpPr>
          <p:cNvPr id="41" name="verification-reference">
            <a:extLst xmlns:a="http://schemas.openxmlformats.org/drawingml/2006/main">
              <a:ext uri="{FF2B5EF4-FFF2-40B4-BE49-F238E27FC236}">
                <a16:creationId xmlns:a16="http://schemas.microsoft.com/office/drawing/2014/main" id="{A965EDEA-5C8E-43A4-9C39-0BAAA20B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57850"/>
            <a:ext cx="2419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與獨立參考比較</a:t>
            </a:r>
          </a:p>
        </p:txBody>
      </p:sp>
      <p:sp>
        <p:nvSpPr>
          <p:cNvPr id="42" name="verification-accuracy">
            <a:extLst xmlns:a="http://schemas.openxmlformats.org/drawingml/2006/main">
              <a:ext uri="{FF2B5EF4-FFF2-40B4-BE49-F238E27FC236}">
                <a16:creationId xmlns:a16="http://schemas.microsoft.com/office/drawing/2014/main" id="{83364E13-868C-4A3B-84A0-84EFE369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657850"/>
            <a:ext cx="2781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驗證角度／速度精度</a:t>
            </a:r>
          </a:p>
        </p:txBody>
      </p:sp>
      <p:sp>
        <p:nvSpPr>
          <p:cNvPr id="51" name="verification-takeaway">
            <a:extLst xmlns:a="http://schemas.openxmlformats.org/drawingml/2006/main">
              <a:ext uri="{FF2B5EF4-FFF2-40B4-BE49-F238E27FC236}">
                <a16:creationId xmlns:a16="http://schemas.microsoft.com/office/drawing/2014/main" id="{F4C6ED7A-DF74-44BE-ACD9-21B967B1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驗收須同時檢查訊號圓化、參數學習與角度／速度精度。</a:t>
            </a:r>
          </a:p>
        </p:txBody>
      </p:sp>
    </p:spTree>
    <p:extLst>
      <p:ext uri="{BB962C8B-B14F-4D97-AF65-F5344CB8AC3E}">
        <p14:creationId xmlns:p14="http://schemas.microsoft.com/office/powerpoint/2010/main" val="11987258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2" name="recap-feedback-compensation">
            <a:extLst xmlns:a="http://schemas.openxmlformats.org/drawingml/2006/main">
              <a:ext uri="{FF2B5EF4-FFF2-40B4-BE49-F238E27FC236}">
                <a16:creationId xmlns:a16="http://schemas.microsoft.com/office/drawing/2014/main" id="{5BAD8F69-E509-4FB9-B397-9E4758A627B7}"/>
              </a:ext>
            </a:extLst>
          </p:cNvPr>
          <p:cNvCxnSpPr>
            <a:stCxn xmlns:a="http://schemas.openxmlformats.org/drawingml/2006/main" id="4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667125" y="236220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prstDash val="solid"/>
            <a:tailEnd type="triangle" w="med" len="med"/>
          </a:ln>
        </p:spPr>
      </p:cxnSp>
      <p:cxnSp>
        <p:nvCxnSpPr>
          <p:cNvPr id="51" name="recap-feedback-across">
            <a:extLst xmlns:a="http://schemas.openxmlformats.org/drawingml/2006/main">
              <a:ext uri="{FF2B5EF4-FFF2-40B4-BE49-F238E27FC236}">
                <a16:creationId xmlns:a16="http://schemas.microsoft.com/office/drawing/2014/main" id="{F2E9BF58-32DB-496F-8B70-D24D8FDBB186}"/>
              </a:ext>
            </a:extLst>
          </p:cNvPr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314325" y="2352675"/>
            <a:ext cx="3343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prstDash val="solid"/>
          </a:ln>
        </p:spPr>
      </p:cxnSp>
      <p:cxnSp>
        <p:nvCxnSpPr>
          <p:cNvPr id="50" name="recap-feedback-up">
            <a:extLst xmlns:a="http://schemas.openxmlformats.org/drawingml/2006/main">
              <a:ext uri="{FF2B5EF4-FFF2-40B4-BE49-F238E27FC236}">
                <a16:creationId xmlns:a16="http://schemas.microsoft.com/office/drawing/2014/main" id="{34BB6A05-35FB-4B79-BA8B-DE142A0000A2}"/>
              </a:ext>
            </a:extLst>
          </p:cNvPr>
          <p:cNvCxnSpPr>
            <a:stCxn xmlns:a="http://schemas.openxmlformats.org/drawingml/2006/main" id="46" idx="0"/>
            <a:endCxn xmlns:a="http://schemas.openxmlformats.org/drawingml/2006/main" id="47" idx="2"/>
          </p:cNvCxnSpPr>
          <p:nvPr/>
        </p:nvCxnSpPr>
        <p:spPr>
          <a:xfrm xmlns:a="http://schemas.openxmlformats.org/drawingml/2006/main" flipV="1">
            <a:off x="304800" y="2362200"/>
            <a:ext cx="0" cy="1724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prstDash val="solid"/>
          </a:ln>
        </p:spPr>
      </p:cxnSp>
      <p:cxnSp>
        <p:nvCxnSpPr>
          <p:cNvPr id="49" name="recap-feedback-out">
            <a:extLst xmlns:a="http://schemas.openxmlformats.org/drawingml/2006/main">
              <a:ext uri="{FF2B5EF4-FFF2-40B4-BE49-F238E27FC236}">
                <a16:creationId xmlns:a16="http://schemas.microsoft.com/office/drawing/2014/main" id="{538A3EC1-FD17-4EF4-9670-601500E19354}"/>
              </a:ext>
            </a:extLst>
          </p:cNvPr>
          <p:cNvCxnSpPr>
            <a:stCxn xmlns:a="http://schemas.openxmlformats.org/drawingml/2006/main" id="28" idx="1"/>
            <a:endCxn xmlns:a="http://schemas.openxmlformats.org/drawingml/2006/main" id="46" idx="3"/>
          </p:cNvCxnSpPr>
          <p:nvPr/>
        </p:nvCxnSpPr>
        <p:spPr>
          <a:xfrm xmlns:a="http://schemas.openxmlformats.org/drawingml/2006/main" flipH="1">
            <a:off x="314325" y="409575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prstDash val="solid"/>
          </a:ln>
        </p:spPr>
      </p:cxnSp>
      <p:cxnSp>
        <p:nvCxnSpPr>
          <p:cNvPr id="45" name="recap-permission-integrate">
            <a:extLst xmlns:a="http://schemas.openxmlformats.org/drawingml/2006/main">
              <a:ext uri="{FF2B5EF4-FFF2-40B4-BE49-F238E27FC236}">
                <a16:creationId xmlns:a16="http://schemas.microsoft.com/office/drawing/2014/main" id="{7C36FD99-E54A-413B-A83B-65F4049B91B4}"/>
              </a:ext>
            </a:extLst>
          </p:cNvPr>
          <p:cNvCxnSpPr>
            <a:stCxn xmlns:a="http://schemas.openxmlformats.org/drawingml/2006/main" id="3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914775" y="36480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prstDash val="solid"/>
            <a:tailEnd type="triangle" w="med" len="med"/>
          </a:ln>
        </p:spPr>
      </p:cxnSp>
      <p:cxnSp>
        <p:nvCxnSpPr>
          <p:cNvPr id="44" name="recap-integrate-update">
            <a:extLst xmlns:a="http://schemas.openxmlformats.org/drawingml/2006/main">
              <a:ext uri="{FF2B5EF4-FFF2-40B4-BE49-F238E27FC236}">
                <a16:creationId xmlns:a16="http://schemas.microsoft.com/office/drawing/2014/main" id="{03AFA4D3-2826-4D26-8AA3-27B5A7CD3525}"/>
              </a:ext>
            </a:extLst>
          </p:cNvPr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2228850" y="40957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prstDash val="solid"/>
            <a:tailEnd type="triangle" w="med" len="med"/>
          </a:ln>
        </p:spPr>
      </p:cxnSp>
      <p:cxnSp>
        <p:nvCxnSpPr>
          <p:cNvPr id="43" name="recap-correlation-integrate">
            <a:extLst xmlns:a="http://schemas.openxmlformats.org/drawingml/2006/main">
              <a:ext uri="{FF2B5EF4-FFF2-40B4-BE49-F238E27FC236}">
                <a16:creationId xmlns:a16="http://schemas.microsoft.com/office/drawing/2014/main" id="{FE1F0D11-4FB9-468E-9364-F1DFFA7B12E6}"/>
              </a:ext>
            </a:extLst>
          </p:cNvPr>
          <p:cNvCxnSpPr>
            <a:stCxn xmlns:a="http://schemas.openxmlformats.org/drawingml/2006/main" id="26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5114925" y="40957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prstDash val="solid"/>
            <a:tailEnd type="triangle" w="med" len="med"/>
          </a:ln>
        </p:spPr>
      </p:cxnSp>
      <p:cxnSp>
        <p:nvCxnSpPr>
          <p:cNvPr id="42" name="recap-observation-correlation">
            <a:extLst xmlns:a="http://schemas.openxmlformats.org/drawingml/2006/main">
              <a:ext uri="{FF2B5EF4-FFF2-40B4-BE49-F238E27FC236}">
                <a16:creationId xmlns:a16="http://schemas.microsoft.com/office/drawing/2014/main" id="{291037F9-848A-45B9-95FF-9D88812C78E2}"/>
              </a:ext>
            </a:extLst>
          </p:cNvPr>
          <p:cNvCxnSpPr>
            <a:stCxn xmlns:a="http://schemas.openxmlformats.org/drawingml/2006/main" id="22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7696200" y="40957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prstDash val="solid"/>
            <a:tailEnd type="triangle" w="med" len="med"/>
          </a:ln>
        </p:spPr>
      </p:cxnSp>
      <p:cxnSp>
        <p:nvCxnSpPr>
          <p:cNvPr id="41" name="recap-feature-to-correlation">
            <a:extLst xmlns:a="http://schemas.openxmlformats.org/drawingml/2006/main">
              <a:ext uri="{FF2B5EF4-FFF2-40B4-BE49-F238E27FC236}">
                <a16:creationId xmlns:a16="http://schemas.microsoft.com/office/drawing/2014/main" id="{3B09297E-C22E-4CBB-A0BD-2A3CBA407942}"/>
              </a:ext>
            </a:extLst>
          </p:cNvPr>
          <p:cNvCxnSpPr>
            <a:stCxn xmlns:a="http://schemas.openxmlformats.org/drawingml/2006/main" id="3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6648450" y="35528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dash"/>
            <a:tailEnd type="triangle" w="med" len="med"/>
          </a:ln>
        </p:spPr>
      </p:cxnSp>
      <p:cxnSp>
        <p:nvCxnSpPr>
          <p:cNvPr id="40" name="recap-feature-across">
            <a:extLst xmlns:a="http://schemas.openxmlformats.org/drawingml/2006/main">
              <a:ext uri="{FF2B5EF4-FFF2-40B4-BE49-F238E27FC236}">
                <a16:creationId xmlns:a16="http://schemas.microsoft.com/office/drawing/2014/main" id="{6BBB5E9A-0AEA-4D03-A287-3CC54E004136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6057900" y="3543300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dash"/>
          </a:ln>
        </p:spPr>
      </p:cxnSp>
      <p:cxnSp>
        <p:nvCxnSpPr>
          <p:cNvPr id="39" name="recap-feature-down">
            <a:extLst xmlns:a="http://schemas.openxmlformats.org/drawingml/2006/main">
              <a:ext uri="{FF2B5EF4-FFF2-40B4-BE49-F238E27FC236}">
                <a16:creationId xmlns:a16="http://schemas.microsoft.com/office/drawing/2014/main" id="{107E7AC1-3857-4521-B74E-095AEC2DA758}"/>
              </a:ext>
            </a:extLst>
          </p:cNvPr>
          <p:cNvCxnSpPr>
            <a:stCxn xmlns:a="http://schemas.openxmlformats.org/drawingml/2006/main" id="32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6048375" y="338137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dash"/>
          </a:ln>
        </p:spPr>
      </p:cxnSp>
      <p:cxnSp>
        <p:nvCxnSpPr>
          <p:cNvPr id="38" name="recap-q-turn-observation">
            <a:extLst xmlns:a="http://schemas.openxmlformats.org/drawingml/2006/main">
              <a:ext uri="{FF2B5EF4-FFF2-40B4-BE49-F238E27FC236}">
                <a16:creationId xmlns:a16="http://schemas.microsoft.com/office/drawing/2014/main" id="{6C012DBE-70F7-41F5-94EE-2F49B3BA2A3F}"/>
              </a:ext>
            </a:extLst>
          </p:cNvPr>
          <p:cNvCxnSpPr>
            <a:stCxn xmlns:a="http://schemas.openxmlformats.org/drawingml/2006/main" id="33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9882188" y="33813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solid"/>
            <a:tailEnd type="triangle" w="med" len="med"/>
          </a:ln>
        </p:spPr>
      </p:cxnSp>
      <p:cxnSp>
        <p:nvCxnSpPr>
          <p:cNvPr id="37" name="recap-branch-to-q-turn">
            <a:extLst xmlns:a="http://schemas.openxmlformats.org/drawingml/2006/main">
              <a:ext uri="{FF2B5EF4-FFF2-40B4-BE49-F238E27FC236}">
                <a16:creationId xmlns:a16="http://schemas.microsoft.com/office/drawing/2014/main" id="{B72AE754-B175-4972-BA8A-74E335EC2F48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6057900" y="3371850"/>
            <a:ext cx="3814763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solid"/>
          </a:ln>
        </p:spPr>
      </p:cxnSp>
      <p:cxnSp>
        <p:nvCxnSpPr>
          <p:cNvPr id="36" name="recap-xy-branch">
            <a:extLst xmlns:a="http://schemas.openxmlformats.org/drawingml/2006/main">
              <a:ext uri="{FF2B5EF4-FFF2-40B4-BE49-F238E27FC236}">
                <a16:creationId xmlns:a16="http://schemas.microsoft.com/office/drawing/2014/main" id="{80B6D519-3B75-4C56-BA13-6B288A06E2F4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6048375" y="31527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solid"/>
          </a:ln>
        </p:spPr>
      </p:cxnSp>
      <p:cxnSp>
        <p:nvCxnSpPr>
          <p:cNvPr id="21" name="recap-atan2-output">
            <a:extLst xmlns:a="http://schemas.openxmlformats.org/drawingml/2006/main">
              <a:ext uri="{FF2B5EF4-FFF2-40B4-BE49-F238E27FC236}">
                <a16:creationId xmlns:a16="http://schemas.microsoft.com/office/drawing/2014/main" id="{F08090F7-45C6-49DC-B6CE-311646AE5D3A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001125" y="2857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solid"/>
            <a:tailEnd type="triangle" w="med" len="med"/>
          </a:ln>
        </p:spPr>
      </p:cxnSp>
      <p:cxnSp>
        <p:nvCxnSpPr>
          <p:cNvPr id="20" name="recap-xy-atan2">
            <a:extLst xmlns:a="http://schemas.openxmlformats.org/drawingml/2006/main">
              <a:ext uri="{FF2B5EF4-FFF2-40B4-BE49-F238E27FC236}">
                <a16:creationId xmlns:a16="http://schemas.microsoft.com/office/drawing/2014/main" id="{96F1C79F-03B3-41D6-AC43-1EA0FD879145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858000" y="2857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solid"/>
            <a:tailEnd type="triangle" w="med" len="med"/>
          </a:ln>
        </p:spPr>
      </p:cxnSp>
      <p:cxnSp>
        <p:nvCxnSpPr>
          <p:cNvPr id="19" name="recap-compensation-xy">
            <a:extLst xmlns:a="http://schemas.openxmlformats.org/drawingml/2006/main">
              <a:ext uri="{FF2B5EF4-FFF2-40B4-BE49-F238E27FC236}">
                <a16:creationId xmlns:a16="http://schemas.microsoft.com/office/drawing/2014/main" id="{4F7971C4-AA4F-49B3-85D2-4988B0AE9D3B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686300" y="28575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solid"/>
            <a:tailEnd type="triangle" w="med" len="med"/>
          </a:ln>
        </p:spPr>
      </p:cxnSp>
      <p:cxnSp>
        <p:nvCxnSpPr>
          <p:cNvPr id="18" name="recap-raw-compensation">
            <a:extLst xmlns:a="http://schemas.openxmlformats.org/drawingml/2006/main">
              <a:ext uri="{FF2B5EF4-FFF2-40B4-BE49-F238E27FC236}">
                <a16:creationId xmlns:a16="http://schemas.microsoft.com/office/drawing/2014/main" id="{4FB700E5-B40A-4D9D-A5D2-5BE7A6D07955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133600" y="28575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solid"/>
            <a:tailEnd type="triangle" w="med" len="med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E05DF40-2808-4456-B543-FC818DA4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B2D6FE22-E452-49DD-9EC8-3D4A9343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核心概念與運作流程">
            <a:extLst xmlns:a="http://schemas.openxmlformats.org/drawingml/2006/main">
              <a:ext uri="{FF2B5EF4-FFF2-40B4-BE49-F238E27FC236}">
                <a16:creationId xmlns:a16="http://schemas.microsoft.com/office/drawing/2014/main" id="{E6DF67A2-47B6-4D15-879D-E71D2E31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核心概念與運作流程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35C349-2441-477F-A5D7-9FB05BD9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GPOC 核心概念與完整運作流程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55660-059F-471A-8738-06AEF644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339FD61E-363F-4912-84B2-174D463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原論文 Fig. 3–4／R6、核心設計 D3–D5；離散更新時序依本專案定義</a:t>
            </a:r>
          </a:p>
        </p:txBody>
      </p:sp>
      <p:sp>
        <p:nvSpPr>
          <p:cNvPr id="7" name="14 / 14">
            <a:extLst xmlns:a="http://schemas.openxmlformats.org/drawingml/2006/main">
              <a:ext uri="{FF2B5EF4-FFF2-40B4-BE49-F238E27FC236}">
                <a16:creationId xmlns:a16="http://schemas.microsoft.com/office/drawing/2014/main" id="{DAA340DF-30B6-4599-9245-5417C753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14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36406-475F-45DF-A4C2-A1D7318881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bd1bb7d4a4d66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recap-opening">
            <a:extLst xmlns:a="http://schemas.openxmlformats.org/drawingml/2006/main">
              <a:ext uri="{FF2B5EF4-FFF2-40B4-BE49-F238E27FC236}">
                <a16:creationId xmlns:a16="http://schemas.microsoft.com/office/drawing/2014/main" id="{05D65392-4B48-432E-9159-D598631A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GPOC 使用目前參數修正 Sin/Cos 訊號並輸出插值相位，</a:t>
            </a:r>
          </a:p>
          <a:p xmlns:a="http://schemas.openxmlformats.org/drawingml/2006/main">
            <a:pPr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再由補償後的殘差回授，緩慢調整後續取樣所用的補償參數。</a:t>
            </a:r>
          </a:p>
        </p:txBody>
      </p:sp>
      <p:sp>
        <p:nvSpPr>
          <p:cNvPr id="10" name="recap-measurement-label">
            <a:extLst xmlns:a="http://schemas.openxmlformats.org/drawingml/2006/main">
              <a:ext uri="{FF2B5EF4-FFF2-40B4-BE49-F238E27FC236}">
                <a16:creationId xmlns:a16="http://schemas.microsoft.com/office/drawing/2014/main" id="{AF4F7397-3FE4-4CD3-B24D-4FF57903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3837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當筆量測</a:t>
            </a:r>
          </a:p>
        </p:txBody>
      </p:sp>
      <p:sp>
        <p:nvSpPr>
          <p:cNvPr id="11" name="recap-raw">
            <a:extLst xmlns:a="http://schemas.openxmlformats.org/drawingml/2006/main">
              <a:ext uri="{FF2B5EF4-FFF2-40B4-BE49-F238E27FC236}">
                <a16:creationId xmlns:a16="http://schemas.microsoft.com/office/drawing/2014/main" id="{2F72D2FF-4920-4BBA-8795-6F220292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原始 Sin/Cos</a:t>
            </a:r>
          </a:p>
        </p:txBody>
      </p:sp>
      <p:sp>
        <p:nvSpPr>
          <p:cNvPr id="12" name="recap-compensation">
            <a:extLst xmlns:a="http://schemas.openxmlformats.org/drawingml/2006/main">
              <a:ext uri="{FF2B5EF4-FFF2-40B4-BE49-F238E27FC236}">
                <a16:creationId xmlns:a16="http://schemas.microsoft.com/office/drawing/2014/main" id="{989306B2-B8F4-41CB-9897-5E878BAF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62225"/>
            <a:ext cx="2038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recap-compensation-title">
            <a:extLst xmlns:a="http://schemas.openxmlformats.org/drawingml/2006/main">
              <a:ext uri="{FF2B5EF4-FFF2-40B4-BE49-F238E27FC236}">
                <a16:creationId xmlns:a16="http://schemas.microsoft.com/office/drawing/2014/main" id="{2591CD4C-AB2E-4B65-B5A3-47350FFC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2890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訊號補償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ap-current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DE8254A7-0756-4EFD-A303-019F732131B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43200" y="2867025"/>
                <a:ext cx="1847850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recap-current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DE8254A7-0756-4EFD-A303-019F732131B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67100" y="2895600"/>
                <a:ext cx="400050" cy="2000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EquationSlide14Preview2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5" name="recap-xy">
            <a:extLst xmlns:a="http://schemas.openxmlformats.org/drawingml/2006/main">
              <a:ext uri="{FF2B5EF4-FFF2-40B4-BE49-F238E27FC236}">
                <a16:creationId xmlns:a16="http://schemas.microsoft.com/office/drawing/2014/main" id="{3E7BA94B-F74A-4524-8535-8518954B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622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補償後訊號</a:t>
            </a:r>
          </a:p>
          <a:p xmlns:a="http://schemas.openxmlformats.org/drawingml/2006/main">
            <a: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x、y</a:t>
            </a:r>
          </a:p>
        </p:txBody>
      </p:sp>
      <p:sp>
        <p:nvSpPr>
          <p:cNvPr id="16" name="recap-atan2">
            <a:extLst xmlns:a="http://schemas.openxmlformats.org/drawingml/2006/main">
              <a:ext uri="{FF2B5EF4-FFF2-40B4-BE49-F238E27FC236}">
                <a16:creationId xmlns:a16="http://schemas.microsoft.com/office/drawing/2014/main" id="{F95FDBF7-8A71-41BE-B7B1-29449683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622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atan2</a:t>
            </a:r>
          </a:p>
        </p:txBody>
      </p:sp>
      <p:sp>
        <p:nvSpPr>
          <p:cNvPr id="17" name="recap-output">
            <a:extLst xmlns:a="http://schemas.openxmlformats.org/drawingml/2006/main">
              <a:ext uri="{FF2B5EF4-FFF2-40B4-BE49-F238E27FC236}">
                <a16:creationId xmlns:a16="http://schemas.microsoft.com/office/drawing/2014/main" id="{42DE7911-4FB9-4711-BC54-677E6451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62225"/>
            <a:ext cx="2057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插值相位</a:t>
            </a:r>
          </a:p>
        </p:txBody>
      </p:sp>
      <p:sp>
        <p:nvSpPr>
          <p:cNvPr id="22" name="recap-observation">
            <a:extLst xmlns:a="http://schemas.openxmlformats.org/drawingml/2006/main">
              <a:ext uri="{FF2B5EF4-FFF2-40B4-BE49-F238E27FC236}">
                <a16:creationId xmlns:a16="http://schemas.microsoft.com/office/drawing/2014/main" id="{1D355999-CF17-4FD5-8649-1879B11D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676650"/>
            <a:ext cx="34004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recap-observation-title">
            <a:extLst xmlns:a="http://schemas.openxmlformats.org/drawingml/2006/main">
              <a:ext uri="{FF2B5EF4-FFF2-40B4-BE49-F238E27FC236}">
                <a16:creationId xmlns:a16="http://schemas.microsoft.com/office/drawing/2014/main" id="{B52070B1-7D1B-4ABE-B139-3EFD289C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714750"/>
            <a:ext cx="3324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平方和與殘差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ap-q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F22AB500-1C02-4D55-A54C-C222DCD3513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277225" y="3962400"/>
                <a:ext cx="320992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sSup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p>
                      </m:sSup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+ </m:t>
                      </m:r>
                      <m:sSup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p>
                      </m:sSup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4" name="recap-q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F22AB500-1C02-4D55-A54C-C222DCD3513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920162" y="3971925"/>
                <a:ext cx="1924050" cy="2381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EquationSlide14Preview0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ap-e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133413A9-6FD4-4D20-A0EA-D27ED5E2CBF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277225" y="4238625"/>
                <a:ext cx="320992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1 − 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5" name="recap-e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133413A9-6FD4-4D20-A0EA-D27ED5E2CBF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158287" y="4267200"/>
                <a:ext cx="1447800" cy="2000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EquationSlide14Preview1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26" name="recap-correlation">
            <a:extLst xmlns:a="http://schemas.openxmlformats.org/drawingml/2006/main">
              <a:ext uri="{FF2B5EF4-FFF2-40B4-BE49-F238E27FC236}">
                <a16:creationId xmlns:a16="http://schemas.microsoft.com/office/drawing/2014/main" id="{ABD2F896-23B1-4A2B-8B7E-2060AB07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9095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相關運算</a:t>
            </a:r>
          </a:p>
        </p:txBody>
      </p:sp>
      <p:sp>
        <p:nvSpPr>
          <p:cNvPr id="27" name="recap-integrate">
            <a:extLst xmlns:a="http://schemas.openxmlformats.org/drawingml/2006/main">
              <a:ext uri="{FF2B5EF4-FFF2-40B4-BE49-F238E27FC236}">
                <a16:creationId xmlns:a16="http://schemas.microsoft.com/office/drawing/2014/main" id="{24BFF0B1-3B47-47E9-9D92-287B4595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90950"/>
            <a:ext cx="2400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五通道</a:t>
            </a:r>
          </a:p>
          <a:p xmlns:a="http://schemas.openxmlformats.org/drawingml/2006/main">
            <a:pPr algn="ctr"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緩慢積分與限幅</a:t>
            </a:r>
          </a:p>
        </p:txBody>
      </p:sp>
      <p:sp>
        <p:nvSpPr>
          <p:cNvPr id="28" name="recap-update">
            <a:extLst xmlns:a="http://schemas.openxmlformats.org/drawingml/2006/main">
              <a:ext uri="{FF2B5EF4-FFF2-40B4-BE49-F238E27FC236}">
                <a16:creationId xmlns:a16="http://schemas.microsoft.com/office/drawing/2014/main" id="{9FAAF2D4-73FF-485B-A286-DBEB9275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recap-update-title">
            <a:extLst xmlns:a="http://schemas.openxmlformats.org/drawingml/2006/main">
              <a:ext uri="{FF2B5EF4-FFF2-40B4-BE49-F238E27FC236}">
                <a16:creationId xmlns:a16="http://schemas.microsoft.com/office/drawing/2014/main" id="{78F777EC-BFA4-4C71-AB53-E541F129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385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更新參數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ap-next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948D5F92-1310-4310-8F3B-0B42136162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04850" y="4095750"/>
                <a:ext cx="1428750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+</m:t>
                      </m:r>
                      <m:r>
                        <m:rPr>
                          <m:sty m:val="p"/>
                        </m:rP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1</m:t>
                      </m:r>
                      <m:r>
                        <m:rPr>
                          <m:sty m:val="p"/>
                        </m:rP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0" name="recap-next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948D5F92-1310-4310-8F3B-0B42136162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38225" y="4129087"/>
                <a:ext cx="762000" cy="2000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EquationSlide14Preview3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31" name="recap-permission">
            <a:extLst xmlns:a="http://schemas.openxmlformats.org/drawingml/2006/main">
              <a:ext uri="{FF2B5EF4-FFF2-40B4-BE49-F238E27FC236}">
                <a16:creationId xmlns:a16="http://schemas.microsoft.com/office/drawing/2014/main" id="{0DDD5404-4364-466C-837D-80DD38E9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05175"/>
            <a:ext cx="2400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學習許可、速度權重</a:t>
            </a:r>
          </a:p>
        </p:txBody>
      </p:sp>
      <p:sp>
        <p:nvSpPr>
          <p:cNvPr id="32" name="recap-signal-branch">
            <a:extLst xmlns:a="http://schemas.openxmlformats.org/drawingml/2006/main">
              <a:ext uri="{FF2B5EF4-FFF2-40B4-BE49-F238E27FC236}">
                <a16:creationId xmlns:a16="http://schemas.microsoft.com/office/drawing/2014/main" id="{F204ACE1-0E82-47BC-897C-B6827255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62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recap-q-turn">
            <a:extLst xmlns:a="http://schemas.openxmlformats.org/drawingml/2006/main">
              <a:ext uri="{FF2B5EF4-FFF2-40B4-BE49-F238E27FC236}">
                <a16:creationId xmlns:a16="http://schemas.microsoft.com/office/drawing/2014/main" id="{50546AFC-38A7-4D33-BCC1-07A212C4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663" y="3362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recap-feature-turn">
            <a:extLst xmlns:a="http://schemas.openxmlformats.org/drawingml/2006/main">
              <a:ext uri="{FF2B5EF4-FFF2-40B4-BE49-F238E27FC236}">
                <a16:creationId xmlns:a16="http://schemas.microsoft.com/office/drawing/2014/main" id="{E84800B0-D9F6-4659-B81F-E81907BD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33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recap-feature-end">
            <a:extLst xmlns:a="http://schemas.openxmlformats.org/drawingml/2006/main">
              <a:ext uri="{FF2B5EF4-FFF2-40B4-BE49-F238E27FC236}">
                <a16:creationId xmlns:a16="http://schemas.microsoft.com/office/drawing/2014/main" id="{82165542-75CD-43F0-8000-458E5EAE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533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recap-feedback-left">
            <a:extLst xmlns:a="http://schemas.openxmlformats.org/drawingml/2006/main">
              <a:ext uri="{FF2B5EF4-FFF2-40B4-BE49-F238E27FC236}">
                <a16:creationId xmlns:a16="http://schemas.microsoft.com/office/drawing/2014/main" id="{49D9E40C-BE5B-4959-AFEB-C2664A76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086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recap-feedback-upper">
            <a:extLst xmlns:a="http://schemas.openxmlformats.org/drawingml/2006/main">
              <a:ext uri="{FF2B5EF4-FFF2-40B4-BE49-F238E27FC236}">
                <a16:creationId xmlns:a16="http://schemas.microsoft.com/office/drawing/2014/main" id="{0D0F7174-0FD3-4133-8876-54BB73C7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343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recap-feedback-top">
            <a:extLst xmlns:a="http://schemas.openxmlformats.org/drawingml/2006/main">
              <a:ext uri="{FF2B5EF4-FFF2-40B4-BE49-F238E27FC236}">
                <a16:creationId xmlns:a16="http://schemas.microsoft.com/office/drawing/2014/main" id="{14D967B2-D656-441B-A1A8-597A9663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43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recap-pattern-source">
            <a:extLst xmlns:a="http://schemas.openxmlformats.org/drawingml/2006/main">
              <a:ext uri="{FF2B5EF4-FFF2-40B4-BE49-F238E27FC236}">
                <a16:creationId xmlns:a16="http://schemas.microsoft.com/office/drawing/2014/main" id="{24881D63-CE49-4987-BE96-A69AC7D9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67100"/>
            <a:ext cx="472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相關圖樣由補償後的 x、y 與平方和 q 產生。</a:t>
            </a:r>
          </a:p>
        </p:txBody>
      </p:sp>
      <p:sp>
        <p:nvSpPr>
          <p:cNvPr id="54" name="recap-five-states">
            <a:extLst xmlns:a="http://schemas.openxmlformats.org/drawingml/2006/main">
              <a:ext uri="{FF2B5EF4-FFF2-40B4-BE49-F238E27FC236}">
                <a16:creationId xmlns:a16="http://schemas.microsoft.com/office/drawing/2014/main" id="{8CD38479-B0E0-4FFF-8AF5-8F47080B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五個學習通道：共同增益、差動增益、相位及兩路偏移。</a:t>
            </a:r>
          </a:p>
        </p:txBody>
      </p:sp>
      <p:sp>
        <p:nvSpPr>
          <p:cNvPr id="55" name="recap-next-sample">
            <a:extLst xmlns:a="http://schemas.openxmlformats.org/drawingml/2006/main">
              <a:ext uri="{FF2B5EF4-FFF2-40B4-BE49-F238E27FC236}">
                <a16:creationId xmlns:a16="http://schemas.microsoft.com/office/drawing/2014/main" id="{CC1E2DCD-A0E6-4019-AC1F-D5554A50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下一筆取樣生效</a:t>
            </a:r>
          </a:p>
        </p:txBody>
      </p:sp>
      <p:sp>
        <p:nvSpPr>
          <p:cNvPr id="56" name="recap-point-0-title">
            <a:extLst xmlns:a="http://schemas.openxmlformats.org/drawingml/2006/main">
              <a:ext uri="{FF2B5EF4-FFF2-40B4-BE49-F238E27FC236}">
                <a16:creationId xmlns:a16="http://schemas.microsoft.com/office/drawing/2014/main" id="{17E83A75-CF07-49F8-804B-02B2733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先修正訊號，再計算相位</a:t>
            </a:r>
          </a:p>
        </p:txBody>
      </p:sp>
      <p:sp>
        <p:nvSpPr>
          <p:cNvPr id="57" name="recap-point-0-description">
            <a:extLst xmlns:a="http://schemas.openxmlformats.org/drawingml/2006/main">
              <a:ext uri="{FF2B5EF4-FFF2-40B4-BE49-F238E27FC236}">
                <a16:creationId xmlns:a16="http://schemas.microsoft.com/office/drawing/2014/main" id="{75627DA8-6691-419E-AB55-A76FB84E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335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補償器修正偏移、幅值與非正交關係，atan2 </a:t>
            </a:r>
          </a:p>
          <a:p xmlns:a="http://schemas.openxmlformats.org/drawingml/2006/main">
            <a: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再由修正後的訊號計算插值相位；跨週期位置</a:t>
            </a:r>
          </a:p>
          <a:p xmlns:a="http://schemas.openxmlformats.org/drawingml/2006/main">
            <a: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與速度由上層處理。</a:t>
            </a:r>
          </a:p>
        </p:txBody>
      </p:sp>
      <p:sp>
        <p:nvSpPr>
          <p:cNvPr id="58" name="recap-point-1-title">
            <a:extLst xmlns:a="http://schemas.openxmlformats.org/drawingml/2006/main">
              <a:ext uri="{FF2B5EF4-FFF2-40B4-BE49-F238E27FC236}">
                <a16:creationId xmlns:a16="http://schemas.microsoft.com/office/drawing/2014/main" id="{B388605C-45D7-4313-8801-9F3191CC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94347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由殘差取得五個參數的調整方向</a:t>
            </a:r>
          </a:p>
        </p:txBody>
      </p:sp>
      <p:sp>
        <p:nvSpPr>
          <p:cNvPr id="59" name="recap-point-1-description">
            <a:extLst xmlns:a="http://schemas.openxmlformats.org/drawingml/2006/main">
              <a:ext uri="{FF2B5EF4-FFF2-40B4-BE49-F238E27FC236}">
                <a16:creationId xmlns:a16="http://schemas.microsoft.com/office/drawing/2014/main" id="{8F257CCC-6250-4E6B-986A-10CE62C9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29225"/>
            <a:ext cx="335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平方和呈現剩餘失真，相關運算辨認不同誤差</a:t>
            </a:r>
          </a:p>
          <a:p xmlns:a="http://schemas.openxmlformats.org/drawingml/2006/main">
            <a: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圖樣，再由五個積分器緩慢累積為補償參數。</a:t>
            </a:r>
          </a:p>
        </p:txBody>
      </p:sp>
      <p:sp>
        <p:nvSpPr>
          <p:cNvPr id="60" name="recap-point-2-title">
            <a:extLst xmlns:a="http://schemas.openxmlformats.org/drawingml/2006/main">
              <a:ext uri="{FF2B5EF4-FFF2-40B4-BE49-F238E27FC236}">
                <a16:creationId xmlns:a16="http://schemas.microsoft.com/office/drawing/2014/main" id="{FA7FD0F3-A1FA-4C84-8F65-7D3F9EFB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4347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當筆參數保持一致，更新從下一筆生效</a:t>
            </a:r>
          </a:p>
        </p:txBody>
      </p:sp>
      <p:sp>
        <p:nvSpPr>
          <p:cNvPr id="61" name="recap-point-2-description">
            <a:extLst xmlns:a="http://schemas.openxmlformats.org/drawingml/2006/main">
              <a:ext uri="{FF2B5EF4-FFF2-40B4-BE49-F238E27FC236}">
                <a16:creationId xmlns:a16="http://schemas.microsoft.com/office/drawing/2014/main" id="{317F6898-8EE4-4ED7-AA2D-A424098E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29225"/>
            <a:ext cx="3448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當筆補償與學習計算共用 P[k]；候選參數經檢</a:t>
            </a:r>
          </a:p>
          <a:p xmlns:a="http://schemas.openxmlformats.org/drawingml/2006/main">
            <a: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查與限幅後整組提交為 P[k+1]。學習暫停時保</a:t>
            </a:r>
          </a:p>
          <a:p xmlns:a="http://schemas.openxmlformats.org/drawingml/2006/main">
            <a: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留參數，有效訊號仍持續補償；量測無效時標</a:t>
            </a:r>
          </a:p>
          <a:p xmlns:a="http://schemas.openxmlformats.org/drawingml/2006/main">
            <a: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示位置無效。</a:t>
            </a:r>
          </a:p>
        </p:txBody>
      </p:sp>
    </p:spTree>
    <p:extLst>
      <p:ext uri="{BB962C8B-B14F-4D97-AF65-F5344CB8AC3E}">
        <p14:creationId xmlns:p14="http://schemas.microsoft.com/office/powerpoint/2010/main" val="1790791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2026-10-18T14:23:41.9040000Z</dcterms:created>
  <dcterms:modified xsi:type="dcterms:W3CDTF">2026-10-18T14:23:41.9040000Z</dcterms:modified>
</coreProperties>
</file>